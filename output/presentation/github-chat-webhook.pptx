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b45e7cd5654ecf" /><Relationship Type="http://schemas.openxmlformats.org/officeDocument/2006/relationships/extended-properties" Target="/docProps/app.xml" Id="R0265a4fe02e44380" /><Relationship Type="http://schemas.openxmlformats.org/officeDocument/2006/relationships/officeDocument" Target="/ppt/presentation.xml" Id="Ra716fa9b48894c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60e0b921a24093"/>
  </p:sldMasterIdLst>
  <p:notesMasterIdLst>
    <p:notesMasterId xmlns:r="http://schemas.openxmlformats.org/officeDocument/2006/relationships" r:id="R1247873f12934497"/>
  </p:notesMasterIdLst>
  <p:sldIdLst>
    <p:sldId xmlns:r="http://schemas.openxmlformats.org/officeDocument/2006/relationships" id="256" r:id="Rdc5b14d285e84bff"/>
    <p:sldId xmlns:r="http://schemas.openxmlformats.org/officeDocument/2006/relationships" id="257" r:id="R0349e7b9d68c4c1d"/>
    <p:sldId xmlns:r="http://schemas.openxmlformats.org/officeDocument/2006/relationships" id="258" r:id="R2f8b1b0494f94739"/>
    <p:sldId xmlns:r="http://schemas.openxmlformats.org/officeDocument/2006/relationships" id="259" r:id="R9db0cc8773c74a21"/>
    <p:sldId xmlns:r="http://schemas.openxmlformats.org/officeDocument/2006/relationships" id="260" r:id="Re59eb585efd34f7c"/>
    <p:sldId xmlns:r="http://schemas.openxmlformats.org/officeDocument/2006/relationships" id="261" r:id="R1f334938707b4ae6"/>
    <p:sldId xmlns:r="http://schemas.openxmlformats.org/officeDocument/2006/relationships" id="262" r:id="R85b4a8d2c0f9411d"/>
    <p:sldId xmlns:r="http://schemas.openxmlformats.org/officeDocument/2006/relationships" id="263" r:id="R549cdfec599d4471"/>
    <p:sldId xmlns:r="http://schemas.openxmlformats.org/officeDocument/2006/relationships" id="264" r:id="Rbc59d4e8d3c04e7e"/>
    <p:sldId xmlns:r="http://schemas.openxmlformats.org/officeDocument/2006/relationships" id="265" r:id="R3bdbe069ede047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f46e9f92b54968" /><Relationship Type="http://schemas.openxmlformats.org/officeDocument/2006/relationships/slideMaster" Target="/ppt/slideMasters/slideMaster1.xml" Id="Ra660e0b921a24093" /><Relationship Type="http://schemas.openxmlformats.org/officeDocument/2006/relationships/notesMaster" Target="/ppt/notesMasters/notesMaster1.xml" Id="R1247873f12934497" /><Relationship Type="http://schemas.openxmlformats.org/officeDocument/2006/relationships/presProps" Target="/ppt/presProps.xml" Id="Rb72eef07d9c2472c" /><Relationship Type="http://schemas.openxmlformats.org/officeDocument/2006/relationships/tableStyles" Target="/ppt/tableStyles.xml" Id="R2612061f3a7145ef" /><Relationship Type="http://schemas.openxmlformats.org/officeDocument/2006/relationships/slide" Target="/ppt/slides/slide1.xml" Id="Rdc5b14d285e84bff" /><Relationship Type="http://schemas.openxmlformats.org/officeDocument/2006/relationships/slide" Target="/ppt/slides/slide2.xml" Id="R0349e7b9d68c4c1d" /><Relationship Type="http://schemas.openxmlformats.org/officeDocument/2006/relationships/slide" Target="/ppt/slides/slide3.xml" Id="R2f8b1b0494f94739" /><Relationship Type="http://schemas.openxmlformats.org/officeDocument/2006/relationships/slide" Target="/ppt/slides/slide4.xml" Id="R9db0cc8773c74a21" /><Relationship Type="http://schemas.openxmlformats.org/officeDocument/2006/relationships/slide" Target="/ppt/slides/slide5.xml" Id="Re59eb585efd34f7c" /><Relationship Type="http://schemas.openxmlformats.org/officeDocument/2006/relationships/slide" Target="/ppt/slides/slide6.xml" Id="R1f334938707b4ae6" /><Relationship Type="http://schemas.openxmlformats.org/officeDocument/2006/relationships/slide" Target="/ppt/slides/slide7.xml" Id="R85b4a8d2c0f9411d" /><Relationship Type="http://schemas.openxmlformats.org/officeDocument/2006/relationships/slide" Target="/ppt/slides/slide8.xml" Id="R549cdfec599d4471" /><Relationship Type="http://schemas.openxmlformats.org/officeDocument/2006/relationships/slide" Target="/ppt/slides/slide9.xml" Id="Rbc59d4e8d3c04e7e" /><Relationship Type="http://schemas.openxmlformats.org/officeDocument/2006/relationships/slide" Target="/ppt/slides/slide10.xml" Id="R3bdbe069ede047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6c89bd92d543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5458cd8ac24ea1" /><Relationship Type="http://schemas.openxmlformats.org/officeDocument/2006/relationships/notesMaster" Target="/ppt/notesMasters/notesMaster1.xml" Id="R576884e7fc2e45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d18edc47084b64" /><Relationship Type="http://schemas.openxmlformats.org/officeDocument/2006/relationships/notesMaster" Target="/ppt/notesMasters/notesMaster1.xml" Id="R727d60b1c90547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1aa8b114a2462a" /><Relationship Type="http://schemas.openxmlformats.org/officeDocument/2006/relationships/notesMaster" Target="/ppt/notesMasters/notesMaster1.xml" Id="R6a8b43d79dff4d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30aa0a31b54c9d" /><Relationship Type="http://schemas.openxmlformats.org/officeDocument/2006/relationships/notesMaster" Target="/ppt/notesMasters/notesMaster1.xml" Id="R40f5ce98d4db4d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c8ab342f014f25" /><Relationship Type="http://schemas.openxmlformats.org/officeDocument/2006/relationships/notesMaster" Target="/ppt/notesMasters/notesMaster1.xml" Id="R38bada109adb48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8fe66f62bf4972" /><Relationship Type="http://schemas.openxmlformats.org/officeDocument/2006/relationships/notesMaster" Target="/ppt/notesMasters/notesMaster1.xml" Id="R8faa8a3d164341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f67cce6f32411b" /><Relationship Type="http://schemas.openxmlformats.org/officeDocument/2006/relationships/notesMaster" Target="/ppt/notesMasters/notesMaster1.xml" Id="Rba347be37c1c48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78a9bcc79a4677" /><Relationship Type="http://schemas.openxmlformats.org/officeDocument/2006/relationships/notesMaster" Target="/ppt/notesMasters/notesMaster1.xml" Id="Rd83b85c8985b47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83694afef242e3" /><Relationship Type="http://schemas.openxmlformats.org/officeDocument/2006/relationships/notesMaster" Target="/ppt/notesMasters/notesMaster1.xml" Id="R2ea9dc65ac9b4a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39bbb944fc4973" /><Relationship Type="http://schemas.openxmlformats.org/officeDocument/2006/relationships/notesMaster" Target="/ppt/notesMasters/notesMaster1.xml" Id="R820582c84ca948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 #19는 첫 사내 업무 Flow로 GitHub Push와 PR Merge를 Activepieces와 Synology Chat에 연결한 작업입니다.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docs/plans/issue-19-github-chat-webhook-design.md</a:t>
            </a:r>
          </a:p>
          <a:p xmlns:a="http://schemas.openxmlformats.org/drawingml/2006/main">
            <a:r>
              <a:t>- docs/decisions/github-chat-webhook-contract.json</a:t>
            </a:r>
          </a:p>
          <a:p xmlns:a="http://schemas.openxmlformats.org/drawingml/2006/main">
            <a:r>
              <a:t>- docs/reports/issue-19-github-chat-webhook-validation.md</a:t>
            </a:r>
          </a:p>
          <a:p xmlns:a="http://schemas.openxmlformats.org/drawingml/2006/main">
            <a:r>
              <a:t>- docs/runbooks/github-chat-webhook.md</a:t>
            </a:r>
          </a:p>
          <a:p xmlns:a="http://schemas.openxmlformats.org/drawingml/2006/main">
            <a:r>
              <a:t>- https://github.com/ablecloud-team/ablestack-techflow/issues/19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GitHub의 HTTP 200과 실제 Chat 게시 성공을 분리하고 최종 조직 Hook 카나리에서 두 이벤트를 모두 성공시켰습니다.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docs/plans/issue-19-github-chat-webhook-design.md</a:t>
            </a:r>
          </a:p>
          <a:p xmlns:a="http://schemas.openxmlformats.org/drawingml/2006/main">
            <a:r>
              <a:t>- docs/decisions/github-chat-webhook-contract.json</a:t>
            </a:r>
          </a:p>
          <a:p xmlns:a="http://schemas.openxmlformats.org/drawingml/2006/main">
            <a:r>
              <a:t>- docs/reports/issue-19-github-chat-webhook-validation.md</a:t>
            </a:r>
          </a:p>
          <a:p xmlns:a="http://schemas.openxmlformats.org/drawingml/2006/main">
            <a:r>
              <a:t>- docs/runbooks/github-chat-webhook.md</a:t>
            </a:r>
          </a:p>
          <a:p xmlns:a="http://schemas.openxmlformats.org/drawingml/2006/main">
            <a:r>
              <a:t>- https://github.com/ablecloud-team/ablestack-techflow/issues/19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Gateway가 정책과 정규화를, Activepieces가 시각적 실행을, Adapter가 Secret과 Chat 프로토콜을 담당합니다.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docs/plans/issue-19-github-chat-webhook-design.md</a:t>
            </a:r>
          </a:p>
          <a:p xmlns:a="http://schemas.openxmlformats.org/drawingml/2006/main">
            <a:r>
              <a:t>- docs/decisions/github-chat-webhook-contract.json</a:t>
            </a:r>
          </a:p>
          <a:p xmlns:a="http://schemas.openxmlformats.org/drawingml/2006/main">
            <a:r>
              <a:t>- docs/reports/issue-19-github-chat-webhook-validation.md</a:t>
            </a:r>
          </a:p>
          <a:p xmlns:a="http://schemas.openxmlformats.org/drawingml/2006/main">
            <a:r>
              <a:t>- docs/runbooks/github-chat-webhook.md</a:t>
            </a:r>
          </a:p>
          <a:p xmlns:a="http://schemas.openxmlformats.org/drawingml/2006/main">
            <a:r>
              <a:t>- https://github.com/ablecloud-team/ablestack-techflow/issues/19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입력 이벤트, HMAC, 중복, 응답 코드를 계약으로 고정해 2xx 착시를 제거했습니다.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docs/plans/issue-19-github-chat-webhook-design.md</a:t>
            </a:r>
          </a:p>
          <a:p xmlns:a="http://schemas.openxmlformats.org/drawingml/2006/main">
            <a:r>
              <a:t>- docs/decisions/github-chat-webhook-contract.json</a:t>
            </a:r>
          </a:p>
          <a:p xmlns:a="http://schemas.openxmlformats.org/drawingml/2006/main">
            <a:r>
              <a:t>- docs/reports/issue-19-github-chat-webhook-validation.md</a:t>
            </a:r>
          </a:p>
          <a:p xmlns:a="http://schemas.openxmlformats.org/drawingml/2006/main">
            <a:r>
              <a:t>- docs/runbooks/github-chat-webhook.md</a:t>
            </a:r>
          </a:p>
          <a:p xmlns:a="http://schemas.openxmlformats.org/drawingml/2006/main">
            <a:r>
              <a:t>- https://github.com/ablecloud-team/ablestack-techflow/issues/19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 백업과 릴리스 잠금 후 Repository Hook 카나리, 임시 Hook 제거, 조직 Hook 전환 순으로 진행했습니다.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docs/plans/issue-19-github-chat-webhook-design.md</a:t>
            </a:r>
          </a:p>
          <a:p xmlns:a="http://schemas.openxmlformats.org/drawingml/2006/main">
            <a:r>
              <a:t>- docs/decisions/github-chat-webhook-contract.json</a:t>
            </a:r>
          </a:p>
          <a:p xmlns:a="http://schemas.openxmlformats.org/drawingml/2006/main">
            <a:r>
              <a:t>- docs/reports/issue-19-github-chat-webhook-validation.md</a:t>
            </a:r>
          </a:p>
          <a:p xmlns:a="http://schemas.openxmlformats.org/drawingml/2006/main">
            <a:r>
              <a:t>- docs/runbooks/github-chat-webhook.md</a:t>
            </a:r>
          </a:p>
          <a:p xmlns:a="http://schemas.openxmlformats.org/drawingml/2006/main">
            <a:r>
              <a:t>- https://github.com/ablecloud-team/ablestack-techflow/issues/19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Activepieces의 STRICT 네트워크 모드를 유지하면서 전용 네트워크의 두 고정 주소만 허용했습니다.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docs/plans/issue-19-github-chat-webhook-design.md</a:t>
            </a:r>
          </a:p>
          <a:p xmlns:a="http://schemas.openxmlformats.org/drawingml/2006/main">
            <a:r>
              <a:t>- docs/decisions/github-chat-webhook-contract.json</a:t>
            </a:r>
          </a:p>
          <a:p xmlns:a="http://schemas.openxmlformats.org/drawingml/2006/main">
            <a:r>
              <a:t>- docs/reports/issue-19-github-chat-webhook-validation.md</a:t>
            </a:r>
          </a:p>
          <a:p xmlns:a="http://schemas.openxmlformats.org/drawingml/2006/main">
            <a:r>
              <a:t>- docs/runbooks/github-chat-webhook.md</a:t>
            </a:r>
          </a:p>
          <a:p xmlns:a="http://schemas.openxmlformats.org/drawingml/2006/main">
            <a:r>
              <a:t>- https://github.com/ablecloud-team/ablestack-techflow/issues/19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25개 자동 테스트와 실제 PR #38 E2E에서 PR Merge와 Push가 모두 업무 성공으로 판정됐습니다.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docs/plans/issue-19-github-chat-webhook-design.md</a:t>
            </a:r>
          </a:p>
          <a:p xmlns:a="http://schemas.openxmlformats.org/drawingml/2006/main">
            <a:r>
              <a:t>- docs/decisions/github-chat-webhook-contract.json</a:t>
            </a:r>
          </a:p>
          <a:p xmlns:a="http://schemas.openxmlformats.org/drawingml/2006/main">
            <a:r>
              <a:t>- docs/reports/issue-19-github-chat-webhook-validation.md</a:t>
            </a:r>
          </a:p>
          <a:p xmlns:a="http://schemas.openxmlformats.org/drawingml/2006/main">
            <a:r>
              <a:t>- docs/runbooks/github-chat-webhook.md</a:t>
            </a:r>
          </a:p>
          <a:p xmlns:a="http://schemas.openxmlformats.org/drawingml/2006/main">
            <a:r>
              <a:t>- https://github.com/ablecloud-team/ablestack-techflow/issues/19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코드, Flow Manifest, 검증 스크립트, Runbook, 보고서와 발표 자료를 같은 계약으로 관리합니다.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docs/plans/issue-19-github-chat-webhook-design.md</a:t>
            </a:r>
          </a:p>
          <a:p xmlns:a="http://schemas.openxmlformats.org/drawingml/2006/main">
            <a:r>
              <a:t>- docs/decisions/github-chat-webhook-contract.json</a:t>
            </a:r>
          </a:p>
          <a:p xmlns:a="http://schemas.openxmlformats.org/drawingml/2006/main">
            <a:r>
              <a:t>- docs/reports/issue-19-github-chat-webhook-validation.md</a:t>
            </a:r>
          </a:p>
          <a:p xmlns:a="http://schemas.openxmlformats.org/drawingml/2006/main">
            <a:r>
              <a:t>- docs/runbooks/github-chat-webhook.md</a:t>
            </a:r>
          </a:p>
          <a:p xmlns:a="http://schemas.openxmlformats.org/drawingml/2006/main">
            <a:r>
              <a:t>- https://github.com/ablecloud-team/ablestack-techflow/issues/19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실패는 Flow Runs와 Observer에서 확인하고 불명확한 전송은 자동 재시도하지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docs/plans/issue-19-github-chat-webhook-design.md</a:t>
            </a:r>
          </a:p>
          <a:p xmlns:a="http://schemas.openxmlformats.org/drawingml/2006/main">
            <a:r>
              <a:t>- docs/decisions/github-chat-webhook-contract.json</a:t>
            </a:r>
          </a:p>
          <a:p xmlns:a="http://schemas.openxmlformats.org/drawingml/2006/main">
            <a:r>
              <a:t>- docs/reports/issue-19-github-chat-webhook-validation.md</a:t>
            </a:r>
          </a:p>
          <a:p xmlns:a="http://schemas.openxmlformats.org/drawingml/2006/main">
            <a:r>
              <a:t>- docs/runbooks/github-chat-webhook.md</a:t>
            </a:r>
          </a:p>
          <a:p xmlns:a="http://schemas.openxmlformats.org/drawingml/2006/main">
            <a:r>
              <a:t>- https://github.com/ablecloud-team/ablestack-techflow/issues/19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 #19는 GitHub 이벤트를 검증 가능한 업무 결과로 연결한 첫 실증 Flow가 완료된 상태입니다.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docs/plans/issue-19-github-chat-webhook-design.md</a:t>
            </a:r>
          </a:p>
          <a:p xmlns:a="http://schemas.openxmlformats.org/drawingml/2006/main">
            <a:r>
              <a:t>- docs/decisions/github-chat-webhook-contract.json</a:t>
            </a:r>
          </a:p>
          <a:p xmlns:a="http://schemas.openxmlformats.org/drawingml/2006/main">
            <a:r>
              <a:t>- docs/reports/issue-19-github-chat-webhook-validation.md</a:t>
            </a:r>
          </a:p>
          <a:p xmlns:a="http://schemas.openxmlformats.org/drawingml/2006/main">
            <a:r>
              <a:t>- docs/runbooks/github-chat-webhook.md</a:t>
            </a:r>
          </a:p>
          <a:p xmlns:a="http://schemas.openxmlformats.org/drawingml/2006/main">
            <a:r>
              <a:t>- https://github.com/ablecloud-team/ablestack-techflow/issues/19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6233d7c75844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9d262fd1014c1f" /><Relationship Type="http://schemas.openxmlformats.org/officeDocument/2006/relationships/slideLayout" Target="/ppt/slideLayouts/slideLayout1.xml" Id="R218fc4a155054e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8fc4a155054e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7ed8cd9c44aae" /><Relationship Type="http://schemas.openxmlformats.org/officeDocument/2006/relationships/notesSlide" Target="/ppt/notesSlides/notesSlide1.xml" Id="R3b64ee48ae8e4f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38c8bb38745fc" /><Relationship Type="http://schemas.openxmlformats.org/officeDocument/2006/relationships/notesSlide" Target="/ppt/notesSlides/notesSlide2.xml" Id="R83e5b3bb26254c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55600a89c45d6" /><Relationship Type="http://schemas.openxmlformats.org/officeDocument/2006/relationships/notesSlide" Target="/ppt/notesSlides/notesSlide3.xml" Id="R10f77d60e02540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8792b7af14985" /><Relationship Type="http://schemas.openxmlformats.org/officeDocument/2006/relationships/notesSlide" Target="/ppt/notesSlides/notesSlide4.xml" Id="R93c25b5b271c48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4e29c562d40ae" /><Relationship Type="http://schemas.openxmlformats.org/officeDocument/2006/relationships/notesSlide" Target="/ppt/notesSlides/notesSlide5.xml" Id="R32b03fc430bb47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2cc57d1414deb" /><Relationship Type="http://schemas.openxmlformats.org/officeDocument/2006/relationships/notesSlide" Target="/ppt/notesSlides/notesSlide6.xml" Id="R2a9afc2f67cf4e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d8cc52397422d" /><Relationship Type="http://schemas.openxmlformats.org/officeDocument/2006/relationships/notesSlide" Target="/ppt/notesSlides/notesSlide7.xml" Id="R21164cee13114d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e2f73f07d4ae2" /><Relationship Type="http://schemas.openxmlformats.org/officeDocument/2006/relationships/notesSlide" Target="/ppt/notesSlides/notesSlide8.xml" Id="Rd935c283277e47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3f57178d84878" /><Relationship Type="http://schemas.openxmlformats.org/officeDocument/2006/relationships/notesSlide" Target="/ppt/notesSlides/notesSlide9.xml" Id="R1eede1bf919946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0cb3bc7664ff8" /><Relationship Type="http://schemas.openxmlformats.org/officeDocument/2006/relationships/notesSlide" Target="/ppt/notesSlides/notesSlide10.xml" Id="R30add2a17a0d499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EE9FD-B18E-4ED0-B668-360621E5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"/>
            <a:ext cx="666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ABLESTACK TECHFLOW · ISSUE #19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944CD-7DA2-491C-A6BF-B83C8FF9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9906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4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GitHub Webhook을</a:t>
            </a:r>
          </a:p>
          <a:p xmlns:a="http://schemas.openxmlformats.org/drawingml/2006/main">
            <a:pPr algn="l">
              <a:buNone/>
              <a:defRPr sz="54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업무 성공까지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BFD25-2D6B-457D-B7B8-680BFD6C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95825"/>
            <a:ext cx="819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Push·PR Merge → Activepieces → Synology Chat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C5CC3-4548-4957-A10A-8A1E025F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CBF99-3C39-44A2-9B41-95CE9174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Ubuntu 24.04 · Activepieces CE 0.86.3 · 2026-07-31</a:t>
            </a:r>
          </a:p>
        </p:txBody>
      </p:sp>
    </p:spTree>
    <p:extLst>
      <p:ext uri="{BB962C8B-B14F-4D97-AF65-F5344CB8AC3E}">
        <p14:creationId xmlns:p14="http://schemas.microsoft.com/office/powerpoint/2010/main" val="6543076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26C80-8258-4D6A-82CF-63E00669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8935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결과: HTTP 200 착시를 제거하고 실제 게시 성공을 검증했습니다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CBBAD-755E-4BED-88B4-8D1C8638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6698B-69EF-4F89-8B93-5BD14942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144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기존 직접 Hook을 HMAC 검증·중복 억제·Activepieces 실행·Chat 응답 판정 경로로 전환했습니다.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58E16-608A-48ED-AA88-BFED3412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54483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A4724-CF48-4AB9-8D24-F541919E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48577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최종 E2E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05CF1-33BC-448D-A972-4B67554B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4762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PR Merge 202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Push 202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Flow 2/2 Success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BB472-D9B1-44A3-90D9-9B270D96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55435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E17DCE-2760-41ED-BF57-EED6E714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447925"/>
            <a:ext cx="4953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보안 경계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2CAA6-CDCD-4107-8E72-AA26C6A3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962275"/>
            <a:ext cx="4857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HMAC Verified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Direct AP 404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Secrets 0 Leaks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6B94D-D42E-45E0-B300-E7C9F40A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113919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A8170-C91A-4450-9DEF-D6D05BC5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52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운영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8A07A-45E4-4C8B-A23B-70FF6612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7251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6/6 Healthy  |  Chat 2/2 Success  |  Other Hook Preserved</a:t>
            </a:r>
          </a:p>
        </p:txBody>
      </p:sp>
    </p:spTree>
    <p:extLst>
      <p:ext uri="{BB962C8B-B14F-4D97-AF65-F5344CB8AC3E}">
        <p14:creationId xmlns:p14="http://schemas.microsoft.com/office/powerpoint/2010/main" val="1232201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BC855-FE48-4C34-8587-52A8E0F4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정책·실행·프로토콜 책임을 세 계층으로 분리했습니다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664BC-95C4-4AB7-BBCC-AD1E3DFA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602DC-081D-40AE-B4AC-58723F83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Activepieces는 시각적 실행과 이력을 담당하고 TechFlow가 검증·Secret·성공 판정을 소유합니다.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1D7C6-C014-4F27-954B-3996BF5C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7A265-89AE-490A-B266-99E6C75E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666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E9AD0-110D-416A-85B0-D4433B64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667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Event Gateway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A83EF-7A21-4345-86D8-C27B2C0A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7241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GitHub HMAC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Allowlist · Normalize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7-day Dedup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26769-5142-496B-8B93-996B1968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2880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FA64C-AEC6-4716-8638-407E6760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76450"/>
            <a:ext cx="666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12F2A-6379-4C2C-9C66-3A746CE6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86050"/>
            <a:ext cx="2667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Activepieces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C59BF-A641-421B-BA00-818D3CC6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19450"/>
            <a:ext cx="27241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Catch Webhook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Visual Execution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Flow Runs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CF8CC-A0D1-497B-B167-65A37778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2880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7852E-5627-43FE-9C74-E70CFC82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666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E73ED-3AB1-4358-94F8-0B27A955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86050"/>
            <a:ext cx="2667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Chat Adapter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1C6B0D-C121-4580-9D53-3FD2BAC5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19450"/>
            <a:ext cx="27241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Protected Secret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600 ms Slot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success=true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2DCD6-27F9-488B-9D11-2F581B7E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876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책임 경계  |  GitHub 2xx = 접수, Flow SUCCEEDED + Chat success=true = 업무 성공</a:t>
            </a:r>
          </a:p>
        </p:txBody>
      </p:sp>
    </p:spTree>
    <p:extLst>
      <p:ext uri="{BB962C8B-B14F-4D97-AF65-F5344CB8AC3E}">
        <p14:creationId xmlns:p14="http://schemas.microsoft.com/office/powerpoint/2010/main" val="63913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BA5AF-24B4-4EE4-8654-5B8C2D7B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이벤트 계약은 입력·판정·출력을 기계적으로 고정합니다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4AA26-8423-42C4-BC3C-16269DD4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13D8B-234D-4223-A8D6-C9186B48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144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허용 이벤트와 응답을 명시해 GitHub Delivery와 업무 결과를 분리했습니다.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00050" y="1714500"/>
          <a:ext xmlns:a="http://schemas.openxmlformats.org/drawingml/2006/main" cx="11401425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2095500"/>
                <a:gridCol w="2095500"/>
                <a:gridCol w="4162425"/>
              </a:tblGrid>
              <a:tr h="449792">
                <a:tc>
                  <a:txBody>
                    <a:bodyPr/>
                    <a:lstStyle/>
                    <a:p>
                      <a:r>
                        <a:t>입력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조건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HTTP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업무 판정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Ping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Valid HMAC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Chat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Push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ablecloud-team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Run + Chat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PR Merge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closed + merged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Run + Chat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PR Close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merged=false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Ignored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Duplicate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Same Delivery 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Replay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Bad Signature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Mismatch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Rejected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Direct AP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/api/v1/webhooks/*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Blocked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Chat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2xx + success=true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SUCCEEDED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64AA2-FF16-42A9-BD86-FD450E49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628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원문 Payload·서명·Token은 증적에 저장하지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112501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5721FF-CBD3-4FB9-8A80-F18837A1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카나리에서 조직 Hook 전환까지 한 단계씩 통제했습니다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B0C49-F38A-4701-B999-C71EC515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5118E-F8F7-4005-ACD4-7B9BFB3E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각 단계는 백업·Health·전 단계 성공을 통과해야 다음으로 진행했습니다.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D74B3-6D4E-4D93-9054-CD4BB628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6E615-FC1C-45CF-BBA7-53C895FC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E9480-24BD-4E6D-A42C-144C2CBB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716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Build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8A11F-4691-4309-8866-E7D42C0A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9072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Gateway 0.2.0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D9D53-B09F-49A8-BEA8-FF308564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0030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25 Tests · Image 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22FF2-130D-41DF-92AE-CFBB8D54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6212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60C40-1268-4A79-B569-92A671F6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7167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EC27C5-52E4-469A-9214-4722D8F3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716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Deploy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F00EE8-077A-416E-A45A-57170A7B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99072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8425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Protected Runtime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D02B2C-B9D7-43A7-962A-089E5B55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Backup · Lock · Health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FFD58A-4EBC-4882-BF43-63AA0381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8087B-0CDF-41D7-A2A8-81BA2DC2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D807BD-D4CE-480C-88C9-E8DC6C70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52800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996CB-AF8C-4ED5-8D4B-D500B902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71850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Publish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85FBCB-7087-44F0-90DA-7B8096E9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81425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Catch → Chat Adapter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A26FF0-631A-4632-9B98-9EF52ACF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43250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39721A-2506-49B0-9ECF-7FFAC4AF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671A61-A324-4E03-B4E6-3E65FE98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52800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Canary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3263D7-2E15-4E36-9D67-3BBB3E1F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371850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Repo Hook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13BD74-3239-4178-BE7E-65C3FC3E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81425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Ping · Push · PR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0B9494-4048-41F4-BD88-733168E3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2437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350F23-693D-49D4-AC62-07D2BE0A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3392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4BEED3-5EB1-4A82-89ED-46F266C8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3392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Cutover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B73802-9A68-40D9-AC88-9DF3EBA2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5297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Org Hook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84701E-DDC2-4FA9-88BE-B4F02663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6255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Temp Hook Removed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4E5CE8-458E-43EF-9496-8BBEFA15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2437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0CF8EB-742B-4543-9133-C7A746A8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3392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1245E4-F803-4DEF-9F07-509E1184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3392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Verify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C30563-09C0-48AA-8B63-2A539C37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75297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Real Merge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F9512A-0BA0-4AD7-80F1-0C115547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6255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202 · 2 Runs · 2 Posts</a:t>
            </a:r>
          </a:p>
        </p:txBody>
      </p:sp>
    </p:spTree>
    <p:extLst>
      <p:ext uri="{BB962C8B-B14F-4D97-AF65-F5344CB8AC3E}">
        <p14:creationId xmlns:p14="http://schemas.microsoft.com/office/powerpoint/2010/main" val="13665578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0D67D5-DF5D-4C54-A9DB-DB36EC76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사설망 전체 대신 필요한 두 주소만 SSRF 예외로 허용했습니다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6BC46-26B6-46EB-900E-B07A8578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8F9CA-F2A9-4C4B-8C43-E307E88A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Worker는 격리 네트워크의 Activepieces 제어 API와 Chat Adapter만 접근합니다.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12F46-6B83-4CA2-B65A-C42B676D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971800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92168-0D3E-4A4A-81C6-50F01DEE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71800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7AFE3-78E6-4F1B-909C-60B967DB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71800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03CC4-EB2E-4AD5-84F6-5B0BD7C8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6240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8513D-1A21-4D46-AC8A-E06DF140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009775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19D05-A8AE-41A2-BA6B-24EF7267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62225"/>
            <a:ext cx="15240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Ingress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40DCE-952F-4D36-9539-9A4CFDCC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71800"/>
            <a:ext cx="1524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GitHub Endpoint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HMAC Required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3FE3F-964B-47BF-BAF0-BD919A1E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133600"/>
            <a:ext cx="2486025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32925-205D-4C6B-B9F4-C056E9FD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00300"/>
            <a:ext cx="19716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Activepieces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C72E7-69D4-4461-BB9C-F3F73121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43225"/>
            <a:ext cx="19716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Direct Webhook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External 404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1A758D-F54E-4582-B39B-C63D8A19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24100"/>
            <a:ext cx="24574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3FAFE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4CE148-F724-41B0-B2C8-13F09CFB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62225"/>
            <a:ext cx="19431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Control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19741-F93E-4D62-96B5-5E2622AC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48000"/>
            <a:ext cx="1943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172.30.19.9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Fixed Alias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2E193-A908-4283-979F-BE84CCE9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324100"/>
            <a:ext cx="16383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73DF87-4D18-4EED-8126-34A160E3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62225"/>
            <a:ext cx="1200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Chat Adapter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1B645D-6E3D-4960-AD8F-0FA3ABBF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0"/>
            <a:ext cx="1200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172.30.19.10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Fixed Alias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7C9691-B7B3-41CD-93B5-D1F19F42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2838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CCBC8D-4988-4E14-91B7-D00BA373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76800"/>
            <a:ext cx="230505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No Raw Payload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1F2154-C9C2-4C9D-B6C4-E3C593E0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19700"/>
            <a:ext cx="2305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No Blind Retry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0A97FF-BCB4-4EBE-8899-AE06B3A1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672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외부 경계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D55353-EEE1-4B7C-AD47-E7D1FA61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672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내부 경계</a:t>
            </a:r>
          </a:p>
        </p:txBody>
      </p:sp>
    </p:spTree>
    <p:extLst>
      <p:ext uri="{BB962C8B-B14F-4D97-AF65-F5344CB8AC3E}">
        <p14:creationId xmlns:p14="http://schemas.microsoft.com/office/powerpoint/2010/main" val="11649119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A5577D-4871-4696-B5A7-EDECB634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계약·실제 GitHub·운영 상태를 모두 검증했습니다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F56C6-093F-49C2-B564-6EE7CF04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4C9D8-F2AC-4C28-A23A-0700C123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3524250" cy="35814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79AE6-143F-4E8F-9710-3340A55B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57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5754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T01–T05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CFC18-BB73-49B4-A082-9AEB8AA4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수신 계약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644BA-0268-4463-9DBD-29BFC2EA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Valid Ping 200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Invalid HMAC 401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Accepted 202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Duplicate 200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Unmerged Ignore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61F2B-80F5-4EE2-B0BC-A308A247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3524250" cy="35814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D5A24-C4AA-4C57-9FB2-89D09753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24050"/>
            <a:ext cx="857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5754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T06–T10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C7E9A-A295-46DB-9B32-3004DB3D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09850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보안·실패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9AB8F9-B2B3-43C0-8FE6-9F026BBC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194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Direct AP 404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Other Org Rejected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200 false = FAILED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47 Files · 0 Leaks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25 Tests 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AA18A-00E2-4B4B-B8CF-B8BFC18E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57350"/>
            <a:ext cx="3524250" cy="35814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58CA2-9B0F-427E-B5FD-682A6BE5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2405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E2E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474BB-B8C7-4D6A-8BE0-B7230279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09850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조직 Hook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CB629F-7E6E-4A4D-B61F-398D9C3F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194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PR Merge 202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Push 202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Flow 2/2 SUCCEEDED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Chat 2/2 success=true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6/6 Healthy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E59655-61D1-4EA3-8B81-5F40AFFD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계약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2C028D-9995-416D-B962-6C8EA26F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724525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D98CF5-BCA8-43A9-A419-ECF79BF0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보안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B1A584-C93B-495C-8D4C-8B065E4C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7245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6EEB15-B349-49DC-A48D-500CC11C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5816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업무 성공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1667F1-9C29-4871-9EE5-85A3BABC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57245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</p:spPr>
      </p:sp>
    </p:spTree>
    <p:extLst>
      <p:ext uri="{BB962C8B-B14F-4D97-AF65-F5344CB8AC3E}">
        <p14:creationId xmlns:p14="http://schemas.microsoft.com/office/powerpoint/2010/main" val="5639540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2D6A2B-2E40-40C0-A97B-AC9A82C1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코드·Flow·운영 절차·증적을 하나의 제품 자산으로 묶었습니다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92829-1390-4AD6-9B9E-3C9A6EFF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D6764-3020-460E-8152-052DB952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다음 운영자는 같은 계약으로 배포·검증·중단·복구할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EA417-5A56-47F7-B679-B7F32882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543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5ED3E-0E61-47F3-8AFE-C9EC0E9A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333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실행 자산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275DB-FC12-4A36-908F-B17C25B3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857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Gateway 0.2.0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Flow Manifest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Verification Script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6BF9A-2C09-491B-A934-19433B46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90700"/>
            <a:ext cx="3543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A266B-CCD9-4ABE-B8C9-F991D9A0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764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운영 문서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82E5F-F3A3-4EF7-AB15-52EF6B06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86050"/>
            <a:ext cx="2857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Contract JSON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Deployment Runbook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Rollback Criteria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A9AC7-F1EA-4DB1-AF56-E20935B1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3543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C37A2-7A58-482F-BD14-70CBEF49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764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검증 증적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C7345-AFB0-4EC3-ACFB-CF2E643D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86050"/>
            <a:ext cx="2857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Markdown Report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PDF · PPTX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Artifact Manifest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ACD722-0D4C-414C-BE50-0C617598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09B91D-EE98-4D8B-96FF-8F140E19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보안 기준  |  Runtime-only Secrets · 7-day Dedup · 600 ms Slot · Fail Closed</a:t>
            </a:r>
          </a:p>
        </p:txBody>
      </p:sp>
    </p:spTree>
    <p:extLst>
      <p:ext uri="{BB962C8B-B14F-4D97-AF65-F5344CB8AC3E}">
        <p14:creationId xmlns:p14="http://schemas.microsoft.com/office/powerpoint/2010/main" val="131418453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776455-FC13-451C-B4CD-A5FBD1A6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운영은 감지·확인·중단·복구 순서로 처리합니다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E9953-46AD-4C7D-93EC-2E35741B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47D9E-796E-498A-883B-CBCF969B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실패 책임자가 정해지기 전에도 Activepieces와 Observer에서 원인을 확인할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5FCFD-C208-4E9F-AC87-FF599FC7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6230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C98E5-2E0D-4E60-BC95-44841FE7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76299-3531-463A-BF89-96F88C85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EEF62-8034-4A55-AE5D-21ADFBA8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96D5B9-066A-4407-A86A-7AEE3E4F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C0F53-882B-471E-8FE6-58F9DE56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CDC30-06F7-4E6B-9432-EB3E08B0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8ACE41-28AA-49B1-AD35-F128E2C9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992AC-E2ED-4201-8D57-FC393733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EA6C8-4F82-4990-8F97-E985BBF8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Detect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F4CB69-C727-4F50-ACAF-DCF10D09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Flow Run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Observer Warning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BB84A-CE40-4B87-B6BD-CF6BED61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Classify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34D941-FB4D-431A-B759-3777E25F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423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FAILED vs UNKNOWN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No Blind Retry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C49A0F-4A98-4689-808E-E169CC40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Stop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48E3CC-DE56-424F-ABE0-8CFD0393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Disable Org Hook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Disable 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1BDBAE-D211-487C-9FB5-868A89ED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Recover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9297C2-4ABB-491B-A666-17E18819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Previous Lock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Preserve Volumes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F18BB9-616B-4AD5-9A2B-2E0630BE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3919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C59DDF-1419-471F-8C30-A314E89C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08204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완료 기준 = 다른 Hook 보존 + Secret 누출 0 + 동일 계약으로 재검증 가능</a:t>
            </a:r>
          </a:p>
        </p:txBody>
      </p:sp>
    </p:spTree>
    <p:extLst>
      <p:ext uri="{BB962C8B-B14F-4D97-AF65-F5344CB8AC3E}">
        <p14:creationId xmlns:p14="http://schemas.microsoft.com/office/powerpoint/2010/main" val="107129334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2A986-4257-4BD0-9F33-8D5ACFFD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620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최종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63DBB-8F7E-4C46-B6B7-25A5D5F9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08585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4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GitHub 이벤트를</a:t>
            </a:r>
          </a:p>
          <a:p xmlns:a="http://schemas.openxmlformats.org/drawingml/2006/main">
            <a:pPr algn="l">
              <a:buNone/>
              <a:defRPr sz="44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검증 가능한 업무 성공으로 전환했습니다.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6C677-4100-47D9-8FC8-D33A43D4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11391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BE370-8BD6-41D5-B1AB-6ED4E8E6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619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ISSUE #19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9894D-13FA-447B-9FDD-23632E1D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10725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VALIDATED · PR MERGE + PUSH · 2/2 FLOWS · 2/2 CHAT · 6/6 HEALTHY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000B4-AE2D-4E6C-93AC-F998C288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11F15-05A5-4CFC-B018-A813A365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ABLESTACK TechFlow · First Internal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2E9F4-EEC3-4CD4-A1FE-A2B3BF3E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981700"/>
            <a:ext cx="26955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Issue #19 · 2026-07-31</a:t>
            </a:r>
          </a:p>
        </p:txBody>
      </p:sp>
    </p:spTree>
    <p:extLst>
      <p:ext uri="{BB962C8B-B14F-4D97-AF65-F5344CB8AC3E}">
        <p14:creationId xmlns:p14="http://schemas.microsoft.com/office/powerpoint/2010/main" val="17634668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2026-07-31T14:39:43.3970000Z</dcterms:created>
  <dcterms:modified xsi:type="dcterms:W3CDTF">2026-07-31T14:39:43.3970000Z</dcterms:modified>
</coreProperties>
</file>