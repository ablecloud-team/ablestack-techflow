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c9322a92ab4e8f" /><Relationship Type="http://schemas.openxmlformats.org/officeDocument/2006/relationships/extended-properties" Target="/docProps/app.xml" Id="Rab78f05c954546d9" /><Relationship Type="http://schemas.openxmlformats.org/officeDocument/2006/relationships/officeDocument" Target="/ppt/presentation.xml" Id="Rbaf480623f834e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2b99a30bc74924"/>
  </p:sldMasterIdLst>
  <p:notesMasterIdLst>
    <p:notesMasterId xmlns:r="http://schemas.openxmlformats.org/officeDocument/2006/relationships" r:id="R0949734769ce4f35"/>
  </p:notesMasterIdLst>
  <p:sldIdLst>
    <p:sldId xmlns:r="http://schemas.openxmlformats.org/officeDocument/2006/relationships" id="256" r:id="R7872a18514dc4bb2"/>
    <p:sldId xmlns:r="http://schemas.openxmlformats.org/officeDocument/2006/relationships" id="257" r:id="R3e785931034f44c6"/>
    <p:sldId xmlns:r="http://schemas.openxmlformats.org/officeDocument/2006/relationships" id="258" r:id="Racf56c5bc4fe44ee"/>
    <p:sldId xmlns:r="http://schemas.openxmlformats.org/officeDocument/2006/relationships" id="259" r:id="Rb76c1399a8364b56"/>
    <p:sldId xmlns:r="http://schemas.openxmlformats.org/officeDocument/2006/relationships" id="260" r:id="R2cc94857330841d3"/>
    <p:sldId xmlns:r="http://schemas.openxmlformats.org/officeDocument/2006/relationships" id="261" r:id="R18a3fdf87a30456d"/>
    <p:sldId xmlns:r="http://schemas.openxmlformats.org/officeDocument/2006/relationships" id="262" r:id="Rffc13eb52b8c42cd"/>
    <p:sldId xmlns:r="http://schemas.openxmlformats.org/officeDocument/2006/relationships" id="263" r:id="R354c7f4813fc4e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bf2a075dca4155" /><Relationship Type="http://schemas.openxmlformats.org/officeDocument/2006/relationships/slideMaster" Target="/ppt/slideMasters/slideMaster1.xml" Id="Rbd2b99a30bc74924" /><Relationship Type="http://schemas.openxmlformats.org/officeDocument/2006/relationships/notesMaster" Target="/ppt/notesMasters/notesMaster1.xml" Id="R0949734769ce4f35" /><Relationship Type="http://schemas.openxmlformats.org/officeDocument/2006/relationships/presProps" Target="/ppt/presProps.xml" Id="R4c9ebcc0442a42fd" /><Relationship Type="http://schemas.openxmlformats.org/officeDocument/2006/relationships/tableStyles" Target="/ppt/tableStyles.xml" Id="R437cd60eec814a2a" /><Relationship Type="http://schemas.openxmlformats.org/officeDocument/2006/relationships/slide" Target="/ppt/slides/slide1.xml" Id="R7872a18514dc4bb2" /><Relationship Type="http://schemas.openxmlformats.org/officeDocument/2006/relationships/slide" Target="/ppt/slides/slide2.xml" Id="R3e785931034f44c6" /><Relationship Type="http://schemas.openxmlformats.org/officeDocument/2006/relationships/slide" Target="/ppt/slides/slide3.xml" Id="Racf56c5bc4fe44ee" /><Relationship Type="http://schemas.openxmlformats.org/officeDocument/2006/relationships/slide" Target="/ppt/slides/slide4.xml" Id="Rb76c1399a8364b56" /><Relationship Type="http://schemas.openxmlformats.org/officeDocument/2006/relationships/slide" Target="/ppt/slides/slide5.xml" Id="R2cc94857330841d3" /><Relationship Type="http://schemas.openxmlformats.org/officeDocument/2006/relationships/slide" Target="/ppt/slides/slide6.xml" Id="R18a3fdf87a30456d" /><Relationship Type="http://schemas.openxmlformats.org/officeDocument/2006/relationships/slide" Target="/ppt/slides/slide7.xml" Id="Rffc13eb52b8c42cd" /><Relationship Type="http://schemas.openxmlformats.org/officeDocument/2006/relationships/slide" Target="/ppt/slides/slide8.xml" Id="R354c7f4813fc4e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202bca6fc245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e84a94dd3d4b0d" /><Relationship Type="http://schemas.openxmlformats.org/officeDocument/2006/relationships/notesMaster" Target="/ppt/notesMasters/notesMaster1.xml" Id="R796111cd39944c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3624bb7ab74008" /><Relationship Type="http://schemas.openxmlformats.org/officeDocument/2006/relationships/notesMaster" Target="/ppt/notesMasters/notesMaster1.xml" Id="R0ebc4bb9fb444b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22de6057f44d29" /><Relationship Type="http://schemas.openxmlformats.org/officeDocument/2006/relationships/notesMaster" Target="/ppt/notesMasters/notesMaster1.xml" Id="R24be4b6fb4944d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18278817d24d3f" /><Relationship Type="http://schemas.openxmlformats.org/officeDocument/2006/relationships/notesMaster" Target="/ppt/notesMasters/notesMaster1.xml" Id="Rf856fc42c86a4b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4723f9fe814d96" /><Relationship Type="http://schemas.openxmlformats.org/officeDocument/2006/relationships/notesMaster" Target="/ppt/notesMasters/notesMaster1.xml" Id="R53fc352855f740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b5ee1babb34eb7" /><Relationship Type="http://schemas.openxmlformats.org/officeDocument/2006/relationships/notesMaster" Target="/ppt/notesMasters/notesMaster1.xml" Id="R63835be58c3e40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2b7eac51cc4519" /><Relationship Type="http://schemas.openxmlformats.org/officeDocument/2006/relationships/notesMaster" Target="/ppt/notesMasters/notesMaster1.xml" Id="R3992c9e33bf145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ecb28f958b471b" /><Relationship Type="http://schemas.openxmlformats.org/officeDocument/2006/relationships/notesMaster" Target="/ppt/notesMasters/notesMaster1.xml" Id="Rcee7f23fb01d4c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docs/reports/issue-21-community-assist-validation.md</a:t>
            </a:r>
          </a:p>
          <a:p xmlns:a="http://schemas.openxmlformats.org/drawingml/2006/main">
            <a:r>
              <a:t>- docs/plans/issue-21-community-assist-design.md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docs/plans/issue-21-community-assist-design.md#3</a:t>
            </a:r>
          </a:p>
          <a:p xmlns:a="http://schemas.openxmlformats.org/drawingml/2006/main">
            <a:r>
              <a:t>- deploy/compose/activepieces/flows/community-assist-v1.json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docs/reports/issue-21-community-assist-validation.md#8</a:t>
            </a:r>
          </a:p>
          <a:p xmlns:a="http://schemas.openxmlformats.org/drawingml/2006/main">
            <a:r>
              <a:t>- services/ai-gateway/tests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docs/reports/issue-21-community-assist-validation.md#82</a:t>
            </a:r>
          </a:p>
          <a:p xmlns:a="http://schemas.openxmlformats.org/drawingml/2006/main">
            <a:r>
              <a:t>- https://community.ablecloud.io/d/142/311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docs/reports/issue-21-community-assist-validation.md#83</a:t>
            </a:r>
          </a:p>
          <a:p xmlns:a="http://schemas.openxmlformats.org/drawingml/2006/main">
            <a:r>
              <a:t>- ablecloud-team/ablestack-docs@50d50ad6c8c548dc58db866ca28b4cbb43cc74d0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docs/reports/issue-21-community-assist-validation.md#9</a:t>
            </a:r>
          </a:p>
          <a:p xmlns:a="http://schemas.openxmlformats.org/drawingml/2006/main">
            <a:r>
              <a:t>- docs/runbooks/community-assist.md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docs/reports/issue-21-community-assist-validation.md#6</a:t>
            </a:r>
          </a:p>
          <a:p xmlns:a="http://schemas.openxmlformats.org/drawingml/2006/main">
            <a:r>
              <a:t>- deploy/compose/activepieces/protected-services.json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docs/reports/issue-21-community-assist-validation.md#12</a:t>
            </a:r>
          </a:p>
          <a:p xmlns:a="http://schemas.openxmlformats.org/drawingml/2006/main">
            <a:r>
              <a:t>- GitHub Issue #21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80095d71549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a47d5d45d84fb5" /><Relationship Type="http://schemas.openxmlformats.org/officeDocument/2006/relationships/slideLayout" Target="/ppt/slideLayouts/slideLayout1.xml" Id="Ra9b6037f4f4644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b6037f4f4644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493010fd44495" /><Relationship Type="http://schemas.openxmlformats.org/officeDocument/2006/relationships/notesSlide" Target="/ppt/notesSlides/notesSlide1.xml" Id="Rd632a7fd7f4443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61abceb5341c0" /><Relationship Type="http://schemas.openxmlformats.org/officeDocument/2006/relationships/notesSlide" Target="/ppt/notesSlides/notesSlide2.xml" Id="R97600c97a71e4b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567b98d864e8f" /><Relationship Type="http://schemas.openxmlformats.org/officeDocument/2006/relationships/notesSlide" Target="/ppt/notesSlides/notesSlide3.xml" Id="R5b59ad440b1944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2e7f61dc049a4" /><Relationship Type="http://schemas.openxmlformats.org/officeDocument/2006/relationships/notesSlide" Target="/ppt/notesSlides/notesSlide4.xml" Id="Rf7070eb0512e45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e9010948443aa" /><Relationship Type="http://schemas.openxmlformats.org/officeDocument/2006/relationships/notesSlide" Target="/ppt/notesSlides/notesSlide5.xml" Id="R64f0e581021346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93d93f4cf45df" /><Relationship Type="http://schemas.openxmlformats.org/officeDocument/2006/relationships/notesSlide" Target="/ppt/notesSlides/notesSlide6.xml" Id="R2844f76a4fca43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425ec834d413f" /><Relationship Type="http://schemas.openxmlformats.org/officeDocument/2006/relationships/notesSlide" Target="/ppt/notesSlides/notesSlide7.xml" Id="Re68b3c5cd95041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1d44cdb164d67" /><Relationship Type="http://schemas.openxmlformats.org/officeDocument/2006/relationships/notesSlide" Target="/ppt/notesSlides/notesSlide8.xml" Id="R5995f73b672c40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B360307-CCB2-4C57-A4CB-73D2DF0A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Community 질문 답변
Flow 구현 완료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EDA57D8-47C2-4335-B879-A4297B10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새 질문 수집 · 근거 기반 초안 · 담당자 승인 · 멱등 게시
2026-08-12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73B9123-7167-42CA-B929-2E6318FB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ABLESTACK TECHFLOW · ISSUE #21</a:t>
            </a:r>
          </a:p>
        </p:txBody>
      </p:sp>
    </p:spTree>
    <p:extLst>
      <p:ext uri="{BB962C8B-B14F-4D97-AF65-F5344CB8AC3E}">
        <p14:creationId xmlns:p14="http://schemas.microsoft.com/office/powerpoint/2010/main" val="8146370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09AFBC2-2568-417F-A160-EB378FA2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159975B-33F4-4D38-9EFA-B641CF2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정책과 상태는 Gateway가, 순서 실행은 Activepieces가 담당합니다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2FCABA3-7308-4055-84D0-3590E792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393A871-00DC-45DD-8ADC-BB6076E7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BCD6B27-66F5-4ED6-A09D-8985DBDB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674DA6B-DCB9-4E41-918A-76C67CF6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01 · 수집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7E8DB1D-2C90-4D9B-ACE7-25F7B206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02 · 생성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365193F-AB51-4D83-8A69-59FC3433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03 · 검토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3D083811-7F4D-498D-8B1F-129D6FF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RAG + Responses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ABLESTACK 문서·코드 검색
Citation 포함 초안 생성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27EC260-3750-419B-B4A1-5280C942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Flarum Poller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새 미답변 질문만 정규화
첨부는 Artifact ID로 변환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1D98F85-EA1E-4A9C-8861-D1FFB06A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승인 후 게시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현재 Draft Version만 승인
AI-Assistant로 1회 게시</a:t>
            </a:r>
          </a:p>
        </p:txBody>
      </p:sp>
    </p:spTree>
    <p:extLst>
      <p:ext uri="{BB962C8B-B14F-4D97-AF65-F5344CB8AC3E}">
        <p14:creationId xmlns:p14="http://schemas.microsoft.com/office/powerpoint/2010/main" val="4744523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B9FB217-4BBA-4DB5-BB62-3AC99823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6754E66-0678-4418-8A05-2BFF2A83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B89D82CC-9B43-4CA8-9FA8-31DE52C7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C7A7666-0AD0-480E-9956-05A9943B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80DB6E1-4A36-4397-A4FA-27302947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실제 시험은 생성·게시·회귀 세 Gate를 모두 통과했습니다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BABF256-600C-42D2-AF22-0DF7CB85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Citation
승인 답변 근거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3128138-8C33-4ADF-9116-9119F67B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회귀 테스트
전체 통과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F3DA3EA2-56F7-4677-8326-7BC58EF6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Draft 문자
Version 1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D402202E-1E03-48B2-88F3-AFD22423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6D42BE7-9345-4943-BC74-F34BD278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1,513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F7CC7897-35D8-480F-A51F-D88974E2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129/129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C895FC9-9A90-4A64-98FC-221DACB1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실측 결과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답변 가능한 질문과 근거 부족 질문을 모두 시험해 자동 게시 안전성을 확인했습니다.</a:t>
            </a:r>
          </a:p>
        </p:txBody>
      </p:sp>
    </p:spTree>
    <p:extLst>
      <p:ext uri="{BB962C8B-B14F-4D97-AF65-F5344CB8AC3E}">
        <p14:creationId xmlns:p14="http://schemas.microsoft.com/office/powerpoint/2010/main" val="3142751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21E1C9D-8DF2-425E-8843-2E6C9B56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837661F-7A14-4939-9A81-05CDC42F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답변 가능 질문은 게시하고 근거 부족 질문은 안전하게 보류했습니다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0A73C67-6659-42F7-A25D-C3BBF8A1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#142 · ANSWERED → PUBLISHED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질문: Cube 네트워크 본딩의 목적은 무엇인가?
처리량과 중복성을 설명하고 3개 Line Citation을 제시했습니다. dhslove 승인 후 Flarum Post #311로 게시됐습니다.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A794610E-6196-49CA-B838-C624BAF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#141 · ABSTAINED → REJECTED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질문: VM 시작 실패 시 무엇을 확인해야 하는가?
검색 결과는 있었지만 답변 생성 기준을 충족하지 못했습니다. 반려 후 댓글 수 1로 유지되어 AI 답변이 게시되지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2638519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971C0A6-03F1-4071-BD31-EA62CF0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3B31F4F-7E09-4162-BEBC-96D56948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승인 답변은 근거와 운영 선택 조건을 함께 제시했습니다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24170DE-4990-42BA-B9DB-ACBD9F2D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핵심 답변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여러 물리 인터페이스를 하나의 논리 인터페이스로 통합해 처리량을 높이고 링크 장애에 대비한 중복성을 제공합니다. 활성-백업 또는 트래픽 로드밸런싱을 구성할 수 있습니다.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A2C47B1E-ECC5-497F-B291-0C4B58E3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근거와 안전 장치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ablestack-docs의 networking.md와 book-of-cell.md를 고정 Commit·Line으로 인용했습니다. 모드에 따라 스위치 링크 집계 설정이 필요할 수 있음을 함께 안내했습니다.</a:t>
            </a:r>
          </a:p>
        </p:txBody>
      </p:sp>
    </p:spTree>
    <p:extLst>
      <p:ext uri="{BB962C8B-B14F-4D97-AF65-F5344CB8AC3E}">
        <p14:creationId xmlns:p14="http://schemas.microsoft.com/office/powerpoint/2010/main" val="11418560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94F981D-3FA3-4C8E-85DF-7350DB3A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0507ADE-9CA5-41A3-9493-60624B27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시험망 장애 두 건을 운영 경계로 고정해 복구 가능성을 높였습니다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17E4F31-6B34-4A26-BE09-AD36B33A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470BD47-3E16-4ABA-8320-1B8B2599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3720297-6821-4CD5-8A82-98D69AB1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3C21232-0F35-42D6-BED9-82457D54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ROUTE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ACD70D8-10DD-4299-8D81-53266B73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5E7349E-4405-4994-B237-C3792382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REPLAY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5439213-599C-4FD6-9C37-CE4AF611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Volume 권한 고정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Init Container가
UID 10001·0700 적용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376F12D-332F-4BE8-9EC9-3586BE3D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NAT hairpin 제거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Flarum 내부 API와
공개 HTTPS URL 분리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4D6EA35-B2D2-4290-9997-EDBE3844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중복 게시 방지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동일 승인 재처리에도
Post #311·댓글 2 유지</a:t>
            </a:r>
          </a:p>
        </p:txBody>
      </p:sp>
    </p:spTree>
    <p:extLst>
      <p:ext uri="{BB962C8B-B14F-4D97-AF65-F5344CB8AC3E}">
        <p14:creationId xmlns:p14="http://schemas.microsoft.com/office/powerpoint/2010/main" val="17855728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AB4F353-B46C-41F8-B4EC-7494A6A1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ABD36E7-BDF4-4C09-A757-A63B4BC7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백업·Secret·보호 가드까지 같은 완료 기준으로 검증했습니다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0777CEE-A681-4C89-927D-12DCD04F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복구 자산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Flarum DB·config·Nginx와 AI Gateway DB·Compose·Source·Image 정보를 사전 백업했습니다. SHA-256 검증을 완료했고 Down Migration은 명시적 승인 후에만 실행합니다.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350C942D-77F2-4336-A5A5-95BC9D4D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변경 차단 경계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자격정보는 GitHub Secrets와 런타임 파일로만 사용했습니다. github-chat-v1은 FROZEN 상태와 Flow ID·Published Version을 그대로 유지했고 보호 가드가 통과했습니다.</a:t>
            </a:r>
          </a:p>
        </p:txBody>
      </p:sp>
    </p:spTree>
    <p:extLst>
      <p:ext uri="{BB962C8B-B14F-4D97-AF65-F5344CB8AC3E}">
        <p14:creationId xmlns:p14="http://schemas.microsoft.com/office/powerpoint/2010/main" val="5414413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BD9DE7E-6558-4EAD-8CFF-53434049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사내 실증을 시작할
기준선이 준비됐습니다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C2B4018-CAE7-433C-BFE9-1B49C124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다음: 4주 운영 관측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승인·반려·편집률 측정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Source 보강 요구 수집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943C980-DB25-4789-B6ED-7C2F5EDD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ISSUE #21</a:t>
            </a:r>
          </a:p>
        </p:txBody>
      </p:sp>
    </p:spTree>
    <p:extLst>
      <p:ext uri="{BB962C8B-B14F-4D97-AF65-F5344CB8AC3E}">
        <p14:creationId xmlns:p14="http://schemas.microsoft.com/office/powerpoint/2010/main" val="1003365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2026-08-12T06:09:15.1110000Z</dcterms:created>
  <dcterms:modified xsi:type="dcterms:W3CDTF">2026-08-12T06:09:15.1110000Z</dcterms:modified>
</coreProperties>
</file>