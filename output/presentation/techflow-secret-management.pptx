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06b4ec8e5f4a5f" /><Relationship Type="http://schemas.openxmlformats.org/officeDocument/2006/relationships/extended-properties" Target="/docProps/app.xml" Id="R57565d390ec945df" /><Relationship Type="http://schemas.openxmlformats.org/officeDocument/2006/relationships/officeDocument" Target="/ppt/presentation.xml" Id="Rd652814524124f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0a7357157c4b64"/>
  </p:sldMasterIdLst>
  <p:notesMasterIdLst>
    <p:notesMasterId xmlns:r="http://schemas.openxmlformats.org/officeDocument/2006/relationships" r:id="R82c22030b89444dc"/>
  </p:notesMasterIdLst>
  <p:sldIdLst>
    <p:sldId xmlns:r="http://schemas.openxmlformats.org/officeDocument/2006/relationships" id="256" r:id="R0f30891a82804180"/>
    <p:sldId xmlns:r="http://schemas.openxmlformats.org/officeDocument/2006/relationships" id="257" r:id="Ra60b5ddb96d146a2"/>
    <p:sldId xmlns:r="http://schemas.openxmlformats.org/officeDocument/2006/relationships" id="258" r:id="R06088cee7b604f80"/>
    <p:sldId xmlns:r="http://schemas.openxmlformats.org/officeDocument/2006/relationships" id="259" r:id="R73c7c747d8a04448"/>
    <p:sldId xmlns:r="http://schemas.openxmlformats.org/officeDocument/2006/relationships" id="260" r:id="R22ef4d8da3524619"/>
    <p:sldId xmlns:r="http://schemas.openxmlformats.org/officeDocument/2006/relationships" id="261" r:id="Rcfdb0233a50b4d79"/>
    <p:sldId xmlns:r="http://schemas.openxmlformats.org/officeDocument/2006/relationships" id="262" r:id="Rbd842d4848ae4f25"/>
    <p:sldId xmlns:r="http://schemas.openxmlformats.org/officeDocument/2006/relationships" id="263" r:id="R4175bb94b10f46d0"/>
    <p:sldId xmlns:r="http://schemas.openxmlformats.org/officeDocument/2006/relationships" id="264" r:id="R819165cba61d408d"/>
    <p:sldId xmlns:r="http://schemas.openxmlformats.org/officeDocument/2006/relationships" id="265" r:id="Rf3bfb48faad143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b0f3b3f61d4359" /><Relationship Type="http://schemas.openxmlformats.org/officeDocument/2006/relationships/slideMaster" Target="/ppt/slideMasters/slideMaster1.xml" Id="Rae0a7357157c4b64" /><Relationship Type="http://schemas.openxmlformats.org/officeDocument/2006/relationships/notesMaster" Target="/ppt/notesMasters/notesMaster1.xml" Id="R82c22030b89444dc" /><Relationship Type="http://schemas.openxmlformats.org/officeDocument/2006/relationships/presProps" Target="/ppt/presProps.xml" Id="Ra310627a9a9c45df" /><Relationship Type="http://schemas.openxmlformats.org/officeDocument/2006/relationships/tableStyles" Target="/ppt/tableStyles.xml" Id="R1b531d2e9afe4921" /><Relationship Type="http://schemas.openxmlformats.org/officeDocument/2006/relationships/slide" Target="/ppt/slides/slide1.xml" Id="R0f30891a82804180" /><Relationship Type="http://schemas.openxmlformats.org/officeDocument/2006/relationships/slide" Target="/ppt/slides/slide2.xml" Id="Ra60b5ddb96d146a2" /><Relationship Type="http://schemas.openxmlformats.org/officeDocument/2006/relationships/slide" Target="/ppt/slides/slide3.xml" Id="R06088cee7b604f80" /><Relationship Type="http://schemas.openxmlformats.org/officeDocument/2006/relationships/slide" Target="/ppt/slides/slide4.xml" Id="R73c7c747d8a04448" /><Relationship Type="http://schemas.openxmlformats.org/officeDocument/2006/relationships/slide" Target="/ppt/slides/slide5.xml" Id="R22ef4d8da3524619" /><Relationship Type="http://schemas.openxmlformats.org/officeDocument/2006/relationships/slide" Target="/ppt/slides/slide6.xml" Id="Rcfdb0233a50b4d79" /><Relationship Type="http://schemas.openxmlformats.org/officeDocument/2006/relationships/slide" Target="/ppt/slides/slide7.xml" Id="Rbd842d4848ae4f25" /><Relationship Type="http://schemas.openxmlformats.org/officeDocument/2006/relationships/slide" Target="/ppt/slides/slide8.xml" Id="R4175bb94b10f46d0" /><Relationship Type="http://schemas.openxmlformats.org/officeDocument/2006/relationships/slide" Target="/ppt/slides/slide9.xml" Id="R819165cba61d408d" /><Relationship Type="http://schemas.openxmlformats.org/officeDocument/2006/relationships/slide" Target="/ppt/slides/slide10.xml" Id="Rf3bfb48faad143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cb375e0c5f4e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3f3023cd29415d" /><Relationship Type="http://schemas.openxmlformats.org/officeDocument/2006/relationships/notesMaster" Target="/ppt/notesMasters/notesMaster1.xml" Id="Rfcec72765a0545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80a0a444974d15" /><Relationship Type="http://schemas.openxmlformats.org/officeDocument/2006/relationships/notesMaster" Target="/ppt/notesMasters/notesMaster1.xml" Id="R02d3a8bae52b44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eb00a17a714d64" /><Relationship Type="http://schemas.openxmlformats.org/officeDocument/2006/relationships/notesMaster" Target="/ppt/notesMasters/notesMaster1.xml" Id="R42105d1e862b4f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0392c04f4d41f7" /><Relationship Type="http://schemas.openxmlformats.org/officeDocument/2006/relationships/notesMaster" Target="/ppt/notesMasters/notesMaster1.xml" Id="Rd62f37b6ef0e4c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e4f31dded44bdf" /><Relationship Type="http://schemas.openxmlformats.org/officeDocument/2006/relationships/notesMaster" Target="/ppt/notesMasters/notesMaster1.xml" Id="R610c7139ab9145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02cb0f2a38429b" /><Relationship Type="http://schemas.openxmlformats.org/officeDocument/2006/relationships/notesMaster" Target="/ppt/notesMasters/notesMaster1.xml" Id="R86f2e0cf65b34b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0b5e2c3c494c4f" /><Relationship Type="http://schemas.openxmlformats.org/officeDocument/2006/relationships/notesMaster" Target="/ppt/notesMasters/notesMaster1.xml" Id="R5b60e0947d8848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4ffbac7c14438e" /><Relationship Type="http://schemas.openxmlformats.org/officeDocument/2006/relationships/notesMaster" Target="/ppt/notesMasters/notesMaster1.xml" Id="R8fa60a923fb84b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43cbde23954302" /><Relationship Type="http://schemas.openxmlformats.org/officeDocument/2006/relationships/notesMaster" Target="/ppt/notesMasters/notesMaster1.xml" Id="R185e89572f9b44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3369a7fe6a4d8c" /><Relationship Type="http://schemas.openxmlformats.org/officeDocument/2006/relationships/notesMaster" Target="/ppt/notesMasters/notesMaster1.xml" Id="R3c1ac975613c48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#15는 Secret 저장·주입·교체·폐기와 사고 대응을 실서버에 구현하고 검증한 작업입니다.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docs/adr/0002-techflow-secret-lifecycle.md</a:t>
            </a:r>
          </a:p>
          <a:p xmlns:a="http://schemas.openxmlformats.org/drawingml/2006/main">
            <a:r>
              <a:t>- docs/decisions/techflow-secret-management.json</a:t>
            </a:r>
          </a:p>
          <a:p xmlns:a="http://schemas.openxmlformats.org/drawingml/2006/main">
            <a:r>
              <a:t>- docs/reports/issue-15-secret-management-validation.md</a:t>
            </a:r>
          </a:p>
          <a:p xmlns:a="http://schemas.openxmlformats.org/drawingml/2006/main">
            <a:r>
              <a:t>- docs/runbooks/secret-lifecycle.md</a:t>
            </a:r>
          </a:p>
          <a:p xmlns:a="http://schemas.openxmlformats.org/drawingml/2006/main">
            <a:r>
              <a:t>- https://github.com/ablecloud-team/ablestack-techflow/issues/15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완료 판정은 보호 저장소, Grace Period, 폐기, 노출 0건과 재부팅 복구를 포함합니다.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docs/adr/0002-techflow-secret-lifecycle.md</a:t>
            </a:r>
          </a:p>
          <a:p xmlns:a="http://schemas.openxmlformats.org/drawingml/2006/main">
            <a:r>
              <a:t>- docs/decisions/techflow-secret-management.json</a:t>
            </a:r>
          </a:p>
          <a:p xmlns:a="http://schemas.openxmlformats.org/drawingml/2006/main">
            <a:r>
              <a:t>- docs/reports/issue-15-secret-management-validation.md</a:t>
            </a:r>
          </a:p>
          <a:p xmlns:a="http://schemas.openxmlformats.org/drawingml/2006/main">
            <a:r>
              <a:t>- docs/runbooks/secret-lifecycle.md</a:t>
            </a:r>
          </a:p>
          <a:p xmlns:a="http://schemas.openxmlformats.org/drawingml/2006/main">
            <a:r>
              <a:t>- https://github.com/ablecloud-team/ablestack-techflow/issues/15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Secret 수명주기 권위는 TechFlow에 두고 Activepieces는 실행 시 주입된 값을 사용합니다.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docs/adr/0002-techflow-secret-lifecycle.md</a:t>
            </a:r>
          </a:p>
          <a:p xmlns:a="http://schemas.openxmlformats.org/drawingml/2006/main">
            <a:r>
              <a:t>- docs/decisions/techflow-secret-management.json</a:t>
            </a:r>
          </a:p>
          <a:p xmlns:a="http://schemas.openxmlformats.org/drawingml/2006/main">
            <a:r>
              <a:t>- docs/reports/issue-15-secret-management-validation.md</a:t>
            </a:r>
          </a:p>
          <a:p xmlns:a="http://schemas.openxmlformats.org/drawingml/2006/main">
            <a:r>
              <a:t>- docs/runbooks/secret-lifecycle.md</a:t>
            </a:r>
          </a:p>
          <a:p xmlns:a="http://schemas.openxmlformats.org/drawingml/2006/main">
            <a:r>
              <a:t>- https://github.com/ablecloud-team/ablestack-techflow/issues/15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Secret 유형별 영향에 따라 교체 방식과 사고 대응을 분리했습니다.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docs/adr/0002-techflow-secret-lifecycle.md</a:t>
            </a:r>
          </a:p>
          <a:p xmlns:a="http://schemas.openxmlformats.org/drawingml/2006/main">
            <a:r>
              <a:t>- docs/decisions/techflow-secret-management.json</a:t>
            </a:r>
          </a:p>
          <a:p xmlns:a="http://schemas.openxmlformats.org/drawingml/2006/main">
            <a:r>
              <a:t>- docs/reports/issue-15-secret-management-validation.md</a:t>
            </a:r>
          </a:p>
          <a:p xmlns:a="http://schemas.openxmlformats.org/drawingml/2006/main">
            <a:r>
              <a:t>- docs/runbooks/secret-lifecycle.md</a:t>
            </a:r>
          </a:p>
          <a:p xmlns:a="http://schemas.openxmlformats.org/drawingml/2006/main">
            <a:r>
              <a:t>- https://github.com/ablecloud-team/ablestack-techflow/issues/15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운영자는 동일 Runbook으로 저장, 교체, 폐기, 복구와 감사를 반복할 수 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docs/adr/0002-techflow-secret-lifecycle.md</a:t>
            </a:r>
          </a:p>
          <a:p xmlns:a="http://schemas.openxmlformats.org/drawingml/2006/main">
            <a:r>
              <a:t>- docs/decisions/techflow-secret-management.json</a:t>
            </a:r>
          </a:p>
          <a:p xmlns:a="http://schemas.openxmlformats.org/drawingml/2006/main">
            <a:r>
              <a:t>- docs/reports/issue-15-secret-management-validation.md</a:t>
            </a:r>
          </a:p>
          <a:p xmlns:a="http://schemas.openxmlformats.org/drawingml/2006/main">
            <a:r>
              <a:t>- docs/runbooks/secret-lifecycle.md</a:t>
            </a:r>
          </a:p>
          <a:p xmlns:a="http://schemas.openxmlformats.org/drawingml/2006/main">
            <a:r>
              <a:t>- https://github.com/ablecloud-team/ablestack-techflow/issues/15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Secret은 보호 저장소에서 런타임으로만 이동하고 감사에는 값이 남지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docs/adr/0002-techflow-secret-lifecycle.md</a:t>
            </a:r>
          </a:p>
          <a:p xmlns:a="http://schemas.openxmlformats.org/drawingml/2006/main">
            <a:r>
              <a:t>- docs/decisions/techflow-secret-management.json</a:t>
            </a:r>
          </a:p>
          <a:p xmlns:a="http://schemas.openxmlformats.org/drawingml/2006/main">
            <a:r>
              <a:t>- docs/reports/issue-15-secret-management-validation.md</a:t>
            </a:r>
          </a:p>
          <a:p xmlns:a="http://schemas.openxmlformats.org/drawingml/2006/main">
            <a:r>
              <a:t>- docs/runbooks/secret-lifecycle.md</a:t>
            </a:r>
          </a:p>
          <a:p xmlns:a="http://schemas.openxmlformats.org/drawingml/2006/main">
            <a:r>
              <a:t>- https://github.com/ablecloud-team/ablestack-techflow/issues/15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저장, 교체, 영향 제한, 노출 검사와 재부팅 복구까지 15개 검증을 통과했습니다.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docs/adr/0002-techflow-secret-lifecycle.md</a:t>
            </a:r>
          </a:p>
          <a:p xmlns:a="http://schemas.openxmlformats.org/drawingml/2006/main">
            <a:r>
              <a:t>- docs/decisions/techflow-secret-management.json</a:t>
            </a:r>
          </a:p>
          <a:p xmlns:a="http://schemas.openxmlformats.org/drawingml/2006/main">
            <a:r>
              <a:t>- docs/reports/issue-15-secret-management-validation.md</a:t>
            </a:r>
          </a:p>
          <a:p xmlns:a="http://schemas.openxmlformats.org/drawingml/2006/main">
            <a:r>
              <a:t>- docs/runbooks/secret-lifecycle.md</a:t>
            </a:r>
          </a:p>
          <a:p xmlns:a="http://schemas.openxmlformats.org/drawingml/2006/main">
            <a:r>
              <a:t>- https://github.com/ablecloud-team/ablestack-techflow/issues/15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ADR, 코드, Runbook, JSON, PDF, PPTX와 Manifest를 일관된 검증 자산으로 관리합니다.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docs/adr/0002-techflow-secret-lifecycle.md</a:t>
            </a:r>
          </a:p>
          <a:p xmlns:a="http://schemas.openxmlformats.org/drawingml/2006/main">
            <a:r>
              <a:t>- docs/decisions/techflow-secret-management.json</a:t>
            </a:r>
          </a:p>
          <a:p xmlns:a="http://schemas.openxmlformats.org/drawingml/2006/main">
            <a:r>
              <a:t>- docs/reports/issue-15-secret-management-validation.md</a:t>
            </a:r>
          </a:p>
          <a:p xmlns:a="http://schemas.openxmlformats.org/drawingml/2006/main">
            <a:r>
              <a:t>- docs/runbooks/secret-lifecycle.md</a:t>
            </a:r>
          </a:p>
          <a:p xmlns:a="http://schemas.openxmlformats.org/drawingml/2006/main">
            <a:r>
              <a:t>- https://github.com/ablecloud-team/ablestack-techflow/issues/15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단계는 Issue #16 백업·복구 훈련 후 첫 GitHub PR Merge Flow를 실증하는 것입니다.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docs/adr/0002-techflow-secret-lifecycle.md</a:t>
            </a:r>
          </a:p>
          <a:p xmlns:a="http://schemas.openxmlformats.org/drawingml/2006/main">
            <a:r>
              <a:t>- docs/decisions/techflow-secret-management.json</a:t>
            </a:r>
          </a:p>
          <a:p xmlns:a="http://schemas.openxmlformats.org/drawingml/2006/main">
            <a:r>
              <a:t>- docs/reports/issue-15-secret-management-validation.md</a:t>
            </a:r>
          </a:p>
          <a:p xmlns:a="http://schemas.openxmlformats.org/drawingml/2006/main">
            <a:r>
              <a:t>- docs/runbooks/secret-lifecycle.md</a:t>
            </a:r>
          </a:p>
          <a:p xmlns:a="http://schemas.openxmlformats.org/drawingml/2006/main">
            <a:r>
              <a:t>- https://github.com/ablecloud-team/ablestack-techflow/issues/15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#15는 Secret 수명주기를 운영 가능한 기준으로 확정한 상태로 종료합니다.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docs/adr/0002-techflow-secret-lifecycle.md</a:t>
            </a:r>
          </a:p>
          <a:p xmlns:a="http://schemas.openxmlformats.org/drawingml/2006/main">
            <a:r>
              <a:t>- docs/decisions/techflow-secret-management.json</a:t>
            </a:r>
          </a:p>
          <a:p xmlns:a="http://schemas.openxmlformats.org/drawingml/2006/main">
            <a:r>
              <a:t>- docs/reports/issue-15-secret-management-validation.md</a:t>
            </a:r>
          </a:p>
          <a:p xmlns:a="http://schemas.openxmlformats.org/drawingml/2006/main">
            <a:r>
              <a:t>- docs/runbooks/secret-lifecycle.md</a:t>
            </a:r>
          </a:p>
          <a:p xmlns:a="http://schemas.openxmlformats.org/drawingml/2006/main">
            <a:r>
              <a:t>- https://github.com/ablecloud-team/ablestack-techflow/issues/15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f0f761a8748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880d1809054741" /><Relationship Type="http://schemas.openxmlformats.org/officeDocument/2006/relationships/slideLayout" Target="/ppt/slideLayouts/slideLayout1.xml" Id="Rc05a3eb4e94647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5a3eb4e94647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1a4e8330d404f" /><Relationship Type="http://schemas.openxmlformats.org/officeDocument/2006/relationships/notesSlide" Target="/ppt/notesSlides/notesSlide1.xml" Id="R224bca10bcf447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38f55a46843ef" /><Relationship Type="http://schemas.openxmlformats.org/officeDocument/2006/relationships/notesSlide" Target="/ppt/notesSlides/notesSlide2.xml" Id="R17aaafdd142647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98462ec6e464d" /><Relationship Type="http://schemas.openxmlformats.org/officeDocument/2006/relationships/notesSlide" Target="/ppt/notesSlides/notesSlide3.xml" Id="Refb943885ad642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551ffc4fa4e2f" /><Relationship Type="http://schemas.openxmlformats.org/officeDocument/2006/relationships/notesSlide" Target="/ppt/notesSlides/notesSlide4.xml" Id="Rb30382b6e1a541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c8b78870d4373" /><Relationship Type="http://schemas.openxmlformats.org/officeDocument/2006/relationships/notesSlide" Target="/ppt/notesSlides/notesSlide5.xml" Id="Rc30e3b431ccd48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39b8c61344ece" /><Relationship Type="http://schemas.openxmlformats.org/officeDocument/2006/relationships/notesSlide" Target="/ppt/notesSlides/notesSlide6.xml" Id="R077ffc0829e642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d12f470744f76" /><Relationship Type="http://schemas.openxmlformats.org/officeDocument/2006/relationships/notesSlide" Target="/ppt/notesSlides/notesSlide7.xml" Id="R8e8d004de9af43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3415bc21f470b" /><Relationship Type="http://schemas.openxmlformats.org/officeDocument/2006/relationships/notesSlide" Target="/ppt/notesSlides/notesSlide8.xml" Id="R6b501002185a4a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73d28dc544087" /><Relationship Type="http://schemas.openxmlformats.org/officeDocument/2006/relationships/notesSlide" Target="/ppt/notesSlides/notesSlide9.xml" Id="R769d88397fbe44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6a69fb796481f" /><Relationship Type="http://schemas.openxmlformats.org/officeDocument/2006/relationships/notesSlide" Target="/ppt/notesSlides/notesSlide10.xml" Id="R6a14e6299d9549a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EE9FD-B18E-4ED0-B668-360621E5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ISSUE #15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944CD-7DA2-491C-A6BF-B83C8FF9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 수명주기</a:t>
            </a:r>
          </a:p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FD25-2D6B-457D-B7B8-680BFD6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819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비밀정보 저장·주입·교체·폐기와 사고 대응 운영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C5CC3-4548-4957-A10A-8A1E025F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CBF99-3C39-44A2-9B41-95CE9174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Ubuntu 24.04 · Activepieces 0.86.3 · 2026-07-31</a:t>
            </a:r>
          </a:p>
        </p:txBody>
      </p:sp>
    </p:spTree>
    <p:extLst>
      <p:ext uri="{BB962C8B-B14F-4D97-AF65-F5344CB8AC3E}">
        <p14:creationId xmlns:p14="http://schemas.microsoft.com/office/powerpoint/2010/main" val="654307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26C80-8258-4D6A-82CF-63E00669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결과: Secret 수명주기를 실서버에서 검증했습니다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CBBAD-755E-4BED-88B4-8D1C8638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6698B-69EF-4F89-8B93-5BD14942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보호 저장소, 현재·직전 Grace Period, 폐기, 감사와 재부팅 복구를 실제 외부 HTTPS 경로에서 확인했습니다.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58E16-608A-48ED-AA88-BFED341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4483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A4724-CF48-4AB9-8D24-F541919E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857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보호 저장소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05CF1-33BC-448D-A972-4B67554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root:ablecloud 0640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상위 0750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배포 경로 Symlink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BB472-D9B1-44A3-90D9-9B270D9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543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17DCE-2760-41ED-BF57-EED6E71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47925"/>
            <a:ext cx="4953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Webhook 교체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2CAA6-CDCD-4107-8E72-AA26C6A3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62275"/>
            <a:ext cx="4857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Grace 202 / 202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Revoke 202 / 401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Gateway-only Restart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6B94D-D42E-45E0-B300-E7C9F40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11391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A8170-C91A-4450-9DEF-D6D05BC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최종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8A07A-45E4-4C8B-A23B-70FF661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725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15 Controls PASS  |  Secret Leaks 0  |  6 Services Healthy  |  Reboot PASS</a:t>
            </a:r>
          </a:p>
        </p:txBody>
      </p:sp>
    </p:spTree>
    <p:extLst>
      <p:ext uri="{BB962C8B-B14F-4D97-AF65-F5344CB8AC3E}">
        <p14:creationId xmlns:p14="http://schemas.microsoft.com/office/powerpoint/2010/main" val="1232201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BC855-FE48-4C34-8587-52A8E0F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Secret의 권위와 실행 책임을 분리했습니다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64BC-95C4-4AB7-BBCC-AD1E3DFA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602DC-081D-40AE-B4AC-58723F8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운영자는 수명주기를 통제하고, 보호 저장소는 값을 보관하며, Activepieces는 주입된 값을 실행에만 사용합니다.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1D7C6-C014-4F27-954B-3996BF5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7A265-89AE-490A-B266-99E6C75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E9AD0-110D-416A-85B0-D4433B6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Protected Store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A83EF-7A21-4345-86D8-C27B2C0A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/etc 전용 저장소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root 소유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원자적 갱신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일반 백업 제외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26769-5142-496B-8B93-996B1968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FA64C-AEC6-4716-8638-407E676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2F2A-6379-4C2C-9C66-3A746CE6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C59BF-A641-421B-BA00-818D3CC6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Bootstrap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Rotate · Revoke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Rollback · Audit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Exposure Scan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CF8CC-A0D1-497B-B167-65A3777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852E-5627-43FE-9C74-E70CFC8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E73ED-3AB1-4358-94F8-0B27A95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AP 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C6B0D-C121-4580-9D53-3FD2BAC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Compose env_file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Connection 암호화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Flow 실행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 원장 아님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2DCD6-27F9-488B-9D11-2F581B7E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운영 자산  |  ADR-0002 · secretctl · 원자적 갱신 · 노출 검사 · Runbook</a:t>
            </a:r>
          </a:p>
        </p:txBody>
      </p:sp>
    </p:spTree>
    <p:extLst>
      <p:ext uri="{BB962C8B-B14F-4D97-AF65-F5344CB8AC3E}">
        <p14:creationId xmlns:p14="http://schemas.microsoft.com/office/powerpoint/2010/main" val="63913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BA5AF-24B4-4EE4-8654-5B8C2D7B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 유형마다 교체와 사고 대응 규칙을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4AA26-8423-42C4-BC3C-16269DD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13D8B-234D-4223-A8D6-C9186B48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144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5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모든 값을 같은 방식으로 바꾸지 않습니다. 암호화 Root, 세션, 저장소, Webhook과 외부 Token의 영향에 맞춰 절차를 분리했습니다.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40142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95500"/>
                <a:gridCol w="2095500"/>
                <a:gridCol w="4162425"/>
              </a:tblGrid>
              <a:tr h="449792">
                <a:tc>
                  <a:txBody>
                    <a:bodyPr/>
                    <a:lstStyle/>
                    <a:p>
                      <a:r>
                        <a:t>분류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대표 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교체 방식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유출 시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S1 Root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Encryption Key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복구 계획 선행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즉시 격리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S2 Session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JWT · API Key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작업 창 + 재시작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세션 무효화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S3 State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DB · Redis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양쪽 자격증명 조정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연결 폐기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S4 Webhook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HMAC Secret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Current + Previous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Grace 없이 폐기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S5 External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GitHub · AI Token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발급 → 전환 → 폐기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제공자 폐기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S6 Connection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Activepieces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재인가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Connection 무효화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감사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변경 Event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값 없는 JSONL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사고 기록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백업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Secret Recovery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일반 백업과 분리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격리·복원 훈련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4AA2-FF16-42A9-BD86-FD450E49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628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실제 Secret 값은 Git·Issue·Flow·일반 백업·보고서·로그에 포함하지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112501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5721FF-CBD3-4FB9-8A80-F18837A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생성부터 폐기까지 하나의 Runbook으로 반복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B0C49-F38A-4701-B999-C71EC515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5118E-F8F7-4005-ACD4-7B9BFB3E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각 단계는 Secret 값을 출력하지 않으며 변경 범위, 검증 기준과 롤백 조건을 명시합니다.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D74B3-6D4E-4D93-9054-CD4BB62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6E615-FC1C-45CF-BBA7-53C895FC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E9480-24BD-4E6D-A42C-144C2CBB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분류·승인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8A11F-4691-4309-8866-E7D42C0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D9D53-B09F-49A8-BEA8-FF308564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유형 · 영향 · 작업 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2FF2-130D-41DF-92AE-CFBB8D5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60C40-1268-4A79-B569-92A671F6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C27C5-52E4-469A-9214-4722D8F3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보호 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00EE8-077A-416E-A45A-57170A7B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bootstrap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02B2C-B9D7-43A7-962A-089E5B5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Store · Mode · Symlink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FD58A-4EBC-4882-BF43-63AA038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8087B-0CDF-41D7-A2A8-81BA2DC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807BD-D4CE-480C-88C9-E8DC6C70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교체 준비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996CB-AF8C-4ED5-8D4B-D500B902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Grace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5FBCB-7087-44F0-90DA-7B8096E9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Current → Previous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26FF0-631A-4632-9B98-9EF52AC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9721A-2506-49B0-9ECF-7FFAC4A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71A61-A324-4E03-B4E6-3E65FE98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발신 전환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263D7-2E15-4E36-9D67-3BBB3E1F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Verify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3BD74-3239-4178-BE7E-65C3FC3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Current 202 · Previous 202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B9494-4048-41F4-BD88-733168E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50F23-693D-49D4-AC62-07D2BE0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BEED3-5EB1-4A82-89ED-46F266C8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직전 폐기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73802-9A68-40D9-AC88-9DF3EBA2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Revoke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4701E-DDC2-4FA9-88BE-B4F0266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Current 202 · Retired 401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E5CE8-458E-43EF-9496-8BBEFA1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CF8EB-742B-4543-9133-C7A746A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245E4-F803-4DEF-9F07-509E1184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복구·감사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C30563-09C0-48AA-8B63-2A539C3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Reboot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9512A-0BA0-4AD7-80F1-0C115547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Health · Scan · Audit</a:t>
            </a:r>
          </a:p>
        </p:txBody>
      </p:sp>
    </p:spTree>
    <p:extLst>
      <p:ext uri="{BB962C8B-B14F-4D97-AF65-F5344CB8AC3E}">
        <p14:creationId xmlns:p14="http://schemas.microsoft.com/office/powerpoint/2010/main" val="1366557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D67D5-DF5D-4C54-A9DB-DB36EC7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 값은 보호 경로에서 런타임으로만 이동합니다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6BC46-26B6-46EB-900E-B07A857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F9CA-F2A9-4C4B-8C43-E307E88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운영 명령과 감사 로그에는 값이 남지 않으며, Webhook 교체는 Event Gateway만 재생성해 상태 저장소 영향을 제한합니다.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12F46-6B83-4CA2-B65A-C42B676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92168-0D3E-4A4A-81C6-50F01DE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7AFE3-78E6-4F1B-909C-60B967DB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03CC4-EB2E-4AD5-84F6-5B0BD7C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624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8513D-1A21-4D46-AC8A-E06DF14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00977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19D05-A8AE-41A2-BA6B-24EF7267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15240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승인 운영자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40DCE-952F-4D36-9539-9A4CFDC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71800"/>
            <a:ext cx="1524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분류 · 교체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폐기 · 사고 대응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값 출력 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FE3F-964B-47BF-BAF0-BD919A1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24860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32925-205D-4C6B-B9F4-C056E9FD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19716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secretctl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C72E7-69D4-4461-BB9C-F3F73121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43225"/>
            <a:ext cx="19716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원자적 갱신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값 없는 감사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Lifecycle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A758D-F54E-4582-B39B-C63D8A1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2457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3FA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CE148-F724-41B0-B2C8-13F09CF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62225"/>
            <a:ext cx="19431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Protected Store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19741-F93E-4D62-96B5-5E2622A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root:ablecloud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0640 · Directory 0750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E193-A908-4283-979F-BE84CCE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24100"/>
            <a:ext cx="1638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3DF87-4D18-4EED-8126-34A160E3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62225"/>
            <a:ext cx="1200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52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Compose 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B645D-6E3D-4960-AD8F-0FA3ABB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env_file 주입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Gateway-only Restart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C9691-B7B3-41CD-93B5-D1F19F42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CBC8D-4988-4E14-91B7-D00BA37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76800"/>
            <a:ext cx="23050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Decision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F2154-C9C2-4C9D-B6C4-E3C593E0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2305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3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Grace 202/202 → Revoke 202/401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A97FF-BCB4-4EBE-8899-AE06B3A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통제 경로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55353-EEE1-4B7C-AD47-E7D1FA61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실행 경로</a:t>
            </a:r>
          </a:p>
        </p:txBody>
      </p:sp>
    </p:spTree>
    <p:extLst>
      <p:ext uri="{BB962C8B-B14F-4D97-AF65-F5344CB8AC3E}">
        <p14:creationId xmlns:p14="http://schemas.microsoft.com/office/powerpoint/2010/main" val="11649119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5577D-4871-4696-B5A7-EDECB634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저장·교체·노출·복구 15개 검증을 통과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F56C6-093F-49C2-B564-6EE7CF04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4C9D8-F2AC-4C28-A23A-0700C123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79AE6-143F-4E8F-9710-3340A55B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47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V1–5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CFC18-BB73-49B4-A082-9AEB8AA4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저장·기본 동작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644BA-0268-4463-9DBD-29BFC2EA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Store Migration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권한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6 Secrets Present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Unit 6/6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Current 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61F2B-80F5-4EE2-B0BC-A308A247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D5A24-C4AA-4C57-9FB2-89D0975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9596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V6-10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C7E9A-A295-46DB-9B32-3004DB3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교체·영향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AB8F9-B2B3-43C0-8FE6-9F026BBC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Previous 202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Current 202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Retired 401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Redis Unchanged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Asset Leaks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AA18A-00E2-4B4B-B8CF-B8BFC18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58CA2-9B0F-427E-B5FD-682A6BE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V11–15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74BB-B8C7-4D6A-8BE0-B723027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회귀·복구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B629F-7E6E-4A4D-B61F-398D9C3F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Log Leaks 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HTTPS Regression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Restart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Reboot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Backup Excludes .env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59655-61D1-4EA3-8B81-5F40AFF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저장·기본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C028D-9995-416D-B962-6C8EA26F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245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98CF5-BCA8-43A9-A419-ECF79BF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교체·영향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1A584-C93B-495C-8D4C-8B065E4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EEB15-B349-49DC-A48D-500CC11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회귀·복구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667F1-9C29-4871-9EE5-85A3BABC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</p:spPr>
      </p:sp>
    </p:spTree>
    <p:extLst>
      <p:ext uri="{BB962C8B-B14F-4D97-AF65-F5344CB8AC3E}">
        <p14:creationId xmlns:p14="http://schemas.microsoft.com/office/powerpoint/2010/main" val="5639540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D6A2B-2E40-40C0-A97B-AC9A82C1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결정·구현·운영 증적을 일관된 자산으로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92829-1390-4AD6-9B9E-3C9A6EFF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D6764-3020-460E-8152-052DB95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다음 운영자가 동일한 저장·교체·폐기·검증을 수행할 수 있도록 실행 코드와 문서, 구조화 증적을 함께 제공합니다.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EA417-5A56-47F7-B679-B7F3288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5ED3E-0E61-47F3-8AFE-C9EC0E9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33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실행 자산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275DB-FC12-4A36-908F-B17C25B3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secretctl · secret_env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secret_scan · verify-secrets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Gateway Dual Secret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Unit Tests 6/6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6BF9A-2C09-491B-A934-19433B4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A266B-CCD9-4ABE-B8C9-F991D9A0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운영 문서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82E5F-F3A3-4EF7-AB15-52EF6B0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ADR-0002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 Lifecycle Runbook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환경 기준선 갱신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사고 대응 · 백업 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A9AC7-F1EA-4DB1-AF56-E20935B1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C37A2-7A58-482F-BD14-70CBEF49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검증 증적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C7345-AFB0-4EC3-ACFB-CF2E643D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구조화 JSON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PDF 보고서 · PPTX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SHA-256 Manifest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시각·Overflow 검사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722-0D4C-414C-BE50-0C617598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9B91D-EE98-4D8B-96FF-8F140E1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보안 기준  |  Secret 미커밋 · 명령행 미전달 · 값 없는 감사 · 일반 백업 제외 · 노출 0건</a:t>
            </a:r>
          </a:p>
        </p:txBody>
      </p:sp>
    </p:spTree>
    <p:extLst>
      <p:ext uri="{BB962C8B-B14F-4D97-AF65-F5344CB8AC3E}">
        <p14:creationId xmlns:p14="http://schemas.microsoft.com/office/powerpoint/2010/main" val="13141845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76455-FC13-451C-B4CD-A5FBD1A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다음 단계는 백업 복구 훈련과 첫 업무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E9953-46AD-4C7D-93EC-2E35741B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47D9E-796E-498A-883B-CBCF969B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Issue #15로 Secret 운영 통제를 확보했습니다. 다음은 데이터·Secret 복구 가능성을 증명한 뒤 GitHub PR Merge Flow를 실증하는 것입니다.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5FCFD-C208-4E9F-AC87-FF599FC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C98E5-2E0D-4E60-BC95-44841FE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76299-3531-463A-BF89-96F88C8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EEF62-8034-4A55-AE5D-21ADFBA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6D5B9-066A-4407-A86A-7AEE3E4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C0F53-882B-471E-8FE6-58F9DE56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CDC30-06F7-4E6B-9432-EB3E08B0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ACE41-28AA-49B1-AD35-F128E2C9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992AC-E2ED-4201-8D57-FC39373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A6C8-4F82-4990-8F97-E985BBF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Backup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4CB69-C727-4F50-ACAF-DCF10D0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#16 DB·Redis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격리 복구 훈련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BB84A-CE40-4B87-B6BD-CF6BED6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Observe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4D941-FB4D-431A-B759-3777E25F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#17 로그·메트릭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#18 버전 정책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49A0F-4A98-4689-808E-E169CC40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First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E3CC-DE56-424F-ABE0-8CFD0393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#19 GitHub PR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Merge Webhook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BDBAE-D211-487C-9FB5-868A89ED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Productize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297C2-4ABB-491B-A666-17E1881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 Provider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Vault · KMS 연계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18BB9-616B-4AD5-9A2B-2E0630BE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59DDF-1419-471F-8C30-A314E89C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Issue #15 완료 기준 = 보호 저장소 + Grace/폐기 + 감사 + 노출 0 + 재시작·재부팅 복구</a:t>
            </a:r>
          </a:p>
        </p:txBody>
      </p:sp>
    </p:spTree>
    <p:extLst>
      <p:ext uri="{BB962C8B-B14F-4D97-AF65-F5344CB8AC3E}">
        <p14:creationId xmlns:p14="http://schemas.microsoft.com/office/powerpoint/2010/main" val="10712933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2A986-4257-4BD0-9F33-8D5ACFF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최종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63DBB-8F7E-4C46-B6B7-25A5D5F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858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비밀정보 수명주기를</a:t>
            </a:r>
          </a:p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운영 가능한 기준으로 확정했습니다.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6C677-4100-47D9-8FC8-D33A43D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1391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BE370-8BD6-41D5-B1AB-6ED4E8E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ISSUE #15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9894D-13FA-447B-9FDD-23632E1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725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VALIDATED · 15 CONTROLS PASS · SECRET LEAKS 0 · REBOOT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000B4-AE2D-4E6C-93AC-F998C288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11F15-05A5-4CFC-B018-A813A365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Secret Lifecycle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2E9F4-EEC3-4CD4-A1FE-A2B3BF3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981700"/>
            <a:ext cx="26955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Issue #15 · 2026-07-31</a:t>
            </a:r>
          </a:p>
        </p:txBody>
      </p:sp>
    </p:spTree>
    <p:extLst>
      <p:ext uri="{BB962C8B-B14F-4D97-AF65-F5344CB8AC3E}">
        <p14:creationId xmlns:p14="http://schemas.microsoft.com/office/powerpoint/2010/main" val="1763466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2026-07-31T04:53:08.0210000Z</dcterms:created>
  <dcterms:modified xsi:type="dcterms:W3CDTF">2026-07-31T04:53:08.0210000Z</dcterms:modified>
</coreProperties>
</file>