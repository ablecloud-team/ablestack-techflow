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dd842f1b924fe9" /><Relationship Type="http://schemas.openxmlformats.org/officeDocument/2006/relationships/extended-properties" Target="/docProps/app.xml" Id="R8b7cf76cc56f4914" /><Relationship Type="http://schemas.openxmlformats.org/officeDocument/2006/relationships/officeDocument" Target="/ppt/presentation.xml" Id="Ra303037e50884a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f39d3034214ed3"/>
  </p:sldMasterIdLst>
  <p:notesMasterIdLst>
    <p:notesMasterId xmlns:r="http://schemas.openxmlformats.org/officeDocument/2006/relationships" r:id="R1367cdebb07b4405"/>
  </p:notesMasterIdLst>
  <p:sldIdLst>
    <p:sldId xmlns:r="http://schemas.openxmlformats.org/officeDocument/2006/relationships" id="256" r:id="R3fe38561f5414208"/>
    <p:sldId xmlns:r="http://schemas.openxmlformats.org/officeDocument/2006/relationships" id="257" r:id="Ra4a7522427a54c93"/>
    <p:sldId xmlns:r="http://schemas.openxmlformats.org/officeDocument/2006/relationships" id="258" r:id="Ra4bf9f4f8e0d4905"/>
    <p:sldId xmlns:r="http://schemas.openxmlformats.org/officeDocument/2006/relationships" id="259" r:id="Rf1cbb9c973ea4203"/>
    <p:sldId xmlns:r="http://schemas.openxmlformats.org/officeDocument/2006/relationships" id="260" r:id="R66a8145220134d14"/>
    <p:sldId xmlns:r="http://schemas.openxmlformats.org/officeDocument/2006/relationships" id="261" r:id="R18b6c206444743a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06a477f2804c93" /><Relationship Type="http://schemas.openxmlformats.org/officeDocument/2006/relationships/slideMaster" Target="/ppt/slideMasters/slideMaster1.xml" Id="Rb5f39d3034214ed3" /><Relationship Type="http://schemas.openxmlformats.org/officeDocument/2006/relationships/notesMaster" Target="/ppt/notesMasters/notesMaster1.xml" Id="R1367cdebb07b4405" /><Relationship Type="http://schemas.openxmlformats.org/officeDocument/2006/relationships/presProps" Target="/ppt/presProps.xml" Id="Raf3b1848b75f49cc" /><Relationship Type="http://schemas.openxmlformats.org/officeDocument/2006/relationships/tableStyles" Target="/ppt/tableStyles.xml" Id="R8f64cc23d9264e06" /><Relationship Type="http://schemas.openxmlformats.org/officeDocument/2006/relationships/slide" Target="/ppt/slides/slide1.xml" Id="R3fe38561f5414208" /><Relationship Type="http://schemas.openxmlformats.org/officeDocument/2006/relationships/slide" Target="/ppt/slides/slide2.xml" Id="Ra4a7522427a54c93" /><Relationship Type="http://schemas.openxmlformats.org/officeDocument/2006/relationships/slide" Target="/ppt/slides/slide3.xml" Id="Ra4bf9f4f8e0d4905" /><Relationship Type="http://schemas.openxmlformats.org/officeDocument/2006/relationships/slide" Target="/ppt/slides/slide4.xml" Id="Rf1cbb9c973ea4203" /><Relationship Type="http://schemas.openxmlformats.org/officeDocument/2006/relationships/slide" Target="/ppt/slides/slide5.xml" Id="R66a8145220134d14" /><Relationship Type="http://schemas.openxmlformats.org/officeDocument/2006/relationships/slide" Target="/ppt/slides/slide6.xml" Id="R18b6c206444743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914d403e224b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8052731b8c40ac" /><Relationship Type="http://schemas.openxmlformats.org/officeDocument/2006/relationships/notesMaster" Target="/ppt/notesMasters/notesMaster1.xml" Id="Rda790ea2b47b49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5d0ec1587f474b" /><Relationship Type="http://schemas.openxmlformats.org/officeDocument/2006/relationships/notesMaster" Target="/ppt/notesMasters/notesMaster1.xml" Id="Rd569659d5c6048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b9dbb2493f4c54" /><Relationship Type="http://schemas.openxmlformats.org/officeDocument/2006/relationships/notesMaster" Target="/ppt/notesMasters/notesMaster1.xml" Id="R72d7faa4ec1f42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858bf1ead44900" /><Relationship Type="http://schemas.openxmlformats.org/officeDocument/2006/relationships/notesMaster" Target="/ppt/notesMasters/notesMaster1.xml" Id="R3f1662efb88640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0af3c45e21476f" /><Relationship Type="http://schemas.openxmlformats.org/officeDocument/2006/relationships/notesMaster" Target="/ppt/notesMasters/notesMaster1.xml" Id="Rf83aea1f482b41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51ac85a67b453f" /><Relationship Type="http://schemas.openxmlformats.org/officeDocument/2006/relationships/notesMaster" Target="/ppt/notesMasters/notesMaster1.xml" Id="Reb1fae487f2b4f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docs/plans/issues-62-63-versioned-safe-answer-design.md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docs/reports/issues-62-63-versioned-safe-answer-validation.md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8487f531e443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77ac5a599d40ac" /><Relationship Type="http://schemas.openxmlformats.org/officeDocument/2006/relationships/slideLayout" Target="/ppt/slideLayouts/slideLayout1.xml" Id="Rc5eb24b1071b4c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eb24b1071b4c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e7191bffc4220" /><Relationship Type="http://schemas.openxmlformats.org/officeDocument/2006/relationships/notesSlide" Target="/ppt/notesSlides/notesSlide1.xml" Id="R6ba397b293634b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5546547dc4acf" /><Relationship Type="http://schemas.openxmlformats.org/officeDocument/2006/relationships/notesSlide" Target="/ppt/notesSlides/notesSlide2.xml" Id="Rb96ae6bd0be145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20e1ccdb724207" /><Relationship Type="http://schemas.openxmlformats.org/officeDocument/2006/relationships/notesSlide" Target="/ppt/notesSlides/notesSlide3.xml" Id="R3295e8acfa3948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d539534f14e51" /><Relationship Type="http://schemas.openxmlformats.org/officeDocument/2006/relationships/notesSlide" Target="/ppt/notesSlides/notesSlide4.xml" Id="R02983f255cc94d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c1c4d69c014cf6" /><Relationship Type="http://schemas.openxmlformats.org/officeDocument/2006/relationships/notesSlide" Target="/ppt/notesSlides/notesSlide5.xml" Id="R3f3af97e3ac443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6934fd179402b" /><Relationship Type="http://schemas.openxmlformats.org/officeDocument/2006/relationships/notesSlide" Target="/ppt/notesSlides/notesSlide6.xml" Id="R134d1105283f403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CEA5E1F7-F2AD-4E9E-A653-569DC556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현재판은 Diplo,
개선 비교는 Europa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D1332F41-1328-4955-A6F7-11709A87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전 Source 검토와 안전한 고객 답변을 하나의 제품 경로로 완성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6D9030F1-6550-4305-A8E4-2FB3DDD6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ABLESTACK TechFlow · Issue #62·#63</a:t>
            </a:r>
          </a:p>
        </p:txBody>
      </p:sp>
    </p:spTree>
    <p:extLst>
      <p:ext uri="{BB962C8B-B14F-4D97-AF65-F5344CB8AC3E}">
        <p14:creationId xmlns:p14="http://schemas.microsoft.com/office/powerpoint/2010/main" val="16972897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9C8B2D6-610E-4515-B00C-A11127E7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B28A853-A39B-47B8-8B1C-E3C960D1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하나의 질문에 세 가지 역할을 엄격히 분리한다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F55CCBE-66C7-4534-B0D3-75F25EED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 근거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공개 문서와 Diplo가 현재 출시 동작·설정·결함 판정의 기준이다.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0770E3E4-BE01-46EC-AE92-1AF5E3AB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미출시 프리뷰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Europa는 동일 원인의 개선 여부만 비교하며 현재 기능으로 안내하지 않는다.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57E11A08-E766-431B-81F4-2780DE1F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연관 제품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Wall·Cockpit·Genie·Kickstart·QEMU 도구는 질문과 직접 연관될 때 통합한다.</a:t>
            </a:r>
          </a:p>
        </p:txBody>
      </p:sp>
    </p:spTree>
    <p:extLst>
      <p:ext uri="{BB962C8B-B14F-4D97-AF65-F5344CB8AC3E}">
        <p14:creationId xmlns:p14="http://schemas.microsoft.com/office/powerpoint/2010/main" val="133049564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71CE68F5-CB26-4D07-8EF0-8512A010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942B2596-AF5D-4B1E-ACCF-C1DF3C95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전체를 검색하되 관련 근거만 답변 생성에 사용한다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3185240-BF7E-4C37-9CF7-CF70966E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E377CEC5-9D7A-4616-A074-D0EC348A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6D6EABEC-4B40-469E-8387-4E76D3B9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8419FE5F-C25B-44FA-ADF0-91328A33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01 · REVIEW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D918E47F-ABAF-4266-8516-D4A12F89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02 · SYNTHESIZE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A8D7CE20-6F50-49C7-9DF0-6EC45810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03 · PROJECT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5437CE71-8713-4D8B-AA68-A60F1130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현재판과 프리뷰 분리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질문 식별자와 직접 일치하는 근거만 결합한다.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4CB594A1-20F8-4051-90FF-A1FD7224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9개 근거 영역 독립 검색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8개 제품 Profile과 승인된 플랫폼 참조를 모두 Coverage에 남긴다.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C3512AA5-FEF3-418E-B902-B6E3FCC6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두 개의 출력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Reviewer Ledger와 사용자 안전 답변을 분리한다.</a:t>
            </a:r>
          </a:p>
        </p:txBody>
      </p:sp>
    </p:spTree>
    <p:extLst>
      <p:ext uri="{BB962C8B-B14F-4D97-AF65-F5344CB8AC3E}">
        <p14:creationId xmlns:p14="http://schemas.microsoft.com/office/powerpoint/2010/main" val="89559430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15D117D5-DF9C-4A06-B460-39000E63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016FC27-41CB-42A3-B466-7BCD7A51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사용자 답변은 하나의 트러블슈팅 문서로 읽힌다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488E6779-76D5-4CD9-BA97-6B7B56C5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증상 → 원인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관찰 사실과 원인 판정을 분리해 문제 상황을 먼저 이해하게 한다.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0FF63420-F62E-4C4E-85BF-0BB96348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추가 고려사항 → 적용 버전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남은 확인점과 Diplo 현재판·Europa Preview 경계를 명시한다.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02117D24-7C30-4BBE-A401-FFD9DC07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해결 방법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현재 출시판에 적용할 확인·조치 순서를 별도 Section으로 제공한다.</a:t>
            </a:r>
          </a:p>
        </p:txBody>
      </p:sp>
    </p:spTree>
    <p:extLst>
      <p:ext uri="{BB962C8B-B14F-4D97-AF65-F5344CB8AC3E}">
        <p14:creationId xmlns:p14="http://schemas.microsoft.com/office/powerpoint/2010/main" val="19356198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F7431F98-07AB-41BF-867E-89E76BEB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C62A7182-8094-44E7-8634-0AB67547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BA895FB0-5BF0-4719-8D48-076DE578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2A27523E-F069-4685-A69C-50947F92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DF758680-7285-4187-9E4C-B0E89AEF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실서버에서 답변 품질과 노출 경계를 함께 검증했다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5BB0C2FB-81BF-4A64-89C9-BC05BBEC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Unit·Contract 시험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66942391-CD34-4E3B-BF6A-50B992BD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Community 감지 후 Chat 알림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3017C9F4-ECA3-4452-B150-C4556410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제품·플랫폼 근거 검토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D6B5E193-4ABA-4FC1-AA88-5DA7F918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172 PASS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9DBA339A-BDFE-4281-97DF-274EC97B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9 / 9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67BBABA2-7869-4B5D-8B02-225B332B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10초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A6FD25D0-11B8-4CB6-9EC9-51362C81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Mold 콘솔 답변 · 신규 글 선제 알림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Arial"/>
                <a:ea typeface="Arial"/>
                <a:cs typeface="Arial"/>
              </a:rPr>
              <a:t>Ubuntu 24.04 · AI Gateway 0.11.3 · Discussion #153/#155 · GitHub→Chat 무변경</a:t>
            </a:r>
          </a:p>
        </p:txBody>
      </p:sp>
    </p:spTree>
    <p:extLst>
      <p:ext uri="{BB962C8B-B14F-4D97-AF65-F5344CB8AC3E}">
        <p14:creationId xmlns:p14="http://schemas.microsoft.com/office/powerpoint/2010/main" val="20209007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D9B1C540-CF89-435F-A2C5-48C87B25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 #61은
Ready 상태 유지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26BEA0B4-2FB3-4031-A52E-B3E67D49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Issue #62 · 전 Source·버전 비교 완료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Issue #63 · 내부/외부 Projection 완료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상세=답변 · 근거=명시 요청 · 신규 글 선제 알림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7B2D6DC0-0AAE-448F-9168-DF78B18C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DECISION</a:t>
            </a:r>
          </a:p>
        </p:txBody>
      </p:sp>
    </p:spTree>
    <p:extLst>
      <p:ext uri="{BB962C8B-B14F-4D97-AF65-F5344CB8AC3E}">
        <p14:creationId xmlns:p14="http://schemas.microsoft.com/office/powerpoint/2010/main" val="12232608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2026-08-12T12:15:23.0900000Z</dcterms:created>
  <dcterms:modified xsi:type="dcterms:W3CDTF">2026-08-12T12:15:23.0900000Z</dcterms:modified>
</coreProperties>
</file>