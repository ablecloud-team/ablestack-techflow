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c36c92d9a249ee" /><Relationship Type="http://schemas.openxmlformats.org/officeDocument/2006/relationships/extended-properties" Target="/docProps/app.xml" Id="R9b14b340b44e4bef" /><Relationship Type="http://schemas.openxmlformats.org/officeDocument/2006/relationships/officeDocument" Target="/ppt/presentation.xml" Id="Rdb9da7a7b0c24b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963a319a6a43a5"/>
  </p:sldMasterIdLst>
  <p:notesMasterIdLst>
    <p:notesMasterId xmlns:r="http://schemas.openxmlformats.org/officeDocument/2006/relationships" r:id="Rdea7c25df6004ddf"/>
  </p:notesMasterIdLst>
  <p:sldIdLst>
    <p:sldId xmlns:r="http://schemas.openxmlformats.org/officeDocument/2006/relationships" id="256" r:id="Rad02b4ab61234cae"/>
    <p:sldId xmlns:r="http://schemas.openxmlformats.org/officeDocument/2006/relationships" id="257" r:id="R42e1202df20847c5"/>
    <p:sldId xmlns:r="http://schemas.openxmlformats.org/officeDocument/2006/relationships" id="258" r:id="R83b476c44c954362"/>
    <p:sldId xmlns:r="http://schemas.openxmlformats.org/officeDocument/2006/relationships" id="259" r:id="Rbeccbfe2fccc4218"/>
    <p:sldId xmlns:r="http://schemas.openxmlformats.org/officeDocument/2006/relationships" id="260" r:id="Rbda45b89a9344436"/>
    <p:sldId xmlns:r="http://schemas.openxmlformats.org/officeDocument/2006/relationships" id="261" r:id="R40a62d2846c14d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10a5ea67444a7c" /><Relationship Type="http://schemas.openxmlformats.org/officeDocument/2006/relationships/slideMaster" Target="/ppt/slideMasters/slideMaster1.xml" Id="R65963a319a6a43a5" /><Relationship Type="http://schemas.openxmlformats.org/officeDocument/2006/relationships/notesMaster" Target="/ppt/notesMasters/notesMaster1.xml" Id="Rdea7c25df6004ddf" /><Relationship Type="http://schemas.openxmlformats.org/officeDocument/2006/relationships/presProps" Target="/ppt/presProps.xml" Id="R9680064085194858" /><Relationship Type="http://schemas.openxmlformats.org/officeDocument/2006/relationships/tableStyles" Target="/ppt/tableStyles.xml" Id="R8f4c0c32f76d4f61" /><Relationship Type="http://schemas.openxmlformats.org/officeDocument/2006/relationships/slide" Target="/ppt/slides/slide1.xml" Id="Rad02b4ab61234cae" /><Relationship Type="http://schemas.openxmlformats.org/officeDocument/2006/relationships/slide" Target="/ppt/slides/slide2.xml" Id="R42e1202df20847c5" /><Relationship Type="http://schemas.openxmlformats.org/officeDocument/2006/relationships/slide" Target="/ppt/slides/slide3.xml" Id="R83b476c44c954362" /><Relationship Type="http://schemas.openxmlformats.org/officeDocument/2006/relationships/slide" Target="/ppt/slides/slide4.xml" Id="Rbeccbfe2fccc4218" /><Relationship Type="http://schemas.openxmlformats.org/officeDocument/2006/relationships/slide" Target="/ppt/slides/slide5.xml" Id="Rbda45b89a9344436" /><Relationship Type="http://schemas.openxmlformats.org/officeDocument/2006/relationships/slide" Target="/ppt/slides/slide6.xml" Id="R40a62d2846c14d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68eedfdff848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276e1755be43aa" /><Relationship Type="http://schemas.openxmlformats.org/officeDocument/2006/relationships/notesMaster" Target="/ppt/notesMasters/notesMaster1.xml" Id="Rdf4a6e50e52f4e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5a445d4a1247b3" /><Relationship Type="http://schemas.openxmlformats.org/officeDocument/2006/relationships/notesMaster" Target="/ppt/notesMasters/notesMaster1.xml" Id="Rff005959b90d49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cdafaf66184802" /><Relationship Type="http://schemas.openxmlformats.org/officeDocument/2006/relationships/notesMaster" Target="/ppt/notesMasters/notesMaster1.xml" Id="Rb7965a649a2b4b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bfcdb0131b4682" /><Relationship Type="http://schemas.openxmlformats.org/officeDocument/2006/relationships/notesMaster" Target="/ppt/notesMasters/notesMaster1.xml" Id="R9b6acc5a39d547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28ad482b624d60" /><Relationship Type="http://schemas.openxmlformats.org/officeDocument/2006/relationships/notesMaster" Target="/ppt/notesMasters/notesMaster1.xml" Id="R12170ff4e8094f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27a9a51f1544bc" /><Relationship Type="http://schemas.openxmlformats.org/officeDocument/2006/relationships/notesMaster" Target="/ppt/notesMasters/notesMaster1.xml" Id="R6a60e2eedc2f44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1f95440ca74a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f8c789f6c64a4e" /><Relationship Type="http://schemas.openxmlformats.org/officeDocument/2006/relationships/slideLayout" Target="/ppt/slideLayouts/slideLayout1.xml" Id="Rc84fa05649e14f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4fa05649e14f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a3800dc794887" /><Relationship Type="http://schemas.openxmlformats.org/officeDocument/2006/relationships/notesSlide" Target="/ppt/notesSlides/notesSlide1.xml" Id="R85dd5ba5ea244a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26f38d84345ef" /><Relationship Type="http://schemas.openxmlformats.org/officeDocument/2006/relationships/notesSlide" Target="/ppt/notesSlides/notesSlide2.xml" Id="Rf52d5dab122b4b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76e5ca1a28417b" /><Relationship Type="http://schemas.openxmlformats.org/officeDocument/2006/relationships/notesSlide" Target="/ppt/notesSlides/notesSlide3.xml" Id="Rd2f2288eb8444b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696dd0248f43cd" /><Relationship Type="http://schemas.openxmlformats.org/officeDocument/2006/relationships/notesSlide" Target="/ppt/notesSlides/notesSlide4.xml" Id="Rf76e04a447c548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b19a1a904b47d9" /><Relationship Type="http://schemas.openxmlformats.org/officeDocument/2006/relationships/notesSlide" Target="/ppt/notesSlides/notesSlide5.xml" Id="R10ae448cc16d4c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81b21cc6044e9" /><Relationship Type="http://schemas.openxmlformats.org/officeDocument/2006/relationships/notesSlide" Target="/ppt/notesSlides/notesSlide6.xml" Id="Rb54ceae2c79d400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7C7C6775-7F0D-4670-9D85-FC1C233C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현재판은 Diplo,
개선 비교는 Europa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7FD39B65-C34E-460B-AEDF-190C596E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전 Source 검토와 안전한 고객 답변을 하나의 제품 경로로 완성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504B2F39-23C3-4AB3-A6B7-1A95770F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ABLESTACK TechFlow · Issue #62·#63</a:t>
            </a:r>
          </a:p>
        </p:txBody>
      </p:sp>
    </p:spTree>
    <p:extLst>
      <p:ext uri="{BB962C8B-B14F-4D97-AF65-F5344CB8AC3E}">
        <p14:creationId xmlns:p14="http://schemas.microsoft.com/office/powerpoint/2010/main" val="79722268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5D16A156-ACB6-4C7F-AA4E-A2B288B6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5AC5E3C-8A42-47C1-9C18-AABC3CC9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하나의 질문에 세 가지 역할을 엄격히 분리한다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5D8ED96A-1407-4578-9B68-9BF2B9BD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 근거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공개 문서와 Diplo가 현재 출시 동작·설정·결함 판정의 기준이다.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038A0BC3-5005-4906-A80E-1E8D1265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미출시 프리뷰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Europa는 동일 원인의 개선 여부만 비교하며 현재 기능으로 안내하지 않는다.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07C30683-A3FB-4A4E-8974-8DA794D5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연관 제품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Wall·Cockpit·Genie·Kickstart·QEMU 도구는 질문과 직접 연관될 때 통합한다.</a:t>
            </a:r>
          </a:p>
        </p:txBody>
      </p:sp>
    </p:spTree>
    <p:extLst>
      <p:ext uri="{BB962C8B-B14F-4D97-AF65-F5344CB8AC3E}">
        <p14:creationId xmlns:p14="http://schemas.microsoft.com/office/powerpoint/2010/main" val="111375930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04EBED49-BC3D-4D16-BB30-17D6C87D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C7A3857C-6B5B-462A-91C0-654FD9EA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전체를 검색하되 관련 근거만 답변 생성에 사용한다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14081A07-2AAE-4D67-B078-D9723B17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571CB1B3-DA1B-4CFE-86AA-902D252A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303E6BC7-BB62-4EA4-8B36-CCF90A77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2BC44801-DAD0-44C9-88CA-63AA4911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01 · REVIEW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F82AF0A2-321D-4D5D-AF48-172DDF1C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02 · SYNTHESIZE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7586A4A8-0647-47BB-B76D-BAF50F81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03 · PROJECT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438C084D-1004-496E-BC3F-446E161E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현재판과 프리뷰 분리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질문 식별자와 직접 일치하는 근거만 결합한다.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6E5F90C5-06AC-4145-A6D0-3B0146BC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8개 Profile 독립 검색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근거 있음과 없음 모두 Coverage에 남긴다.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DC496E2B-2C3C-4487-8CD2-0D561000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두 개의 출력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Reviewer Ledger와 사용자 안전 답변을 분리한다.</a:t>
            </a:r>
          </a:p>
        </p:txBody>
      </p:sp>
    </p:spTree>
    <p:extLst>
      <p:ext uri="{BB962C8B-B14F-4D97-AF65-F5344CB8AC3E}">
        <p14:creationId xmlns:p14="http://schemas.microsoft.com/office/powerpoint/2010/main" val="11515282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5F7B1B7-543F-49DC-99F6-A4DB2CBE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25FD653-3F3B-43BF-9C0D-7F1BCEC0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내부 추적성과 고객 안전성을 동시에 지킨다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3735558A-334B-4D7C-9D6F-D83CA56F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Ledger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저장소·브랜치·Commit·파일·라인과 8개 영역 검토 상태를 보존한다.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7FD9986C-2DCF-4DF6-9859-04687CF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Safe Projection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Community와 일반 Chat에서는 내부 계보·Profile·GitHub URL을 제거한다.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A9C9FCD2-2643-489B-8689-82B31B93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Reviewer Chat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상세·승인·수정·반려와 현재판·프리뷰 판정을 Chat에서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880601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935F4E15-0140-4C3E-A6D6-7AD1AEE5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95C6A97D-F951-44BD-B49F-74AA1DE9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16A80832-9E68-4148-B01A-B7384194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7468A327-C3F0-4B27-A584-AA95C5FD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0B4B680B-0A4B-4651-A119-EE1674FA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실서버에서 답변 품질과 노출 경계를 함께 검증했다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81F63162-474E-448D-AC6A-5CE6B985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Unit·Contract 시험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E5CF3E1-4A64-4034-8AC6-DD2B8F85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외부 내부계보 노출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38A51F67-BA6F-4897-B632-EA249196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 Profile 검토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1E3CD661-B00D-4E27-BA67-D1B6E004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158 PASS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54F40640-00E7-49FC-84C6-DDAA37AD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B7278EAB-302F-4D71-9653-72782A2B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0건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02FCAF5E-34A9-4AE0-A903-F9F2293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최종 E2E · Community Discussion #150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Ubuntu 24.04 · AI Gateway 0.11.0 · OpenAI 구조화 판정 · GitHub→Chat 무변경</a:t>
            </a:r>
          </a:p>
        </p:txBody>
      </p:sp>
    </p:spTree>
    <p:extLst>
      <p:ext uri="{BB962C8B-B14F-4D97-AF65-F5344CB8AC3E}">
        <p14:creationId xmlns:p14="http://schemas.microsoft.com/office/powerpoint/2010/main" val="17366411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F6EAD0C7-C63E-4367-AE0B-32940999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 #61은
Ready 전환 가능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66BD81F5-1125-44F3-9ADB-60EB5AE7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Issue #62 · 전 Source·버전 비교 완료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Issue #63 · 내부/외부 Projection 완료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다음 단계 · Issue #23 운영 KPI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D2E7DFFD-B882-47E6-B413-132EC231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DECISION</a:t>
            </a:r>
          </a:p>
        </p:txBody>
      </p:sp>
    </p:spTree>
    <p:extLst>
      <p:ext uri="{BB962C8B-B14F-4D97-AF65-F5344CB8AC3E}">
        <p14:creationId xmlns:p14="http://schemas.microsoft.com/office/powerpoint/2010/main" val="8243931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2026-08-12T10:07:17.5200000Z</dcterms:created>
  <dcterms:modified xsi:type="dcterms:W3CDTF">2026-08-12T10:07:17.5200000Z</dcterms:modified>
</coreProperties>
</file>