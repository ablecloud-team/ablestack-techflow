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3f539e622543d8" /><Relationship Type="http://schemas.openxmlformats.org/officeDocument/2006/relationships/extended-properties" Target="/docProps/app.xml" Id="Rbd45003c585149b4" /><Relationship Type="http://schemas.openxmlformats.org/officeDocument/2006/relationships/officeDocument" Target="/ppt/presentation.xml" Id="R1b37edfd0fa241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5c98813a4748b4"/>
  </p:sldMasterIdLst>
  <p:notesMasterIdLst>
    <p:notesMasterId xmlns:r="http://schemas.openxmlformats.org/officeDocument/2006/relationships" r:id="Re8dd4817db174851"/>
  </p:notesMasterIdLst>
  <p:sldIdLst>
    <p:sldId xmlns:r="http://schemas.openxmlformats.org/officeDocument/2006/relationships" id="256" r:id="R487b22fe371d4245"/>
    <p:sldId xmlns:r="http://schemas.openxmlformats.org/officeDocument/2006/relationships" id="257" r:id="R51442ea95ba64979"/>
    <p:sldId xmlns:r="http://schemas.openxmlformats.org/officeDocument/2006/relationships" id="258" r:id="R794f063238314652"/>
    <p:sldId xmlns:r="http://schemas.openxmlformats.org/officeDocument/2006/relationships" id="259" r:id="Rd768817a4f0440db"/>
    <p:sldId xmlns:r="http://schemas.openxmlformats.org/officeDocument/2006/relationships" id="260" r:id="R9de2102ce46a45af"/>
    <p:sldId xmlns:r="http://schemas.openxmlformats.org/officeDocument/2006/relationships" id="261" r:id="R647e47247cf945c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8816f635424806" /><Relationship Type="http://schemas.openxmlformats.org/officeDocument/2006/relationships/slideMaster" Target="/ppt/slideMasters/slideMaster1.xml" Id="R455c98813a4748b4" /><Relationship Type="http://schemas.openxmlformats.org/officeDocument/2006/relationships/notesMaster" Target="/ppt/notesMasters/notesMaster1.xml" Id="Re8dd4817db174851" /><Relationship Type="http://schemas.openxmlformats.org/officeDocument/2006/relationships/presProps" Target="/ppt/presProps.xml" Id="R11a79c33a9f24dc3" /><Relationship Type="http://schemas.openxmlformats.org/officeDocument/2006/relationships/tableStyles" Target="/ppt/tableStyles.xml" Id="R23e1e987e8084188" /><Relationship Type="http://schemas.openxmlformats.org/officeDocument/2006/relationships/slide" Target="/ppt/slides/slide1.xml" Id="R487b22fe371d4245" /><Relationship Type="http://schemas.openxmlformats.org/officeDocument/2006/relationships/slide" Target="/ppt/slides/slide2.xml" Id="R51442ea95ba64979" /><Relationship Type="http://schemas.openxmlformats.org/officeDocument/2006/relationships/slide" Target="/ppt/slides/slide3.xml" Id="R794f063238314652" /><Relationship Type="http://schemas.openxmlformats.org/officeDocument/2006/relationships/slide" Target="/ppt/slides/slide4.xml" Id="Rd768817a4f0440db" /><Relationship Type="http://schemas.openxmlformats.org/officeDocument/2006/relationships/slide" Target="/ppt/slides/slide5.xml" Id="R9de2102ce46a45af" /><Relationship Type="http://schemas.openxmlformats.org/officeDocument/2006/relationships/slide" Target="/ppt/slides/slide6.xml" Id="R647e47247cf945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78344d1c9e44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630fed066a4d48" /><Relationship Type="http://schemas.openxmlformats.org/officeDocument/2006/relationships/notesMaster" Target="/ppt/notesMasters/notesMaster1.xml" Id="Rea7dfdaae44048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591da1ed2c41ae" /><Relationship Type="http://schemas.openxmlformats.org/officeDocument/2006/relationships/notesMaster" Target="/ppt/notesMasters/notesMaster1.xml" Id="Re30cd48da5754a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4746ceced245f9" /><Relationship Type="http://schemas.openxmlformats.org/officeDocument/2006/relationships/notesMaster" Target="/ppt/notesMasters/notesMaster1.xml" Id="Rb4d8822a0ed94f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d764532ead4f04" /><Relationship Type="http://schemas.openxmlformats.org/officeDocument/2006/relationships/notesMaster" Target="/ppt/notesMasters/notesMaster1.xml" Id="Rc2bf566fc6c14f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7de5f9e0014339" /><Relationship Type="http://schemas.openxmlformats.org/officeDocument/2006/relationships/notesMaster" Target="/ppt/notesMasters/notesMaster1.xml" Id="Rf82c77ebfda146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0f18daa44a4b78" /><Relationship Type="http://schemas.openxmlformats.org/officeDocument/2006/relationships/notesMaster" Target="/ppt/notesMasters/notesMaster1.xml" Id="R33958f5bf6ca43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fb1938473e47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8aec8a92174b49" /><Relationship Type="http://schemas.openxmlformats.org/officeDocument/2006/relationships/slideLayout" Target="/ppt/slideLayouts/slideLayout1.xml" Id="R4cb39e5ab6e948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b39e5ab6e948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ae910ca40400a" /><Relationship Type="http://schemas.openxmlformats.org/officeDocument/2006/relationships/notesSlide" Target="/ppt/notesSlides/notesSlide1.xml" Id="R88edab2d4af544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711f0b7c24921" /><Relationship Type="http://schemas.openxmlformats.org/officeDocument/2006/relationships/notesSlide" Target="/ppt/notesSlides/notesSlide2.xml" Id="R82e7ed4538004e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fb47cee2046b4" /><Relationship Type="http://schemas.openxmlformats.org/officeDocument/2006/relationships/notesSlide" Target="/ppt/notesSlides/notesSlide3.xml" Id="Rcad3aff8e8e24c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1ffee7d0c4fc2" /><Relationship Type="http://schemas.openxmlformats.org/officeDocument/2006/relationships/notesSlide" Target="/ppt/notesSlides/notesSlide4.xml" Id="R5b1889882d2a4e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4bc3c203447e4" /><Relationship Type="http://schemas.openxmlformats.org/officeDocument/2006/relationships/notesSlide" Target="/ppt/notesSlides/notesSlide5.xml" Id="R79f50d4f32074f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46b2c5939497d" /><Relationship Type="http://schemas.openxmlformats.org/officeDocument/2006/relationships/notesSlide" Target="/ppt/notesSlides/notesSlide6.xml" Id="R2e98a2e4d21840f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9C1D1469-FE50-45C4-9FDC-227F1C19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현재판은 Diplo,
개선 비교는 Europa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400236C4-9908-4183-B7C0-9B2BCB75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전 Source 검토와 안전한 고객 답변을 하나의 제품 경로로 완성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D939A922-4882-4751-9842-AE662D2E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ABLESTACK TechFlow · Issue #62·#63</a:t>
            </a:r>
          </a:p>
        </p:txBody>
      </p:sp>
    </p:spTree>
    <p:extLst>
      <p:ext uri="{BB962C8B-B14F-4D97-AF65-F5344CB8AC3E}">
        <p14:creationId xmlns:p14="http://schemas.microsoft.com/office/powerpoint/2010/main" val="194481654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6DA1693-33F0-4BD9-A167-9A6EDA76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3D3F920E-2E3C-4B0E-AA69-8C085A8C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하나의 질문에 세 가지 역할을 엄격히 분리한다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20DB029B-08D3-4205-8714-89D3D238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 근거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공개 문서와 Diplo가 현재 출시 동작·설정·결함 판정의 기준이다.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BA4F9F33-4CEB-4413-A60D-3C249BED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미출시 프리뷰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Europa는 동일 원인의 개선 여부만 비교하며 현재 기능으로 안내하지 않는다.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12741FE9-00A6-40C2-AFBE-649B77C2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연관 제품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Wall·Cockpit·Genie·Kickstart·QEMU 도구는 질문과 직접 연관될 때 통합한다.</a:t>
            </a:r>
          </a:p>
        </p:txBody>
      </p:sp>
    </p:spTree>
    <p:extLst>
      <p:ext uri="{BB962C8B-B14F-4D97-AF65-F5344CB8AC3E}">
        <p14:creationId xmlns:p14="http://schemas.microsoft.com/office/powerpoint/2010/main" val="7524791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8E2D1A4E-80CC-4BEE-85FA-58B5382C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D68E4FA7-A5B2-442D-A589-9029E053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전체를 검색하되 관련 근거만 답변 생성에 사용한다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8D23E9D2-5CA9-4532-9396-095B0154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24C0885A-83F6-4486-A607-DF7B716E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0D5DCFF-D57C-4802-BFF4-B394D60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1A1F0C2F-8B0D-4A3D-A73B-560291C2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01 · REVIEW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20978F44-45CE-4BB2-A750-D198A280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02 · SYNTHESIZE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729D3F90-4FAF-4831-8AB7-3A8FADD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03 · PROJECT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51B5A434-17DD-470E-A108-E4B8C4A1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현재판과 프리뷰 분리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질문 식별자와 직접 일치하는 근거만 결합한다.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7A5181DA-AA7A-41E1-A6FD-F5039319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8개 Profile 독립 검색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근거 있음과 없음 모두 Coverage에 남긴다.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3045095F-9040-4BF7-93ED-AFDFF3FD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두 개의 출력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Reviewer Ledger와 사용자 안전 답변을 분리한다.</a:t>
            </a:r>
          </a:p>
        </p:txBody>
      </p:sp>
    </p:spTree>
    <p:extLst>
      <p:ext uri="{BB962C8B-B14F-4D97-AF65-F5344CB8AC3E}">
        <p14:creationId xmlns:p14="http://schemas.microsoft.com/office/powerpoint/2010/main" val="5727690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E39D154-3E41-4309-9532-5C4B2184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74B9B60-CF7F-44BB-806B-6D9764CE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사용자 답변은 하나의 트러블슈팅 문서로 읽힌다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309103CE-F6AE-4AAB-BBA0-273C4056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증상 → 원인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관찰 사실과 원인 판정을 분리해 문제 상황을 먼저 이해하게 한다.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6AD6F207-E1A8-4AD5-8A32-7B518C35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추가 고려사항 → 적용 버전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남은 확인점과 Diplo 현재판·Europa Preview 경계를 명시한다.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1E9446F6-62C6-46BC-B912-1971FA3B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해결 방법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 출시판에 적용할 확인·조치 순서를 별도 Section으로 제공한다.</a:t>
            </a:r>
          </a:p>
        </p:txBody>
      </p:sp>
    </p:spTree>
    <p:extLst>
      <p:ext uri="{BB962C8B-B14F-4D97-AF65-F5344CB8AC3E}">
        <p14:creationId xmlns:p14="http://schemas.microsoft.com/office/powerpoint/2010/main" val="154672912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B0520D99-A12B-48CC-8BC9-6A3FF6BA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9171CBC2-DD2B-4723-BEB3-FD5A6C73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DC4D4752-F507-42BB-B0E4-C9726CC6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5F583470-33EB-434B-8510-02E193ED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7A7183AC-9498-40E8-BDFA-3502E1C9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실서버에서 답변 품질과 노출 경계를 함께 검증했다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C57AB196-2EC1-47AC-BAF4-51394331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Unit·Contract 시험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0A8552DD-3DFA-4F12-914D-6A9E1200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외부 내부계보 노출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B58E47F9-CD74-465B-8622-D4D356FA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 Profile 검토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372919A8-3B3A-43E1-B757-80C44E75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163 PASS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A5A42C46-55FC-422F-A795-D515F39A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E7741480-C59D-4EF1-96E4-2C3829D1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0건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AF842FCF-5584-43C7-B650-A69154E9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Mold 콘솔 연결중 · Discussion #152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Ubuntu 24.04 · AI Gateway 0.11.2 · Chat/Community 답변 검증 · GitHub→Chat 무변경</a:t>
            </a:r>
          </a:p>
        </p:txBody>
      </p:sp>
    </p:spTree>
    <p:extLst>
      <p:ext uri="{BB962C8B-B14F-4D97-AF65-F5344CB8AC3E}">
        <p14:creationId xmlns:p14="http://schemas.microsoft.com/office/powerpoint/2010/main" val="20846448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EFECAE61-A884-4F30-95CA-3BCB986F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 #61은
Ready 상태 유지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FFF9EDE-68B4-47A3-B3EF-30B425C6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Issue #62 · 전 Source·버전 비교 완료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Issue #63 · 내부/외부 Projection 완료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다음 단계 · Issue #23 운영 KPI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DCF64F3E-E7DD-40A0-B32F-7B64AA26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DECISION</a:t>
            </a:r>
          </a:p>
        </p:txBody>
      </p:sp>
    </p:spTree>
    <p:extLst>
      <p:ext uri="{BB962C8B-B14F-4D97-AF65-F5344CB8AC3E}">
        <p14:creationId xmlns:p14="http://schemas.microsoft.com/office/powerpoint/2010/main" val="13472608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2026-08-12T11:26:40.4170000Z</dcterms:created>
  <dcterms:modified xsi:type="dcterms:W3CDTF">2026-08-12T11:26:40.4170000Z</dcterms:modified>
</coreProperties>
</file>