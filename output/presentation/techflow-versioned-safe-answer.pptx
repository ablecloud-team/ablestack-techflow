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48267845ee436f" /><Relationship Type="http://schemas.openxmlformats.org/officeDocument/2006/relationships/extended-properties" Target="/docProps/app.xml" Id="R9fc967a7f00d4d55" /><Relationship Type="http://schemas.openxmlformats.org/officeDocument/2006/relationships/officeDocument" Target="/ppt/presentation.xml" Id="R7911f36ad46d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6bc3d3d1054711"/>
  </p:sldMasterIdLst>
  <p:notesMasterIdLst>
    <p:notesMasterId xmlns:r="http://schemas.openxmlformats.org/officeDocument/2006/relationships" r:id="R4289e916ecde412f"/>
  </p:notesMasterIdLst>
  <p:sldIdLst>
    <p:sldId xmlns:r="http://schemas.openxmlformats.org/officeDocument/2006/relationships" id="256" r:id="R5bef15b95a364ee3"/>
    <p:sldId xmlns:r="http://schemas.openxmlformats.org/officeDocument/2006/relationships" id="257" r:id="R6ed5dfb3d2e44d90"/>
    <p:sldId xmlns:r="http://schemas.openxmlformats.org/officeDocument/2006/relationships" id="258" r:id="Rf11d45ec81664012"/>
    <p:sldId xmlns:r="http://schemas.openxmlformats.org/officeDocument/2006/relationships" id="259" r:id="Ra0cdedc846e64c02"/>
    <p:sldId xmlns:r="http://schemas.openxmlformats.org/officeDocument/2006/relationships" id="260" r:id="R6d747a13d8614d10"/>
    <p:sldId xmlns:r="http://schemas.openxmlformats.org/officeDocument/2006/relationships" id="261" r:id="R0b4937944abd4d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eea0fac5db48ed" /><Relationship Type="http://schemas.openxmlformats.org/officeDocument/2006/relationships/slideMaster" Target="/ppt/slideMasters/slideMaster1.xml" Id="R0c6bc3d3d1054711" /><Relationship Type="http://schemas.openxmlformats.org/officeDocument/2006/relationships/notesMaster" Target="/ppt/notesMasters/notesMaster1.xml" Id="R4289e916ecde412f" /><Relationship Type="http://schemas.openxmlformats.org/officeDocument/2006/relationships/presProps" Target="/ppt/presProps.xml" Id="R92e172f671214151" /><Relationship Type="http://schemas.openxmlformats.org/officeDocument/2006/relationships/tableStyles" Target="/ppt/tableStyles.xml" Id="Rcfd2130d6db24bd9" /><Relationship Type="http://schemas.openxmlformats.org/officeDocument/2006/relationships/slide" Target="/ppt/slides/slide1.xml" Id="R5bef15b95a364ee3" /><Relationship Type="http://schemas.openxmlformats.org/officeDocument/2006/relationships/slide" Target="/ppt/slides/slide2.xml" Id="R6ed5dfb3d2e44d90" /><Relationship Type="http://schemas.openxmlformats.org/officeDocument/2006/relationships/slide" Target="/ppt/slides/slide3.xml" Id="Rf11d45ec81664012" /><Relationship Type="http://schemas.openxmlformats.org/officeDocument/2006/relationships/slide" Target="/ppt/slides/slide4.xml" Id="Ra0cdedc846e64c02" /><Relationship Type="http://schemas.openxmlformats.org/officeDocument/2006/relationships/slide" Target="/ppt/slides/slide5.xml" Id="R6d747a13d8614d10" /><Relationship Type="http://schemas.openxmlformats.org/officeDocument/2006/relationships/slide" Target="/ppt/slides/slide6.xml" Id="R0b4937944abd4d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5f8a61cfa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ad04f2908246ef" /><Relationship Type="http://schemas.openxmlformats.org/officeDocument/2006/relationships/notesMaster" Target="/ppt/notesMasters/notesMaster1.xml" Id="R1890fadaebba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540afe09fe43d1" /><Relationship Type="http://schemas.openxmlformats.org/officeDocument/2006/relationships/notesMaster" Target="/ppt/notesMasters/notesMaster1.xml" Id="R6ef2ce285a2d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8e28e9ee1426e" /><Relationship Type="http://schemas.openxmlformats.org/officeDocument/2006/relationships/notesMaster" Target="/ppt/notesMasters/notesMaster1.xml" Id="Rf363251a2f0f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73667e694471c" /><Relationship Type="http://schemas.openxmlformats.org/officeDocument/2006/relationships/notesMaster" Target="/ppt/notesMasters/notesMaster1.xml" Id="R5b22b84b612540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07cc65f8346b5" /><Relationship Type="http://schemas.openxmlformats.org/officeDocument/2006/relationships/notesMaster" Target="/ppt/notesMasters/notesMaster1.xml" Id="R0957c08b324c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ed075ff5a4ea2" /><Relationship Type="http://schemas.openxmlformats.org/officeDocument/2006/relationships/notesMaster" Target="/ppt/notesMasters/notesMaster1.xml" Id="R86bea74e6e28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docs/plans/issues-62-63-versioned-safe-answer-design.md</a:t>
            </a:r>
          </a:p>
          <a:p xmlns:a="http://schemas.openxmlformats.org/drawingml/2006/main">
            <a:r>
              <a:t>docs/reports/issues-62-63-versioned-safe-answer-validation.md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docs/plans/issues-62-63-versioned-safe-answer-design.md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docs/plans/issues-62-63-versioned-safe-answer-design.md</a:t>
            </a:r>
          </a:p>
          <a:p xmlns:a="http://schemas.openxmlformats.org/drawingml/2006/main">
            <a:r>
              <a:t>docs/reports/issues-62-63-versioned-safe-answer-validation.md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docs/plans/issues-62-63-versioned-safe-answer-design.md</a:t>
            </a:r>
          </a:p>
          <a:p xmlns:a="http://schemas.openxmlformats.org/drawingml/2006/main">
            <a:r>
              <a:t>docs/reports/issues-62-63-versioned-safe-answer-validation.md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docs/reports/issues-62-63-versioned-safe-answer-validation.md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docs/reports/issues-62-63-versioned-safe-answer-validation.md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fa567e996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46aabc3784f64" /><Relationship Type="http://schemas.openxmlformats.org/officeDocument/2006/relationships/slideLayout" Target="/ppt/slideLayouts/slideLayout1.xml" Id="Rbcf6a641c1364c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6a641c136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db01d1f2c4fc1" /><Relationship Type="http://schemas.openxmlformats.org/officeDocument/2006/relationships/notesSlide" Target="/ppt/notesSlides/notesSlide1.xml" Id="R1bb75cd5ae6c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f0934c1447f8" /><Relationship Type="http://schemas.openxmlformats.org/officeDocument/2006/relationships/notesSlide" Target="/ppt/notesSlides/notesSlide2.xml" Id="R9802f3573cdc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a4b663d0443f4" /><Relationship Type="http://schemas.openxmlformats.org/officeDocument/2006/relationships/notesSlide" Target="/ppt/notesSlides/notesSlide3.xml" Id="R1f9efe6a315e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59d5dfd544cd0" /><Relationship Type="http://schemas.openxmlformats.org/officeDocument/2006/relationships/notesSlide" Target="/ppt/notesSlides/notesSlide4.xml" Id="R93301b447a93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e7ace98e24c28" /><Relationship Type="http://schemas.openxmlformats.org/officeDocument/2006/relationships/notesSlide" Target="/ppt/notesSlides/notesSlide5.xml" Id="R9aeab65f39b44e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76dba48a4406c" /><Relationship Type="http://schemas.openxmlformats.org/officeDocument/2006/relationships/notesSlide" Target="/ppt/notesSlides/notesSlide6.xml" Id="Rc159a239179c44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67023CB-91D9-4EF6-99C2-B8F8D4C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현재판은 Diplo,
개선 비교는 Europa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0FB471F-5064-440B-B051-715D4034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전 Source 검토와 안전한 고객 답변을 하나의 제품 경로로 완성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035850F-41D7-45E2-B698-260D6196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ABLESTACK TechFlow · Issue #62·#63</a:t>
            </a:r>
          </a:p>
        </p:txBody>
      </p:sp>
    </p:spTree>
    <p:extLst>
      <p:ext uri="{BB962C8B-B14F-4D97-AF65-F5344CB8AC3E}">
        <p14:creationId xmlns:p14="http://schemas.microsoft.com/office/powerpoint/2010/main" val="519709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8359AA-2B4D-4CAF-A234-7564F70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A79B744-C5FA-4F63-A2DE-3F75CE30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하나의 질문에 세 가지 역할을 엄격히 분리한다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E77FCCE-A307-4398-9386-0E8A1C12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현재 근거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공개 문서와 Diplo가 현재 출시 동작·설정·결함 판정의 기준이다.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92B9819-4D75-4D4A-A768-2E5E3EF8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미출시 프리뷰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Europa는 동일 원인의 개선 여부만 비교하며 현재 기능으로 안내하지 않는다.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F1CD95C-C2A2-4F95-983A-BAE1A934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연관 제품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Wall·Cockpit·Genie·Kickstart·QEMU 도구는 질문과 직접 연관될 때 통합한다.</a:t>
            </a:r>
          </a:p>
        </p:txBody>
      </p:sp>
    </p:spTree>
    <p:extLst>
      <p:ext uri="{BB962C8B-B14F-4D97-AF65-F5344CB8AC3E}">
        <p14:creationId xmlns:p14="http://schemas.microsoft.com/office/powerpoint/2010/main" val="10345675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365F5ED-BDFF-4D6F-9E8B-6D34BBF4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471CE3F-F6C1-4508-8769-F718C64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전체를 검색하되 관련 근거만 답변 생성에 사용한다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5FF16DC-576B-4EE0-8615-1DB05C6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97724F2-D5C2-4050-B1AA-1B7772DE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802FDCE-6572-4783-9FB1-24E26E0C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1B587C9-7023-4A60-AC29-1B705F7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· REVIEW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FDE155B-6E00-4D41-B4D8-F89EF0E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· SYNTHESIZE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37E5EEA-6907-4D9F-8C9A-14DE5A1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 · PROJECT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3EEB831-BED8-4798-8D5D-796822F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현재판과 프리뷰 분리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질문 식별자와 직접 일치하는 근거만 결합한다.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9750B6F-431A-4C69-903C-EDEFD543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8개 Profile 독립 검색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근거 있음과 없음 모두 Coverage에 남긴다.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5822246-B1CA-4B30-A1CD-FDD82AE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두 개의 출력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Reviewer Ledger와 사용자 안전 답변을 분리한다.</a:t>
            </a:r>
          </a:p>
        </p:txBody>
      </p:sp>
    </p:spTree>
    <p:extLst>
      <p:ext uri="{BB962C8B-B14F-4D97-AF65-F5344CB8AC3E}">
        <p14:creationId xmlns:p14="http://schemas.microsoft.com/office/powerpoint/2010/main" val="4241926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5EC5949-BA08-4DDF-B2FE-33A0411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0C1AFF3-D504-43EB-9BAF-E4C71A2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사용자 답변은 하나의 트러블슈팅 문서로 읽힌다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F9C6D13-0D5A-44A5-9F8D-413B056F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증상 → 원인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관찰 사실과 원인 판정을 분리해 문제 상황을 먼저 이해하게 한다.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65E42A4-33E8-4048-BE7E-D4C3F35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추가 고려사항 → 적용 버전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남은 확인점과 Diplo 현재판·Europa Preview 경계를 명시한다.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B1B811BA-7ABD-4A8A-959A-3429ECF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해결 방법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현재 출시판에 적용할 확인·조치 순서를 별도 Section으로 제공한다.</a:t>
            </a:r>
          </a:p>
        </p:txBody>
      </p:sp>
    </p:spTree>
    <p:extLst>
      <p:ext uri="{BB962C8B-B14F-4D97-AF65-F5344CB8AC3E}">
        <p14:creationId xmlns:p14="http://schemas.microsoft.com/office/powerpoint/2010/main" val="466004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62C3530-2D66-48AC-9AA8-CAD02A5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0321276-0582-4D20-A927-2460A5C9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FF85C24-AA38-4358-8DCF-8366159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67555B9-A036-473B-8BFA-F311798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C1D2310-96B8-4391-BB5A-7042A7D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실서버에서 답변 품질과 노출 경계를 함께 검증했다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55C46C4-2749-4195-B51C-108C40CD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Unit·Contract 시험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A3560DF-3ECE-435F-AA04-F3A688EB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외부 내부계보 노출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20D0327-DA44-412C-A958-1F53D170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Profile 검토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7AFE661-BA7F-46F1-B706-06D4224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159 PASS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2AFF6BE-3E37-4616-A391-617E9FB6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42E2AE7-545E-423A-B9A4-70D8310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0건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38CA89F-18C0-4C2B-AE95-6899BF25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최종 E2E · Community Discussion #151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Ubuntu 24.04 · AI Gateway 0.11.1 · 5개 Section 검증 · GitHub→Chat 무변경</a:t>
            </a:r>
          </a:p>
        </p:txBody>
      </p:sp>
    </p:spTree>
    <p:extLst>
      <p:ext uri="{BB962C8B-B14F-4D97-AF65-F5344CB8AC3E}">
        <p14:creationId xmlns:p14="http://schemas.microsoft.com/office/powerpoint/2010/main" val="14527730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778874B-39A1-4AE1-975C-5AFB659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 #61은
Ready 상태 유지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9E818E4-E945-43C6-AE5C-BDEA482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 #62 · 전 Source·버전 비교 완료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Issue #63 · 내부/외부 Projection 완료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다음 단계 · Issue #23 운영 KPI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EA5F9D1-A825-4469-B6CF-2F66BB0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DECISION</a:t>
            </a:r>
          </a:p>
        </p:txBody>
      </p:sp>
    </p:spTree>
    <p:extLst>
      <p:ext uri="{BB962C8B-B14F-4D97-AF65-F5344CB8AC3E}">
        <p14:creationId xmlns:p14="http://schemas.microsoft.com/office/powerpoint/2010/main" val="457182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2026-08-12T10:49:14.5810000Z</dcterms:created>
  <dcterms:modified xsi:type="dcterms:W3CDTF">2026-08-12T10:49:14.5810000Z</dcterms:modified>
</coreProperties>
</file>