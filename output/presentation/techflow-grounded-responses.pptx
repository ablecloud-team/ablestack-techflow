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a78e9c518c4440e" /><Relationship Type="http://schemas.openxmlformats.org/officeDocument/2006/relationships/extended-properties" Target="/docProps/app.xml" Id="R01037dfcd19843d1" /><Relationship Type="http://schemas.openxmlformats.org/officeDocument/2006/relationships/officeDocument" Target="/ppt/presentation.xml" Id="R72c95ae8030f471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6314f0022774ee7"/>
  </p:sldMasterIdLst>
  <p:notesMasterIdLst>
    <p:notesMasterId xmlns:r="http://schemas.openxmlformats.org/officeDocument/2006/relationships" r:id="Rd67a91db941b43d3"/>
  </p:notesMasterIdLst>
  <p:sldIdLst>
    <p:sldId xmlns:r="http://schemas.openxmlformats.org/officeDocument/2006/relationships" id="256" r:id="Rd25607a8a9524aa2"/>
    <p:sldId xmlns:r="http://schemas.openxmlformats.org/officeDocument/2006/relationships" id="257" r:id="Rc12bdd4bdc674b1d"/>
    <p:sldId xmlns:r="http://schemas.openxmlformats.org/officeDocument/2006/relationships" id="258" r:id="Ra7592a87fa0b4358"/>
    <p:sldId xmlns:r="http://schemas.openxmlformats.org/officeDocument/2006/relationships" id="259" r:id="R90a4e84a5f294603"/>
    <p:sldId xmlns:r="http://schemas.openxmlformats.org/officeDocument/2006/relationships" id="260" r:id="R3bbfa6c0e50d40d4"/>
    <p:sldId xmlns:r="http://schemas.openxmlformats.org/officeDocument/2006/relationships" id="261" r:id="Rdc60e003ae304a87"/>
    <p:sldId xmlns:r="http://schemas.openxmlformats.org/officeDocument/2006/relationships" id="262" r:id="Re089d67f360e4176"/>
    <p:sldId xmlns:r="http://schemas.openxmlformats.org/officeDocument/2006/relationships" id="263" r:id="R089ecc6aefdb4019"/>
    <p:sldId xmlns:r="http://schemas.openxmlformats.org/officeDocument/2006/relationships" id="264" r:id="R29d04c1ad49d4d30"/>
    <p:sldId xmlns:r="http://schemas.openxmlformats.org/officeDocument/2006/relationships" id="265" r:id="R72970f8ebd8149f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9a61799479f40a2" /><Relationship Type="http://schemas.openxmlformats.org/officeDocument/2006/relationships/slideMaster" Target="/ppt/slideMasters/slideMaster1.xml" Id="R46314f0022774ee7" /><Relationship Type="http://schemas.openxmlformats.org/officeDocument/2006/relationships/notesMaster" Target="/ppt/notesMasters/notesMaster1.xml" Id="Rd67a91db941b43d3" /><Relationship Type="http://schemas.openxmlformats.org/officeDocument/2006/relationships/presProps" Target="/ppt/presProps.xml" Id="Rbcc9a4b2e6944041" /><Relationship Type="http://schemas.openxmlformats.org/officeDocument/2006/relationships/tableStyles" Target="/ppt/tableStyles.xml" Id="R374ee06898a24895" /><Relationship Type="http://schemas.openxmlformats.org/officeDocument/2006/relationships/slide" Target="/ppt/slides/slide1.xml" Id="Rd25607a8a9524aa2" /><Relationship Type="http://schemas.openxmlformats.org/officeDocument/2006/relationships/slide" Target="/ppt/slides/slide2.xml" Id="Rc12bdd4bdc674b1d" /><Relationship Type="http://schemas.openxmlformats.org/officeDocument/2006/relationships/slide" Target="/ppt/slides/slide3.xml" Id="Ra7592a87fa0b4358" /><Relationship Type="http://schemas.openxmlformats.org/officeDocument/2006/relationships/slide" Target="/ppt/slides/slide4.xml" Id="R90a4e84a5f294603" /><Relationship Type="http://schemas.openxmlformats.org/officeDocument/2006/relationships/slide" Target="/ppt/slides/slide5.xml" Id="R3bbfa6c0e50d40d4" /><Relationship Type="http://schemas.openxmlformats.org/officeDocument/2006/relationships/slide" Target="/ppt/slides/slide6.xml" Id="Rdc60e003ae304a87" /><Relationship Type="http://schemas.openxmlformats.org/officeDocument/2006/relationships/slide" Target="/ppt/slides/slide7.xml" Id="Re089d67f360e4176" /><Relationship Type="http://schemas.openxmlformats.org/officeDocument/2006/relationships/slide" Target="/ppt/slides/slide8.xml" Id="R089ecc6aefdb4019" /><Relationship Type="http://schemas.openxmlformats.org/officeDocument/2006/relationships/slide" Target="/ppt/slides/slide9.xml" Id="R29d04c1ad49d4d30" /><Relationship Type="http://schemas.openxmlformats.org/officeDocument/2006/relationships/slide" Target="/ppt/slides/slide10.xml" Id="R72970f8ebd8149f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becca550f9f409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23da7ae44224009" /><Relationship Type="http://schemas.openxmlformats.org/officeDocument/2006/relationships/notesMaster" Target="/ppt/notesMasters/notesMaster1.xml" Id="R09a23458efa6401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fcf2e6ad2264e1e" /><Relationship Type="http://schemas.openxmlformats.org/officeDocument/2006/relationships/notesMaster" Target="/ppt/notesMasters/notesMaster1.xml" Id="Rc9e6045048d940e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253329f9c6049dd" /><Relationship Type="http://schemas.openxmlformats.org/officeDocument/2006/relationships/notesMaster" Target="/ppt/notesMasters/notesMaster1.xml" Id="R89c41d67650c4fb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f78cacaa38e4770" /><Relationship Type="http://schemas.openxmlformats.org/officeDocument/2006/relationships/notesMaster" Target="/ppt/notesMasters/notesMaster1.xml" Id="R81d071b838324a7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7c4c6020dcb48bb" /><Relationship Type="http://schemas.openxmlformats.org/officeDocument/2006/relationships/notesMaster" Target="/ppt/notesMasters/notesMaster1.xml" Id="R72fc359e92fd47d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d18bc6841a7407c" /><Relationship Type="http://schemas.openxmlformats.org/officeDocument/2006/relationships/notesMaster" Target="/ppt/notesMasters/notesMaster1.xml" Id="Rc02f6481e4a7422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eb37c176aca4557" /><Relationship Type="http://schemas.openxmlformats.org/officeDocument/2006/relationships/notesMaster" Target="/ppt/notesMasters/notesMaster1.xml" Id="R180db30b9250426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696facea92248ed" /><Relationship Type="http://schemas.openxmlformats.org/officeDocument/2006/relationships/notesMaster" Target="/ppt/notesMasters/notesMaster1.xml" Id="Rd8a3a44caa0e447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1b4aaab3eee4587" /><Relationship Type="http://schemas.openxmlformats.org/officeDocument/2006/relationships/notesMaster" Target="/ppt/notesMasters/notesMaster1.xml" Id="R02ac0705ecca4fa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c06815902cc4914" /><Relationship Type="http://schemas.openxmlformats.org/officeDocument/2006/relationships/notesMaster" Target="/ppt/notesMasters/notesMaster1.xml" Id="R55a23b19065f48d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docs/reports/issue-44-grounded-responses-validation.md</a:t>
            </a:r>
          </a:p>
          <a:p xmlns:a="http://schemas.openxmlformats.org/drawingml/2006/main">
            <a:r>
              <a:t>- docs/adr/0009-openai-runtime-integration.md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docs/reports/issue-44-grounded-responses-validation.md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docs/runbooks/grounded-responses.md</a:t>
            </a:r>
          </a:p>
          <a:p xmlns:a="http://schemas.openxmlformats.org/drawingml/2006/main">
            <a:r>
              <a:t>- docs/decisions/techflow-grounded-responses.json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docs/adr/0009-openai-runtime-integration.md</a:t>
            </a:r>
          </a:p>
          <a:p xmlns:a="http://schemas.openxmlformats.org/drawingml/2006/main">
            <a:r>
              <a:t>- https://developers.openai.com/api/docs/guides/structured-outputs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docs/reports/issue-44-grounded-responses-validation.md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docs/runbooks/grounded-responses.md</a:t>
            </a:r>
          </a:p>
          <a:p xmlns:a="http://schemas.openxmlformats.org/drawingml/2006/main">
            <a:r>
              <a:t>- docs/reports/issue-44-grounded-responses-validation.md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docs/reports/issue-44-grounded-responses-validation.md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https://developers.openai.com/api/docs/guides/your-data</a:t>
            </a:r>
          </a:p>
          <a:p xmlns:a="http://schemas.openxmlformats.org/drawingml/2006/main">
            <a:r>
              <a:t>- docs/adr/0009-openai-runtime-integration.md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docs/plans/issue-20-rag-poc-design.md</a:t>
            </a:r>
          </a:p>
          <a:p xmlns:a="http://schemas.openxmlformats.org/drawingml/2006/main">
            <a:r>
              <a:t>- docs/reports/issue-44-grounded-responses-validation.md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docs/reports/issue-44-grounded-responses-validation.md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6df2c5726f40f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172187ff54a41ee" /><Relationship Type="http://schemas.openxmlformats.org/officeDocument/2006/relationships/slideLayout" Target="/ppt/slideLayouts/slideLayout1.xml" Id="Rfd34246105234b6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d34246105234b6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56c96f4a7448a6" /><Relationship Type="http://schemas.openxmlformats.org/officeDocument/2006/relationships/notesSlide" Target="/ppt/notesSlides/notesSlide1.xml" Id="Rcbed7ae642d849a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734acd08a544fc" /><Relationship Type="http://schemas.openxmlformats.org/officeDocument/2006/relationships/notesSlide" Target="/ppt/notesSlides/notesSlide2.xml" Id="R6f9da0bf34af41e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f0950fb6dc428d" /><Relationship Type="http://schemas.openxmlformats.org/officeDocument/2006/relationships/notesSlide" Target="/ppt/notesSlides/notesSlide3.xml" Id="Rb4983c67851c4af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f395009a0a469a" /><Relationship Type="http://schemas.openxmlformats.org/officeDocument/2006/relationships/notesSlide" Target="/ppt/notesSlides/notesSlide4.xml" Id="R16edf326e5744f7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6a6d5eacfe409c" /><Relationship Type="http://schemas.openxmlformats.org/officeDocument/2006/relationships/notesSlide" Target="/ppt/notesSlides/notesSlide5.xml" Id="R62021e6e84ce419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6bd68282964c70" /><Relationship Type="http://schemas.openxmlformats.org/officeDocument/2006/relationships/notesSlide" Target="/ppt/notesSlides/notesSlide6.xml" Id="Rb2fb8b75e4d342b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9332c1db894cfb" /><Relationship Type="http://schemas.openxmlformats.org/officeDocument/2006/relationships/notesSlide" Target="/ppt/notesSlides/notesSlide7.xml" Id="Rea64d3e5eb0141d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c23e9efd72409e" /><Relationship Type="http://schemas.openxmlformats.org/officeDocument/2006/relationships/notesSlide" Target="/ppt/notesSlides/notesSlide8.xml" Id="R4304a6bffd2e436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6192acde4e49ec" /><Relationship Type="http://schemas.openxmlformats.org/officeDocument/2006/relationships/notesSlide" Target="/ppt/notesSlides/notesSlide9.xml" Id="R074132265224460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ec9a64933c473f" /><Relationship Type="http://schemas.openxmlformats.org/officeDocument/2006/relationships/notesSlide" Target="/ppt/notesSlides/notesSlide10.xml" Id="R86c2dd0eff484be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BFF3B903-A86A-413A-92AA-BB4834D4D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근거 답변이
운영 경로가 되다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1D21EB68-ACC0-489A-8745-2D93717CA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OpenAI Responses · 결정론적 라우팅 · Citation 검증 · 안전한 보류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087A9D1E-2846-487E-BC98-D275B9A55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ABLESTACK TECHFLOW · ISSUE #44</a:t>
            </a:r>
          </a:p>
        </p:txBody>
      </p:sp>
    </p:spTree>
    <p:extLst>
      <p:ext uri="{BB962C8B-B14F-4D97-AF65-F5344CB8AC3E}">
        <p14:creationId xmlns:p14="http://schemas.microsoft.com/office/powerpoint/2010/main" val="141126673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B856E189-77DD-4A7E-B8A4-A7DD10B45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579942"/>
            <a:ext cx="9448800" cy="36242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실 답변·보류·감사·롤백까지
하나의 운영 계약으로 완료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94DAC4D2-AF5E-4AF3-A0CA-CBCFCB3C7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6157817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구현 결과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165FD993-77BC-4FEA-9E9F-BFBEE7225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2240"/>
            <a:ext cx="39116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AI Gateway 0.4.0</a:t>
            </a:r>
          </a:p>
        </p:txBody>
      </p:sp>
    </p:spTree>
    <p:extLst>
      <p:ext uri="{BB962C8B-B14F-4D97-AF65-F5344CB8AC3E}">
        <p14:creationId xmlns:p14="http://schemas.microsoft.com/office/powerpoint/2010/main" val="49776406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8EDBB9FC-05F8-464E-AF98-A0A7E83F9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8A2DA045-EF87-41E9-BD24-73D559045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질의는 세 번의 검증을 지나야 답변이 된다</a:t>
            </a:r>
          </a:p>
        </p:txBody>
      </p:sp>
      <p:cxnSp>
        <p:nvCxnSpPr>
          <p:cNvPr id="15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3403BCBC-ABC5-401B-84E5-90DD47593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B888FC87-73BD-4DE6-90B4-40C23C9C8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AC73EF7D-3D1F-4BD2-87E8-C59DD9FF6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C425B210-F2D8-498D-B134-D39DF350B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01 · 검색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637E6034-8644-4361-AC0F-EC88BD0D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02 · 정책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638C0874-056B-45B1-8EB4-18E7A452D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03 · 검증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8A07E341-D13D-4567-B09F-412FEBEB7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사전 판정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Branch·Compatibility
Test-only 보류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D587F28C-2270-4FB5-9E34-22A1CA068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로컬 검색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최대 10개 D0 Chunk
Commit 고정 근거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4FBC3061-D521-4BA6-A893-5D4D64EB7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사후 검증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Strict Schema
Citation 부분집합</a:t>
            </a:r>
          </a:p>
        </p:txBody>
      </p:sp>
    </p:spTree>
    <p:extLst>
      <p:ext uri="{BB962C8B-B14F-4D97-AF65-F5344CB8AC3E}">
        <p14:creationId xmlns:p14="http://schemas.microsoft.com/office/powerpoint/2010/main" val="191093259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04C551DF-0C74-4322-90E6-7B805FE7A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E590EF62-F243-4496-BD80-50E4A88A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Provider는 답변만 생성하고 정책과 실행 권한은 갖지 않는다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BAD99CEF-8ABB-43A7-91EE-7BE31D154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전송 최소화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D0 · 최대 10 Chunk
원본 저장소 업로드 없음</a:t>
            </a:r>
          </a:p>
        </p:txBody>
      </p:sp>
      <p:sp>
        <p:nvSpPr>
          <p:cNvPr id="4" name="Content-Placeholder-1-5">
            <a:extLst xmlns:a="http://schemas.openxmlformats.org/drawingml/2006/main">
              <a:ext uri="{FF2B5EF4-FFF2-40B4-BE49-F238E27FC236}">
                <a16:creationId xmlns:a16="http://schemas.microsoft.com/office/drawing/2014/main" id="{49FE0AF1-65CD-45A3-94C2-12B3C79E4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감사 최소화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Model·Token·Latency
질문·답변 원문 0</a:t>
            </a:r>
          </a:p>
        </p:txBody>
      </p:sp>
      <p:sp>
        <p:nvSpPr>
          <p:cNvPr id="5" name="Content-Placeholder-2-6">
            <a:extLst xmlns:a="http://schemas.openxmlformats.org/drawingml/2006/main">
              <a:ext uri="{FF2B5EF4-FFF2-40B4-BE49-F238E27FC236}">
                <a16:creationId xmlns:a16="http://schemas.microsoft.com/office/drawing/2014/main" id="{829229F8-137A-417B-B780-9759B087E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요청 통제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store=false · background=false
Tool 0 · strict JSON</a:t>
            </a:r>
          </a:p>
        </p:txBody>
      </p:sp>
    </p:spTree>
    <p:extLst>
      <p:ext uri="{BB962C8B-B14F-4D97-AF65-F5344CB8AC3E}">
        <p14:creationId xmlns:p14="http://schemas.microsoft.com/office/powerpoint/2010/main" val="148497290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9E981FA7-42DC-4C1E-8352-254D417AF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6A58BA35-0401-4A80-9B5E-C642E158E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ED039ED0-3E4E-4080-B6DD-EBDC4FDC0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9F4A5325-E8FF-4346-94F0-CA6C40F5B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EAC96CDB-7F57-46B2-9387-53D158C64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실증은 코드·Provider·복구 경로를 함께 통과했다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686F6F63-83FD-4CE4-BE7D-27F5A145A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로컬 + 서버 격리
통과 테스트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23BC2B9F-824C-47A9-916E-C7D91B8DA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Secret Scan
File·Log Hit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1527E633-E768-4013-8E83-6EAC2F05A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실 ANSWERED
Citation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4C65BA8F-42C3-46CD-80E7-AE35C3B4E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96 + 96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2A154F43-D742-4B55-B06E-8DB9130D3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A811131F-F3AE-4D31-B667-6F16DBF01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15CB0C65-4E73-4C55-9EFD-C0EA10036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검증 기준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로컬과 서버를 같은 계약으로 검증하고 실 호출 결과를 원문 없이 감사했다.</a:t>
            </a:r>
          </a:p>
        </p:txBody>
      </p:sp>
    </p:spTree>
    <p:extLst>
      <p:ext uri="{BB962C8B-B14F-4D97-AF65-F5344CB8AC3E}">
        <p14:creationId xmlns:p14="http://schemas.microsoft.com/office/powerpoint/2010/main" val="206791721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9327BA22-EFCE-491C-82D5-F6F4CB747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6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E9C0BA03-7A77-4419-98F5-E335C085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배포는 백업·격리 빌드·되돌리기를 전제로 했다</a:t>
            </a:r>
          </a:p>
        </p:txBody>
      </p:sp>
      <p:cxnSp>
        <p:nvCxnSpPr>
          <p:cNvPr id="15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EB5ECE25-3E90-49B2-B3E3-A8A4C9B28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4965F87C-91BD-47A4-A48A-6991C8E78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C15B57BD-FCEF-4DBE-A138-69873C921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D69A9EF6-5BC2-4299-AFF8-0206AEEDA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BACKUP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A5EF1F03-2D5A-4D51-8715-6054EBAFB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STAGE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E35E44D8-58A3-411F-B240-522ABABE8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RECOVER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74E2D268-30A4-4DBF-B4CA-8E7D9022B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격리 검증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Network-none
96개 Test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A2ED67F6-552D-4D35-B7DF-ECD8CE56D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복구 자산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DB Dump · Image ID
Compose · Checksum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76FF5029-D480-4751-A97A-6B91561A4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왕복 확인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0.4 → 0.3 → 0.4
색인 보존</a:t>
            </a:r>
          </a:p>
        </p:txBody>
      </p:sp>
    </p:spTree>
    <p:extLst>
      <p:ext uri="{BB962C8B-B14F-4D97-AF65-F5344CB8AC3E}">
        <p14:creationId xmlns:p14="http://schemas.microsoft.com/office/powerpoint/2010/main" val="5705094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8B0A74BD-336C-4744-995C-41A969E73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7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E14BE3D8-D138-4288-9FC7-4DDB37650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실 Provider가 드러낸 두 결함을 운영 계약으로 고쳤다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AC7E687C-7A61-4484-A9E9-9974C0F2E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식별자 길이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67자 거절을 재현
HMAC 결과 64자로 고정</a:t>
            </a:r>
          </a:p>
        </p:txBody>
      </p:sp>
      <p:sp>
        <p:nvSpPr>
          <p:cNvPr id="4" name="Content-Placeholder-1-5">
            <a:extLst xmlns:a="http://schemas.openxmlformats.org/drawingml/2006/main">
              <a:ext uri="{FF2B5EF4-FFF2-40B4-BE49-F238E27FC236}">
                <a16:creationId xmlns:a16="http://schemas.microsoft.com/office/drawing/2014/main" id="{5746401E-E029-459D-8B21-2FE69D7AA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실패 의미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거절은 TERMINAL
Timeout은 RETRYABLE</a:t>
            </a:r>
          </a:p>
        </p:txBody>
      </p:sp>
      <p:sp>
        <p:nvSpPr>
          <p:cNvPr id="5" name="Content-Placeholder-2-6">
            <a:extLst xmlns:a="http://schemas.openxmlformats.org/drawingml/2006/main">
              <a:ext uri="{FF2B5EF4-FFF2-40B4-BE49-F238E27FC236}">
                <a16:creationId xmlns:a16="http://schemas.microsoft.com/office/drawing/2014/main" id="{BE43D100-B577-4DF4-9264-6CC44C391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과대 라우팅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문서+코드는 충돌 아님
단일 Version은 Terra</a:t>
            </a:r>
          </a:p>
        </p:txBody>
      </p:sp>
    </p:spTree>
    <p:extLst>
      <p:ext uri="{BB962C8B-B14F-4D97-AF65-F5344CB8AC3E}">
        <p14:creationId xmlns:p14="http://schemas.microsoft.com/office/powerpoint/2010/main" val="20587159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CFBF10B5-FF7F-405D-B23F-56DA0DB54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579942"/>
            <a:ext cx="9448800" cy="36242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D0 PoC는 진행 완료
D1 확장 전 ZDR·MAM 확인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A4AD3893-D801-4575-9B53-9E9D23D96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6157817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운영 확인 항목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0FF2A705-51DD-496D-8C83-A644D3E4C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2240"/>
            <a:ext cx="39116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Data Controls</a:t>
            </a:r>
          </a:p>
        </p:txBody>
      </p:sp>
    </p:spTree>
    <p:extLst>
      <p:ext uri="{BB962C8B-B14F-4D97-AF65-F5344CB8AC3E}">
        <p14:creationId xmlns:p14="http://schemas.microsoft.com/office/powerpoint/2010/main" val="142513247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AFD42B4B-6089-4021-B5DD-DED924C0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9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51DE73A8-CCB9-4814-A200-53E47EB13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다음 단계는 Activepieces가 승인된 지식 갱신을 연결하는 것이다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4C6E6A25-D8DE-4B9C-9604-1F19719B1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Issue #45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Push 감지 · 승인
재색인 Flow 연동</a:t>
            </a:r>
          </a:p>
        </p:txBody>
      </p:sp>
      <p:sp>
        <p:nvSpPr>
          <p:cNvPr id="4" name="Content-Placeholder-1-5">
            <a:extLst xmlns:a="http://schemas.openxmlformats.org/drawingml/2006/main">
              <a:ext uri="{FF2B5EF4-FFF2-40B4-BE49-F238E27FC236}">
                <a16:creationId xmlns:a16="http://schemas.microsoft.com/office/drawing/2014/main" id="{5646225C-FC9D-46FE-BD9F-171B9633B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검토 기준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Draft PR 코드·문서·PDF
병합 후 Issue 종료</a:t>
            </a:r>
          </a:p>
        </p:txBody>
      </p:sp>
      <p:sp>
        <p:nvSpPr>
          <p:cNvPr id="5" name="Content-Placeholder-2-6">
            <a:extLst xmlns:a="http://schemas.openxmlformats.org/drawingml/2006/main">
              <a:ext uri="{FF2B5EF4-FFF2-40B4-BE49-F238E27FC236}">
                <a16:creationId xmlns:a16="http://schemas.microsoft.com/office/drawing/2014/main" id="{2EA428D1-D41B-4092-8A12-9B41BA5D5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운영자 확인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OpenAI Data Controls
현재 API Key 회전</a:t>
            </a:r>
          </a:p>
        </p:txBody>
      </p:sp>
    </p:spTree>
    <p:extLst>
      <p:ext uri="{BB962C8B-B14F-4D97-AF65-F5344CB8AC3E}">
        <p14:creationId xmlns:p14="http://schemas.microsoft.com/office/powerpoint/2010/main" val="58035275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2D87C313-9BF1-42AA-997D-F1AE89B3C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검토 준비 완료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AF9FE812-F431-40A0-86E4-A91C06631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Gateway 0.4.0 운영 중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Issue #44 Draft PR 검토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다음 구현: Issue #45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93D03480-72CA-4934-8D54-B57714445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ABLESTACK TECHFLOW</a:t>
            </a:r>
          </a:p>
        </p:txBody>
      </p:sp>
    </p:spTree>
    <p:extLst>
      <p:ext uri="{BB962C8B-B14F-4D97-AF65-F5344CB8AC3E}">
        <p14:creationId xmlns:p14="http://schemas.microsoft.com/office/powerpoint/2010/main" val="135918727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2026-08-10T02:49:12.5970000Z</dcterms:created>
  <dcterms:modified xsi:type="dcterms:W3CDTF">2026-08-10T02:49:12.5970000Z</dcterms:modified>
</coreProperties>
</file>