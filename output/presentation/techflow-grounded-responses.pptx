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cc5e47b787461b" /><Relationship Type="http://schemas.openxmlformats.org/officeDocument/2006/relationships/extended-properties" Target="/docProps/app.xml" Id="R97b0279510c542d1" /><Relationship Type="http://schemas.openxmlformats.org/officeDocument/2006/relationships/officeDocument" Target="/ppt/presentation.xml" Id="R0a8c6cbdadb24b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e3a867b4904981"/>
  </p:sldMasterIdLst>
  <p:notesMasterIdLst>
    <p:notesMasterId xmlns:r="http://schemas.openxmlformats.org/officeDocument/2006/relationships" r:id="R3bd9950ec8ec4056"/>
  </p:notesMasterIdLst>
  <p:sldIdLst>
    <p:sldId xmlns:r="http://schemas.openxmlformats.org/officeDocument/2006/relationships" id="256" r:id="R570415c3ad684202"/>
    <p:sldId xmlns:r="http://schemas.openxmlformats.org/officeDocument/2006/relationships" id="257" r:id="R98ae361c9c2b467f"/>
    <p:sldId xmlns:r="http://schemas.openxmlformats.org/officeDocument/2006/relationships" id="258" r:id="Rfc96d73bb99843af"/>
    <p:sldId xmlns:r="http://schemas.openxmlformats.org/officeDocument/2006/relationships" id="259" r:id="Rbeaf9df56a0041b6"/>
    <p:sldId xmlns:r="http://schemas.openxmlformats.org/officeDocument/2006/relationships" id="260" r:id="R71b09b41bd5b4b89"/>
    <p:sldId xmlns:r="http://schemas.openxmlformats.org/officeDocument/2006/relationships" id="261" r:id="R525b25d332274d16"/>
    <p:sldId xmlns:r="http://schemas.openxmlformats.org/officeDocument/2006/relationships" id="262" r:id="R3b062fc1f4194646"/>
    <p:sldId xmlns:r="http://schemas.openxmlformats.org/officeDocument/2006/relationships" id="263" r:id="R94d708be510040fe"/>
    <p:sldId xmlns:r="http://schemas.openxmlformats.org/officeDocument/2006/relationships" id="264" r:id="R899f8da495b347c5"/>
    <p:sldId xmlns:r="http://schemas.openxmlformats.org/officeDocument/2006/relationships" id="265" r:id="R4b7b61913f294b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7b16ad1fb6475c" /><Relationship Type="http://schemas.openxmlformats.org/officeDocument/2006/relationships/slideMaster" Target="/ppt/slideMasters/slideMaster1.xml" Id="R69e3a867b4904981" /><Relationship Type="http://schemas.openxmlformats.org/officeDocument/2006/relationships/notesMaster" Target="/ppt/notesMasters/notesMaster1.xml" Id="R3bd9950ec8ec4056" /><Relationship Type="http://schemas.openxmlformats.org/officeDocument/2006/relationships/presProps" Target="/ppt/presProps.xml" Id="R3f81f9e9453e4282" /><Relationship Type="http://schemas.openxmlformats.org/officeDocument/2006/relationships/tableStyles" Target="/ppt/tableStyles.xml" Id="R8aaa27749c9641e1" /><Relationship Type="http://schemas.openxmlformats.org/officeDocument/2006/relationships/slide" Target="/ppt/slides/slide1.xml" Id="R570415c3ad684202" /><Relationship Type="http://schemas.openxmlformats.org/officeDocument/2006/relationships/slide" Target="/ppt/slides/slide2.xml" Id="R98ae361c9c2b467f" /><Relationship Type="http://schemas.openxmlformats.org/officeDocument/2006/relationships/slide" Target="/ppt/slides/slide3.xml" Id="Rfc96d73bb99843af" /><Relationship Type="http://schemas.openxmlformats.org/officeDocument/2006/relationships/slide" Target="/ppt/slides/slide4.xml" Id="Rbeaf9df56a0041b6" /><Relationship Type="http://schemas.openxmlformats.org/officeDocument/2006/relationships/slide" Target="/ppt/slides/slide5.xml" Id="R71b09b41bd5b4b89" /><Relationship Type="http://schemas.openxmlformats.org/officeDocument/2006/relationships/slide" Target="/ppt/slides/slide6.xml" Id="R525b25d332274d16" /><Relationship Type="http://schemas.openxmlformats.org/officeDocument/2006/relationships/slide" Target="/ppt/slides/slide7.xml" Id="R3b062fc1f4194646" /><Relationship Type="http://schemas.openxmlformats.org/officeDocument/2006/relationships/slide" Target="/ppt/slides/slide8.xml" Id="R94d708be510040fe" /><Relationship Type="http://schemas.openxmlformats.org/officeDocument/2006/relationships/slide" Target="/ppt/slides/slide9.xml" Id="R899f8da495b347c5" /><Relationship Type="http://schemas.openxmlformats.org/officeDocument/2006/relationships/slide" Target="/ppt/slides/slide10.xml" Id="R4b7b61913f294b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f92cff886146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2025bbfa264b06" /><Relationship Type="http://schemas.openxmlformats.org/officeDocument/2006/relationships/notesMaster" Target="/ppt/notesMasters/notesMaster1.xml" Id="R473a9bdfa39e43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503f80b7ac4fc4" /><Relationship Type="http://schemas.openxmlformats.org/officeDocument/2006/relationships/notesMaster" Target="/ppt/notesMasters/notesMaster1.xml" Id="Rbeabc4ad007a4a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d44bcdf1154254" /><Relationship Type="http://schemas.openxmlformats.org/officeDocument/2006/relationships/notesMaster" Target="/ppt/notesMasters/notesMaster1.xml" Id="Rf36b3fd318c840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513ba500874a05" /><Relationship Type="http://schemas.openxmlformats.org/officeDocument/2006/relationships/notesMaster" Target="/ppt/notesMasters/notesMaster1.xml" Id="R02cba422b68d49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3f67a3737340ec" /><Relationship Type="http://schemas.openxmlformats.org/officeDocument/2006/relationships/notesMaster" Target="/ppt/notesMasters/notesMaster1.xml" Id="R8d0a7966ea7848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947453620c4219" /><Relationship Type="http://schemas.openxmlformats.org/officeDocument/2006/relationships/notesMaster" Target="/ppt/notesMasters/notesMaster1.xml" Id="R0c982be7f36c49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716746dd8c48a7" /><Relationship Type="http://schemas.openxmlformats.org/officeDocument/2006/relationships/notesMaster" Target="/ppt/notesMasters/notesMaster1.xml" Id="Rfc6141fba70744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922e61e2054962" /><Relationship Type="http://schemas.openxmlformats.org/officeDocument/2006/relationships/notesMaster" Target="/ppt/notesMasters/notesMaster1.xml" Id="Rb0ed4cdc67c148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52b01973714d86" /><Relationship Type="http://schemas.openxmlformats.org/officeDocument/2006/relationships/notesMaster" Target="/ppt/notesMasters/notesMaster1.xml" Id="Rdb71132a71f547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b8c65659fb4d2a" /><Relationship Type="http://schemas.openxmlformats.org/officeDocument/2006/relationships/notesMaster" Target="/ppt/notesMasters/notesMaster1.xml" Id="R56d4a110899741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docs/reports/issue-44-grounded-responses-validation.md</a:t>
            </a:r>
          </a:p>
          <a:p xmlns:a="http://schemas.openxmlformats.org/drawingml/2006/main">
            <a:r>
              <a:t>- docs/adr/0009-openai-runtime-integration.md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docs/reports/issue-44-grounded-responses-validation.md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docs/runbooks/grounded-responses.md</a:t>
            </a:r>
          </a:p>
          <a:p xmlns:a="http://schemas.openxmlformats.org/drawingml/2006/main">
            <a:r>
              <a:t>- docs/decisions/techflow-grounded-responses.json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docs/adr/0009-openai-runtime-integration.md</a:t>
            </a:r>
          </a:p>
          <a:p xmlns:a="http://schemas.openxmlformats.org/drawingml/2006/main">
            <a:r>
              <a:t>- https://developers.openai.com/api/docs/guides/structured-outputs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docs/reports/issue-44-grounded-responses-validation.md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docs/runbooks/grounded-responses.md</a:t>
            </a:r>
          </a:p>
          <a:p xmlns:a="http://schemas.openxmlformats.org/drawingml/2006/main">
            <a:r>
              <a:t>- docs/reports/issue-44-grounded-responses-validation.md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docs/reports/issue-44-grounded-responses-validation.md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https://developers.openai.com/api/docs/guides/your-data</a:t>
            </a:r>
          </a:p>
          <a:p xmlns:a="http://schemas.openxmlformats.org/drawingml/2006/main">
            <a:r>
              <a:t>- docs/adr/0009-openai-runtime-integration.md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docs/plans/issue-20-rag-poc-design.md</a:t>
            </a:r>
          </a:p>
          <a:p xmlns:a="http://schemas.openxmlformats.org/drawingml/2006/main">
            <a:r>
              <a:t>- docs/reports/issue-44-grounded-responses-validation.md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docs/reports/issue-44-grounded-responses-validation.md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6dec5095b345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eb3fae57d04cfb" /><Relationship Type="http://schemas.openxmlformats.org/officeDocument/2006/relationships/slideLayout" Target="/ppt/slideLayouts/slideLayout1.xml" Id="R5adaff8aa5ea45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daff8aa5ea45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c8bc837a04ffe" /><Relationship Type="http://schemas.openxmlformats.org/officeDocument/2006/relationships/notesSlide" Target="/ppt/notesSlides/notesSlide1.xml" Id="R451c7f266add46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797629cff4f41" /><Relationship Type="http://schemas.openxmlformats.org/officeDocument/2006/relationships/notesSlide" Target="/ppt/notesSlides/notesSlide2.xml" Id="R8d8bc842bbdd40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d148e005e4929" /><Relationship Type="http://schemas.openxmlformats.org/officeDocument/2006/relationships/notesSlide" Target="/ppt/notesSlides/notesSlide3.xml" Id="Rcfa4a494d7d24c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2b238550b4e9f" /><Relationship Type="http://schemas.openxmlformats.org/officeDocument/2006/relationships/notesSlide" Target="/ppt/notesSlides/notesSlide4.xml" Id="R904f2ce1f13045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50dd31eb44a5b" /><Relationship Type="http://schemas.openxmlformats.org/officeDocument/2006/relationships/notesSlide" Target="/ppt/notesSlides/notesSlide5.xml" Id="Rdfdff36bfb354b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1ca063dfc4490" /><Relationship Type="http://schemas.openxmlformats.org/officeDocument/2006/relationships/notesSlide" Target="/ppt/notesSlides/notesSlide6.xml" Id="R7d340c6de25342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32bc98f3b49aa" /><Relationship Type="http://schemas.openxmlformats.org/officeDocument/2006/relationships/notesSlide" Target="/ppt/notesSlides/notesSlide7.xml" Id="R970fb4bcb60e4c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f6fca73cb4957" /><Relationship Type="http://schemas.openxmlformats.org/officeDocument/2006/relationships/notesSlide" Target="/ppt/notesSlides/notesSlide8.xml" Id="Rf5d362afd98846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a98e40f5e4703" /><Relationship Type="http://schemas.openxmlformats.org/officeDocument/2006/relationships/notesSlide" Target="/ppt/notesSlides/notesSlide9.xml" Id="R4a67a6ee1ef843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e76dbc41d4997" /><Relationship Type="http://schemas.openxmlformats.org/officeDocument/2006/relationships/notesSlide" Target="/ppt/notesSlides/notesSlide10.xml" Id="R83d8bc3a3d6e4a6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309FBA5-3BC3-4F87-A9DE-5D80ACED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근거 답변이
운영 경로가 되다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175782E-1E22-4554-933F-23A92C0C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OpenAI Responses · 결정론적 라우팅 · Citation 검증 · 안전한 보류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E5BCAA9-AA07-4A81-800B-B9A78944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ABLESTACK TECHFLOW · ISSUE #44</a:t>
            </a:r>
          </a:p>
        </p:txBody>
      </p:sp>
    </p:spTree>
    <p:extLst>
      <p:ext uri="{BB962C8B-B14F-4D97-AF65-F5344CB8AC3E}">
        <p14:creationId xmlns:p14="http://schemas.microsoft.com/office/powerpoint/2010/main" val="4871431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6C56A4CF-7CAE-4C15-88D8-ACB77104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실 답변·보류·감사·롤백까지
하나의 운영 계약으로 완료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5D17CA9-3BBB-4162-B958-0049137F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구현 결과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CFEFA65C-4073-441A-B59B-F3464BBC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Gateway 0.4.0</a:t>
            </a:r>
          </a:p>
        </p:txBody>
      </p:sp>
    </p:spTree>
    <p:extLst>
      <p:ext uri="{BB962C8B-B14F-4D97-AF65-F5344CB8AC3E}">
        <p14:creationId xmlns:p14="http://schemas.microsoft.com/office/powerpoint/2010/main" val="3693548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0C3AD3F-2716-4D65-BF26-B183C580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F268D48-5F6E-468B-9736-83A4D9A4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질의는 세 번의 검증을 지나야 답변이 된다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1FDE01C-49FF-4833-B115-9CFD769E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C4FD8524-A5FA-49B2-9EF6-5A6E49F8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1855CD1-FD48-4A51-93B2-3A5421DE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8421977C-60BE-41A7-970F-7F059353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· 검색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F3895D7-75E8-4A6B-A788-51F976F7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· 정책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14A43AE-EF41-4D3F-AEDC-EAB88F96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· 검증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3E103449-6C20-4EEE-93A3-D79E1C81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사전 판정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Branch·Compatibility
Test-only 보류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870A1C1-E309-4194-838B-8817BDEC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로컬 검색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최대 10개 D0 Chunk
Commit 고정 근거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C4D5241A-1B1A-45ED-8626-BBB3044E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사후 검증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Strict Schema
Citation 부분집합</a:t>
            </a:r>
          </a:p>
        </p:txBody>
      </p:sp>
    </p:spTree>
    <p:extLst>
      <p:ext uri="{BB962C8B-B14F-4D97-AF65-F5344CB8AC3E}">
        <p14:creationId xmlns:p14="http://schemas.microsoft.com/office/powerpoint/2010/main" val="13316069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74BA0F3-C920-4F04-9370-29FC3872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17D14AA-3C1F-4122-9410-5205184F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Provider는 답변만 생성하고 정책과 실행 권한은 갖지 않는다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CB3E03B0-9EA9-4533-A6D3-3983E785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전송 최소화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D0 · 최대 10 Chunk
원본 저장소 업로드 없음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A72B48BD-DDB4-4CF7-8703-B484EA48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감사 최소화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Model·Token·Latency
질문·답변 원문 0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05175D87-D6D0-4563-AEBD-502FE44E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요청 통제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store=false · background=false
Tool 0 · strict JSON</a:t>
            </a:r>
          </a:p>
        </p:txBody>
      </p:sp>
    </p:spTree>
    <p:extLst>
      <p:ext uri="{BB962C8B-B14F-4D97-AF65-F5344CB8AC3E}">
        <p14:creationId xmlns:p14="http://schemas.microsoft.com/office/powerpoint/2010/main" val="3285026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48619150-0944-46AA-8FA5-DBC2ED35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1B093577-AA27-4A28-9FA9-95391F20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37F7AC29-C0E3-4254-8D58-FB1C3626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3A13857F-3D3E-4968-8AF2-A00DF94B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FD01C429-E806-4BD3-B6CA-DA6324E6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실증은 코드·Provider·복구 경로를 함께 통과했다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1EE8793-8FC9-4159-9CA6-C9DED334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로컬 + 서버 격리
통과 테스트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08C6662-6FB7-4454-85AD-6E92D968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Secret Scan
File·Log Hit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871CBBB3-CF9F-4FED-A5F2-A10DCBBF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실 ANSWERED
Citation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161C8DD7-6019-4B58-AA30-13E94FA0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96 + 96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F5CC867F-E120-40C4-B9E4-2668228E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06A62E0C-535C-4866-8EBC-1800FE5E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71C56EE5-8F0B-4CDB-A2AA-21766897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검증 기준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로컬과 서버를 같은 계약으로 검증하고 실 호출 결과를 원문 없이 감사했다.</a:t>
            </a:r>
          </a:p>
        </p:txBody>
      </p:sp>
    </p:spTree>
    <p:extLst>
      <p:ext uri="{BB962C8B-B14F-4D97-AF65-F5344CB8AC3E}">
        <p14:creationId xmlns:p14="http://schemas.microsoft.com/office/powerpoint/2010/main" val="19894710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A9C2C46-CC2C-4197-9EC6-0A0FF11B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08D72E9-930C-45A8-8D01-C2FD6BE3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배포는 백업·격리 빌드·되돌리기를 전제로 했다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EC043E4-F87D-4180-A500-09BD146F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97342F0-4658-420E-BD3D-71CA0B7F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3EE3678F-3DEE-48C9-9702-F06205B1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1657E66E-685C-4643-95E3-3B3CC92B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BACKUP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7ADC840E-FD35-4A13-A896-4AE183E3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STAGE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256FC5A-73C7-4686-9BBC-0FEFBCC7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RECOVER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A234125B-3274-4A46-8FFB-B18CCA79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격리 검증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Network-none
96개 Test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655EBC03-ACE4-44AD-BF3D-DE750E56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복구 자산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DB Dump · Image ID
Compose · Checksum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1FCBEA4-41FF-4CD8-8BE3-468DB5E9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왕복 확인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0.4 → 0.3 → 0.4
색인 보존</a:t>
            </a:r>
          </a:p>
        </p:txBody>
      </p:sp>
    </p:spTree>
    <p:extLst>
      <p:ext uri="{BB962C8B-B14F-4D97-AF65-F5344CB8AC3E}">
        <p14:creationId xmlns:p14="http://schemas.microsoft.com/office/powerpoint/2010/main" val="173192781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6E44529-8911-447D-B17E-3262E9CF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C69C3FE-9132-4D29-951C-51C0EDDE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실 Provider가 드러낸 두 결함을 운영 계약으로 고쳤다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A5B33112-0686-4EDD-88EB-C7866615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식별자 길이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67자 거절을 재현
HMAC 결과 64자로 고정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A72E443E-DD8F-49FD-9E60-242D12CA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실패 의미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거절은 TERMINAL
Timeout은 RETRYABLE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53BADF1B-8916-42BB-A1C6-CDC999FC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과대 라우팅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문서+코드는 충돌 아님
단일 Version은 Terra</a:t>
            </a:r>
          </a:p>
        </p:txBody>
      </p:sp>
    </p:spTree>
    <p:extLst>
      <p:ext uri="{BB962C8B-B14F-4D97-AF65-F5344CB8AC3E}">
        <p14:creationId xmlns:p14="http://schemas.microsoft.com/office/powerpoint/2010/main" val="12366844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D658B7A-7843-4DBE-810A-3FBCCD2F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D0 PoC는 진행 완료
D1 확장은 제품 보안심사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9A5929C5-1BF4-466A-ACCD-384A5657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운영 확인 항목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E826246-F264-47C0-82A7-82C3CB2F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제품 보안정책</a:t>
            </a:r>
          </a:p>
        </p:txBody>
      </p:sp>
    </p:spTree>
    <p:extLst>
      <p:ext uri="{BB962C8B-B14F-4D97-AF65-F5344CB8AC3E}">
        <p14:creationId xmlns:p14="http://schemas.microsoft.com/office/powerpoint/2010/main" val="5309927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2FB13CE-93BA-4A65-BC7A-AE3C7FF6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43A5BFC-4648-4DF0-A35F-E8AC5447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다음 단계는 Activepieces가 승인된 지식 갱신을 연결하는 것이다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4A0CF5C-4903-485A-945A-D6A27BEA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Issue #45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Push 감지 · 승인
재색인 Flow 연동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67C646D8-EC09-4A27-BE3B-8233506F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검토 기준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Draft PR 코드·문서·PDF
병합 후 Issue 종료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A5A22B29-9350-48FC-9F9C-BED62763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제품 보안정책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데이터 등급별 심사
명시 요청 시 Key 회전</a:t>
            </a:r>
          </a:p>
        </p:txBody>
      </p:sp>
    </p:spTree>
    <p:extLst>
      <p:ext uri="{BB962C8B-B14F-4D97-AF65-F5344CB8AC3E}">
        <p14:creationId xmlns:p14="http://schemas.microsoft.com/office/powerpoint/2010/main" val="10036223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3D8BF3B-FAC3-416E-942F-64C022DF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검토 준비 완료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96F547C3-8DBA-4173-AEE4-50FBC052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Gateway 0.4.0 운영 중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Issue #44 Draft PR 검토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다음 구현: Issue #45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275E123-F37A-42E8-BC99-23C4633E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ABLESTACK TECHFLOW</a:t>
            </a:r>
          </a:p>
        </p:txBody>
      </p:sp>
    </p:spTree>
    <p:extLst>
      <p:ext uri="{BB962C8B-B14F-4D97-AF65-F5344CB8AC3E}">
        <p14:creationId xmlns:p14="http://schemas.microsoft.com/office/powerpoint/2010/main" val="20934977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2026-08-10T06:03:29.4760000Z</dcterms:created>
  <dcterms:modified xsi:type="dcterms:W3CDTF">2026-08-10T06:03:29.4760000Z</dcterms:modified>
</coreProperties>
</file>