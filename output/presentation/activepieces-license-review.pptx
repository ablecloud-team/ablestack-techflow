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70817f7ef4461" /><Relationship Type="http://schemas.openxmlformats.org/officeDocument/2006/relationships/extended-properties" Target="/docProps/app.xml" Id="Rae9a059c17874402" /><Relationship Type="http://schemas.openxmlformats.org/officeDocument/2006/relationships/officeDocument" Target="/ppt/presentation.xml" Id="Rcec341c89c6f41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e86ed92026408e"/>
  </p:sldMasterIdLst>
  <p:notesMasterIdLst>
    <p:notesMasterId xmlns:r="http://schemas.openxmlformats.org/officeDocument/2006/relationships" r:id="Rd51e8fa80cf94478"/>
  </p:notesMasterIdLst>
  <p:sldIdLst>
    <p:sldId xmlns:r="http://schemas.openxmlformats.org/officeDocument/2006/relationships" id="256" r:id="Rd5af296d0df44f76"/>
    <p:sldId xmlns:r="http://schemas.openxmlformats.org/officeDocument/2006/relationships" id="257" r:id="Re1357c5042624eb6"/>
    <p:sldId xmlns:r="http://schemas.openxmlformats.org/officeDocument/2006/relationships" id="258" r:id="R409a1539729643c4"/>
    <p:sldId xmlns:r="http://schemas.openxmlformats.org/officeDocument/2006/relationships" id="259" r:id="R2592bb919025494e"/>
    <p:sldId xmlns:r="http://schemas.openxmlformats.org/officeDocument/2006/relationships" id="260" r:id="R1d647c7a5073478f"/>
    <p:sldId xmlns:r="http://schemas.openxmlformats.org/officeDocument/2006/relationships" id="261" r:id="Rb798932c1d464182"/>
    <p:sldId xmlns:r="http://schemas.openxmlformats.org/officeDocument/2006/relationships" id="262" r:id="R248ee60ee6b34278"/>
    <p:sldId xmlns:r="http://schemas.openxmlformats.org/officeDocument/2006/relationships" id="263" r:id="Rf93a7b6f47d440a5"/>
    <p:sldId xmlns:r="http://schemas.openxmlformats.org/officeDocument/2006/relationships" id="264" r:id="Re84fb56cc35a4dc3"/>
    <p:sldId xmlns:r="http://schemas.openxmlformats.org/officeDocument/2006/relationships" id="265" r:id="Rd07b57e7606c48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19eb892fd47bc" /><Relationship Type="http://schemas.openxmlformats.org/officeDocument/2006/relationships/slideMaster" Target="/ppt/slideMasters/slideMaster1.xml" Id="Rf6e86ed92026408e" /><Relationship Type="http://schemas.openxmlformats.org/officeDocument/2006/relationships/notesMaster" Target="/ppt/notesMasters/notesMaster1.xml" Id="Rd51e8fa80cf94478" /><Relationship Type="http://schemas.openxmlformats.org/officeDocument/2006/relationships/presProps" Target="/ppt/presProps.xml" Id="R52406884d3094feb" /><Relationship Type="http://schemas.openxmlformats.org/officeDocument/2006/relationships/tableStyles" Target="/ppt/tableStyles.xml" Id="R42de8e48d48b4bf6" /><Relationship Type="http://schemas.openxmlformats.org/officeDocument/2006/relationships/slide" Target="/ppt/slides/slide1.xml" Id="Rd5af296d0df44f76" /><Relationship Type="http://schemas.openxmlformats.org/officeDocument/2006/relationships/slide" Target="/ppt/slides/slide2.xml" Id="Re1357c5042624eb6" /><Relationship Type="http://schemas.openxmlformats.org/officeDocument/2006/relationships/slide" Target="/ppt/slides/slide3.xml" Id="R409a1539729643c4" /><Relationship Type="http://schemas.openxmlformats.org/officeDocument/2006/relationships/slide" Target="/ppt/slides/slide4.xml" Id="R2592bb919025494e" /><Relationship Type="http://schemas.openxmlformats.org/officeDocument/2006/relationships/slide" Target="/ppt/slides/slide5.xml" Id="R1d647c7a5073478f" /><Relationship Type="http://schemas.openxmlformats.org/officeDocument/2006/relationships/slide" Target="/ppt/slides/slide6.xml" Id="Rb798932c1d464182" /><Relationship Type="http://schemas.openxmlformats.org/officeDocument/2006/relationships/slide" Target="/ppt/slides/slide7.xml" Id="R248ee60ee6b34278" /><Relationship Type="http://schemas.openxmlformats.org/officeDocument/2006/relationships/slide" Target="/ppt/slides/slide8.xml" Id="Rf93a7b6f47d440a5" /><Relationship Type="http://schemas.openxmlformats.org/officeDocument/2006/relationships/slide" Target="/ppt/slides/slide9.xml" Id="Re84fb56cc35a4dc3" /><Relationship Type="http://schemas.openxmlformats.org/officeDocument/2006/relationships/slide" Target="/ppt/slides/slide10.xml" Id="Rd07b57e7606c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11f0ec451e40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539df002a470e" /><Relationship Type="http://schemas.openxmlformats.org/officeDocument/2006/relationships/notesMaster" Target="/ppt/notesMasters/notesMaster1.xml" Id="Rc85fe86dd7a4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58701c921e4467" /><Relationship Type="http://schemas.openxmlformats.org/officeDocument/2006/relationships/notesMaster" Target="/ppt/notesMasters/notesMaster1.xml" Id="Rec9f1a3c6e0f42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4145694cbd49d4" /><Relationship Type="http://schemas.openxmlformats.org/officeDocument/2006/relationships/notesMaster" Target="/ppt/notesMasters/notesMaster1.xml" Id="R62f9b93d50af4d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e736aa5acb49a8" /><Relationship Type="http://schemas.openxmlformats.org/officeDocument/2006/relationships/notesMaster" Target="/ppt/notesMasters/notesMaster1.xml" Id="R468eb07a865f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01a9fbe99746fd" /><Relationship Type="http://schemas.openxmlformats.org/officeDocument/2006/relationships/notesMaster" Target="/ppt/notesMasters/notesMaster1.xml" Id="R24b7b98a398c4e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51f0e697c64ff6" /><Relationship Type="http://schemas.openxmlformats.org/officeDocument/2006/relationships/notesMaster" Target="/ppt/notesMasters/notesMaster1.xml" Id="R6a262a30396a4f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ae576484324433" /><Relationship Type="http://schemas.openxmlformats.org/officeDocument/2006/relationships/notesMaster" Target="/ppt/notesMasters/notesMaster1.xml" Id="R75675c71d1844e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e2af1f9aa4448b" /><Relationship Type="http://schemas.openxmlformats.org/officeDocument/2006/relationships/notesMaster" Target="/ppt/notesMasters/notesMaster1.xml" Id="Rff6f0873b4ea41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bd5f90a7d44391" /><Relationship Type="http://schemas.openxmlformats.org/officeDocument/2006/relationships/notesMaster" Target="/ppt/notesMasters/notesMaster1.xml" Id="R06121dc44e7a4e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c4b369e774bba" /><Relationship Type="http://schemas.openxmlformats.org/officeDocument/2006/relationships/notesMaster" Target="/ppt/notesMasters/notesMaster1.xml" Id="R622ba284d6c4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https://github.com/activepieces/activepieces/releases/tag/0.86.3</a:t>
            </a:r>
          </a:p>
          <a:p xmlns:a="http://schemas.openxmlformats.org/drawingml/2006/main">
            <a:r>
              <a:t>- https://github.com/activepieces/activepieces/blob/0.86.3/LICENSE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https://github.com/activepieces/activepieces/blob/0.86.3/LICENSE</a:t>
            </a:r>
          </a:p>
          <a:p xmlns:a="http://schemas.openxmlformats.org/drawingml/2006/main">
            <a:r>
              <a:t>- https://www.activepieces.com/docs/endpoints/overview</a:t>
            </a:r>
          </a:p>
          <a:p xmlns:a="http://schemas.openxmlformats.org/drawingml/2006/main">
            <a:r>
              <a:t>- https://www.activepieces.com/docs/embedding/configure-embedding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https://github.com/activepieces/activepieces/blob/0.86.3/LICENSE</a:t>
            </a:r>
          </a:p>
          <a:p xmlns:a="http://schemas.openxmlformats.org/drawingml/2006/main">
            <a:r>
              <a:t>- https://github.com/activepieces/activepieces/blob/0.86.3/packages/ee/LICENSE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https://www.activepieces.com/docs/endpoints/overview</a:t>
            </a:r>
          </a:p>
          <a:p xmlns:a="http://schemas.openxmlformats.org/drawingml/2006/main">
            <a:r>
              <a:t>- https://www.activepieces.com/docs/admin-guide/guides/sso</a:t>
            </a:r>
          </a:p>
          <a:p xmlns:a="http://schemas.openxmlformats.org/drawingml/2006/main">
            <a:r>
              <a:t>- https://www.activepieces.com/docs/admin-guide/guides/permissions</a:t>
            </a:r>
          </a:p>
          <a:p xmlns:a="http://schemas.openxmlformats.org/drawingml/2006/main">
            <a:r>
              <a:t>- https://www.activepieces.com/docs/admin-guide/security/audit-logs/overview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https://www.activepieces.com/terms</a:t>
            </a:r>
          </a:p>
          <a:p xmlns:a="http://schemas.openxmlformats.org/drawingml/2006/main">
            <a:r>
              <a:t>- https://www.activepieces.com/docs/embedding/configure-embedding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https://www.activepieces.com/docs/install/architecture/overview</a:t>
            </a:r>
          </a:p>
          <a:p xmlns:a="http://schemas.openxmlformats.org/drawingml/2006/main">
            <a:r>
              <a:t>- https://www.activepieces.com/docs/endpoints/overview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https://github.com/activepieces/activepieces/blob/0.86.3/packages/ee/LICENSE</a:t>
            </a:r>
          </a:p>
          <a:p xmlns:a="http://schemas.openxmlformats.org/drawingml/2006/main">
            <a:r>
              <a:t>- https://www.activepieces.com/terms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https://github.com/activepieces/activepieces/blob/0.86.3/LICENSE</a:t>
            </a:r>
          </a:p>
          <a:p xmlns:a="http://schemas.openxmlformats.org/drawingml/2006/main">
            <a:r>
              <a:t>- https://github.com/activepieces/activepieces/blob/0.86.3/packages/ee/LICENSE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https://www.activepieces.com/docs/install/overview</a:t>
            </a:r>
          </a:p>
          <a:p xmlns:a="http://schemas.openxmlformats.org/drawingml/2006/main">
            <a:r>
              <a:t>- https://www.activepieces.com/docs/install/architecture/overview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메시지와 의사결정 조건을 설명한다.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https://github.com/activepieces/activepieces/blob/0.86.3/LICENSE</a:t>
            </a:r>
          </a:p>
          <a:p xmlns:a="http://schemas.openxmlformats.org/drawingml/2006/main">
            <a:r>
              <a:t>- https://www.activepieces.com/terms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1d7510d0649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01253967724f0a" /><Relationship Type="http://schemas.openxmlformats.org/officeDocument/2006/relationships/slideLayout" Target="/ppt/slideLayouts/slideLayout1.xml" Id="R08351ac20df444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51ac20df444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7cece91064d88" /><Relationship Type="http://schemas.openxmlformats.org/officeDocument/2006/relationships/notesSlide" Target="/ppt/notesSlides/notesSlide1.xml" Id="Rb843a5c5bc4745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b5264a9084fb6" /><Relationship Type="http://schemas.openxmlformats.org/officeDocument/2006/relationships/notesSlide" Target="/ppt/notesSlides/notesSlide2.xml" Id="R06de66c07b3342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8bb464cc543a6" /><Relationship Type="http://schemas.openxmlformats.org/officeDocument/2006/relationships/notesSlide" Target="/ppt/notesSlides/notesSlide3.xml" Id="Rac9f7694ba0e4e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9356fa9a04623" /><Relationship Type="http://schemas.openxmlformats.org/officeDocument/2006/relationships/notesSlide" Target="/ppt/notesSlides/notesSlide4.xml" Id="Redb3b36a363d4d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a68d104ae43b2" /><Relationship Type="http://schemas.openxmlformats.org/officeDocument/2006/relationships/notesSlide" Target="/ppt/notesSlides/notesSlide5.xml" Id="R041b697dd745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ff33274b84893" /><Relationship Type="http://schemas.openxmlformats.org/officeDocument/2006/relationships/notesSlide" Target="/ppt/notesSlides/notesSlide6.xml" Id="R73fb05fc4e384f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b0a4a308487e" /><Relationship Type="http://schemas.openxmlformats.org/officeDocument/2006/relationships/notesSlide" Target="/ppt/notesSlides/notesSlide7.xml" Id="R3b15e6d61f2c4b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cc7feea8a4732" /><Relationship Type="http://schemas.openxmlformats.org/officeDocument/2006/relationships/notesSlide" Target="/ppt/notesSlides/notesSlide8.xml" Id="Rba89be960a4648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fe336a2204397" /><Relationship Type="http://schemas.openxmlformats.org/officeDocument/2006/relationships/notesSlide" Target="/ppt/notesSlides/notesSlide9.xml" Id="Rba13b1c2697040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ec8af4e8646da" /><Relationship Type="http://schemas.openxmlformats.org/officeDocument/2006/relationships/notesSlide" Target="/ppt/notesSlides/notesSlide10.xml" Id="R16f564e9b2ce41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FFEC9-F058-43DB-BA22-D733C4F9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D5956-1476-4FE0-A304-AC97E8A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
기능·라이선스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0E10C-8450-4C82-B0DA-03613E0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사내 Assist 실증부터 고객 제품화까지의 사용 범위와 계약 게이트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043B6-2EB0-4640-B375-D9ABDAEF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6CD64-4FF7-4241-A95A-BECA70A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기준 0.86.3 · 2026-07-30</a:t>
            </a:r>
          </a:p>
        </p:txBody>
      </p:sp>
    </p:spTree>
    <p:extLst>
      <p:ext uri="{BB962C8B-B14F-4D97-AF65-F5344CB8AC3E}">
        <p14:creationId xmlns:p14="http://schemas.microsoft.com/office/powerpoint/2010/main" val="13791222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C081C-74E1-4B03-9FB1-7495D86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결론: 내부 PoC는 승인, 고객 제품은 게이트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E5F7-E7C7-4F82-9BD8-660D1AE0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B5A8E-9A89-47F9-96E4-5914ED2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Community 기능은 사내 운영자용 실행 엔진으로 사용한다. 고객 접점과 제품 권한은 TechFlow가 소유한다.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6BE6A-946D-4419-BE80-DFAA74DE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0A833-0EA5-405A-80A9-D08F9E21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지금 시작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EF158-A533-4AB3-BC6A-8B704542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사내 Assist PoC
Community 0.86.3
Webhook · Custom Piece · 실행·재시도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DB865-F74F-4602-8415-9874C837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6D212-FD41-4584-9FFE-82DBE0F0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계약 전 차단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B2266-8874-4850-8106-D4311FAF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고객 직접 UI · Builder 임베딩
Platform API Key · SSO/RBAC/Audit
Managed SaaS · 결합 이미지 재배포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A5068-C45E-4B57-9501-2F9A8CF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E381E-C603-4C49-8BFC-2D28F27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제품 원칙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67F4E-8568-4A95-BF18-8FE30072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 = 제품 권한·정책·감사  |  Activepieces = 시각적 실행 엔진  |  ABLESTACK API = 실제 자원 작업</a:t>
            </a:r>
          </a:p>
        </p:txBody>
      </p:sp>
    </p:spTree>
    <p:extLst>
      <p:ext uri="{BB962C8B-B14F-4D97-AF65-F5344CB8AC3E}">
        <p14:creationId xmlns:p14="http://schemas.microsoft.com/office/powerpoint/2010/main" val="10256260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A0977-140B-416C-9BE0-C7DEA7D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하나의 저장소, 세 개의 권리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528CB-32F6-4FD6-8179-40B42114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3176E-BD88-4DA8-B4A7-1CC6D6C5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“오픈소스 프로젝트”라는 한 문장만으로 고객 배포 권리를 판단할 수 없다.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D373B-AA5D-4F19-A405-206BE5D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FE90B-5F0E-4A59-A4C9-2ADF8472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9415B-9412-4FE6-90CA-7807FFA3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MIT 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0D8C4-3956-4F36-B2AD-45FAEF4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EE 경로 밖의 Activepieces 자체 코드
상용 사용·수정·배포 가능
저작권·허가 고지 유지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B783F-024C-454F-9801-855E322C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BA6D8-5C60-4B07-9CAC-C3AB7E0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ACFB1-D73F-47DE-8076-13CE7AF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Enterprise 영역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9F8A7-9110-47D6-B3CC-8D576EEE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packages/ee/**
server/api/src/app/ee/**
운영 사용은 유효한 계약·좌석 필요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F3D58-1045-49ED-A668-90E79C7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ECEDF-2713-4325-A709-9A71B5C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BC05B-DCC8-465B-8278-5A3B0BC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제3자 구성요소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2ABFB-31BB-4E68-82C0-BFE60A6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라이브러리 · Piece 의존성
컨테이너 OS·도구
최종 이미지 SBOM·NOTICE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87B74-7ED5-4E64-AF82-A8902D1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고정 증거  |  tag 0.86.3  ·  commit 8bfbb2fd962e…</a:t>
            </a:r>
          </a:p>
        </p:txBody>
      </p:sp>
    </p:spTree>
    <p:extLst>
      <p:ext uri="{BB962C8B-B14F-4D97-AF65-F5344CB8AC3E}">
        <p14:creationId xmlns:p14="http://schemas.microsoft.com/office/powerpoint/2010/main" val="721183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CD407-F35F-4608-BD81-E4B16C85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기능 매트릭스: 실행은 Community, 제품 제어는 TechFlow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619F-064E-403F-A13D-C1B70C45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14E2F-8FC9-49E4-A55A-53C2A4C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공식 문서와 0.86.3 소스의 Edition 분기·feature flag를 함께 확인했다.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기능군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Community PoC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고객 제품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TechFlow 대안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Builder·Webhook·실행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승인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관리자 전용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 Gateway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Custom Piece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승인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승인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표준 연동 경로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Platform API Key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미사용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TechFlow API·Webhook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SSO·RBAC·SCIM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미사용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TechFlow IAM·RBAC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Audit·Event 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미사용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TechFlow 감사·이벤트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Secret·Connection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Secret Broker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Embed·Branding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미사용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TechFlow Portal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Git·Template·Worker Group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대체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계약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GitOps·전용 인스턴스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80057-BE50-47BC-B5AC-5975BA8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전체 23개 행은 JSON 원본과 의사결정 문서에서 관리</a:t>
            </a:r>
          </a:p>
        </p:txBody>
      </p:sp>
    </p:spTree>
    <p:extLst>
      <p:ext uri="{BB962C8B-B14F-4D97-AF65-F5344CB8AC3E}">
        <p14:creationId xmlns:p14="http://schemas.microsoft.com/office/powerpoint/2010/main" val="20586818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6E9E8-B8D2-4962-BA5F-8E27B748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시나리오별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9B5BD-00A3-4821-9F20-49861814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41E7-DB09-4AF7-AC05-0CA03581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고객 접점이 커질수록 Community 권리만으로 결정하지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66C6C-E859-4937-A577-197FEC4D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52A1C-CC38-4672-86E6-7617A1A1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B21BA-5552-4186-B123-937C845A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사내 Assist PoC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21362-9077-4350-8E17-B24D9B0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승인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0F6D1-EAD9-4D47-875A-34A5F359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내부 운영자·CE 기능만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92738-7DF2-4895-901D-2DB8C0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B1251-910A-479A-91A8-125E970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E5B37-D4E8-4BB3-A1BB-F2DD24D2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고객 전용·UI 비노출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56511-48E3-493E-AB04-30D8FED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조건부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39E80-525A-40D9-B432-062DEBBE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이미지 재배포 서면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9B523-74E5-41E3-A078-0FD1B91D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00F76-D929-4405-9BED-F188367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B4133-853F-43D8-801C-462D528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고객 UI 직접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82E57-7B0B-46DF-826D-B8FBA337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계약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9736D-C195-4E83-BAF1-062B2C3D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Enterprise/OEM 조건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1B4F5-37CA-4005-9313-6C2516E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BFA00-F638-4701-8174-FE42DCC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E1E76-49E7-460E-8476-FE1FD7FD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Builder 임베딩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2527C-6B66-4714-B68A-1EB8E7F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계약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626744-325D-488A-BCE7-6C70607C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Enterprise/OEM 조건 확정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864CD-92EA-4B93-88F3-CE0B9CE6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F373C-40BB-440E-B8D8-94309B7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3126E-96E6-4ECD-854B-DA1F3EE2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Managed SaaS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FD2ED-8EA5-4B3A-BBB3-22F618A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계약 필요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71A6E1-77A4-4AD5-AFCF-2662577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Enterprise/OEM 조건 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2C209-920D-41CB-8AFF-64126A1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407AF-B6AA-4610-BB16-35189773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0D9726-A80F-4B3F-8CF5-46F11B9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오프라인 배포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1766E4-7AC3-4DF0-8E49-1D249FE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조건부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8D1EF-BAC6-4CFE-88DE-C6B1932A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MIT-only·SBOM·상표 확인</a:t>
            </a:r>
          </a:p>
        </p:txBody>
      </p:sp>
    </p:spTree>
    <p:extLst>
      <p:ext uri="{BB962C8B-B14F-4D97-AF65-F5344CB8AC3E}">
        <p14:creationId xmlns:p14="http://schemas.microsoft.com/office/powerpoint/2010/main" val="651944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3974C-4B5E-4751-A26B-F84E80DD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권한과 실행을 분리한 목표 아키텍처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32CF5-D0B9-44C5-8913-BE3780C0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97F1E-2F2D-44C1-B28E-2026F2C9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Activepieces를 대체 불가능한 제품 코어가 아니라 교체 가능한 실행 계층으로 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363AC-AE92-4185-8408-0BDAE73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DC927-E4C3-44A2-AEA8-E4EAE04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C93FB-AA2B-44A3-8408-E9C1789C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5CB48-399F-4B50-A474-45B3B3F1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72C9A-53E3-4E44-B4D3-4D3EAAD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DE9D8-4AA6-4886-887E-4AD1108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채널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ADD8A-176F-4A4F-B0F4-E037523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
Community
Messenger · 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11D91-80D8-4FA6-A32D-65F0ADA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90C64-BD33-4BAC-A752-9DB79B1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EBBB9-F281-4607-8B7C-1356768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인증 · 권한 · 정책 · 승인
감사 · 템플릿 · API
AI ·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A5BFD-C677-44BB-9D47-00B5AF0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80583-E7A6-4251-99AE-B6B86B9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5D6F1-B491-4A13-AC27-3C2F829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Builder · Webhook
Queue · Worker · Retry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5B062-BF02-4876-B11D-DE913CDE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B25A1-8AF3-4D91-BA55-930C1175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DD9F8-0E02-4D09-8533-6F1BE93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 · 상태
멱등성 · 작업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C8679-A223-476B-930B-A9AED9D9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FB880-E1D0-4C30-BF62-5317953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TechFlow Custom Pieces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FD46F-25EB-4181-A17E-FF09BFDB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서명 Webhook · Callback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191E7-E869-4BB9-896A-FCA6843D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제품 권한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A64D3-4610-469A-81D6-A2911AD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실행 계층</a:t>
            </a:r>
          </a:p>
        </p:txBody>
      </p:sp>
    </p:spTree>
    <p:extLst>
      <p:ext uri="{BB962C8B-B14F-4D97-AF65-F5344CB8AC3E}">
        <p14:creationId xmlns:p14="http://schemas.microsoft.com/office/powerpoint/2010/main" val="3415495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477D2-7DAA-41C9-B722-769956F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상용 게이트: 기능이 아니라 고객 접근 방식이 계약을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CDA8A-51F3-430C-B244-AF94D29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0E0C-C4D3-4A3F-A51F-8974ABDE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430BD-C9E0-4456-8F07-293419A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G1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40BE1-19D8-4568-9323-0AFADA4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사내 PoC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64B46-5DB9-4690-B8B1-0117D02B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Community 기능만
운영자 UI 격리
고정 버전·보안 기준
SBOM 초안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207C5-6B46-497C-82BF-2555157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96D3A-6AD5-42A6-93C1-91ED6A6B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G2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84B0B-F574-47F4-820C-417A7B58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고객 파일럿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0EB84-9C46-44C0-8F5B-5E376C6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 방식 서면 확인
고객별 인스턴스
NOTICE·SBOM
백업·업그레이드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29B5E-2697-4862-89A6-2782CD22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A3088-00B0-4BEA-BE14-C6EAB67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G3–G4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291A5-24F3-4F31-86AE-A6A5273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직접 UI·GA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2912C-85DE-4D50-9308-3ECF835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Enterprise/OEM 계약
법무·상표·API 조건
SLA·면책·보안 통지
최종 이미지 스캔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CE209-2464-4A57-8637-BA11D36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현재 승인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1DB5B-4C87-4185-9C12-E33F883C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4C8FB-903B-4869-A98C-B59B757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서면 확인 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6E440-D058-4C78-B88E-12687B21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0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F3C88-84D2-445A-A15E-A99EFF81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계약·법무 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81AE6-7B34-44DB-83B2-F73D46F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714"/>
          </a:solidFill>
        </p:spPr>
      </p:sp>
    </p:spTree>
    <p:extLst>
      <p:ext uri="{BB962C8B-B14F-4D97-AF65-F5344CB8AC3E}">
        <p14:creationId xmlns:p14="http://schemas.microsoft.com/office/powerpoint/2010/main" val="6223665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E41C7-9A23-45C9-BFC8-1A67DE89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가장 큰 미확정 위험은 ‘기능’보다 배포 이미지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C9EFB-BA26-438A-91DD-1D4509E5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0CF1E-2796-4910-B739-1AB3F29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package.json만으로는 Piece·컨테이너 전체의 제3자 라이선스를 증명할 수 없다.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A384B-28CE-4FB6-99E2-5CD8B491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66C8-9BDB-450B-AAA3-8C2C82F3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위험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C2C33-DF87-4812-9323-03F61BE2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83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공식 이미지에 EE 빌드 입력 포함
결합 이미지 재배포 권리 미확정
다수 패키지의 license 필드 부재
상표·Powered by 조건 별도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BC92-8507-4BB6-85A9-D962659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D1A28-90E1-48B1-9060-F35D51C7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필수 증적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90BDE-E882-4320-B681-78C3733F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이미지 digest 고정
SPDX/CycloneDX SBOM
NOTICE·수동 예외 검토
취약점·라이선스 결과 보관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AE929-8255-4B78-A024-7BD3D452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5CBCA-5812-4CEC-849F-7D2A02E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승인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4C5C6-6A57-4BC9-A248-748C87C1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서면 답변
법무 승인
릴리스별 차이 검토
설치 미디어에 고지 포함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1AF35-2E8F-475E-9318-2AE52B6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5CDE3-C9AD-4DC3-83C9-A8855D8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결정  |  G2 고객 파일럿 전에는 공식 결합 이미지 또는 수정 이미지를 ABLESTACK 설치 미디어에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86595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1B5B7-5290-4435-9A2E-26A1358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다음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B76A0-8833-4850-B09B-FF9A8F5C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036A3-D0F8-4290-9E2A-059EFF2B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이슈 #11은 설계 결정을 닫고, 출시 게이트는 후속 이슈로 추적한다.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A1E9B-B5B5-4386-9D11-4282524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421DA-4DF7-4DAC-A824-EAD653D9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CB434-1284-4182-AFF8-7B1BF31B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DF279-D407-4058-BEE1-7B5089D8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D0CEA-F31A-4797-9D98-1FDAA806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020BC-D827-4DFF-8816-378AB87C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8253C-D344-470A-93D9-945E81AE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0F13D-D370-488E-B105-43CC627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98A9-B62B-4069-8C77-697C410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6DE69-5CB5-4EBE-8B87-C9B6B32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PoC 배포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E7B6C-94A5-46A1-819F-7DF01D28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CE 기능 제한
운영자 UI 격리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84A01-138F-48B6-80A9-DC41AB6C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SBOM 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8AF7C-0287-4A9B-BF13-73EBD941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digest·NOTICE
릴리스 증적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F394F-5BE4-44D4-8CF5-5579DE9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벤더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B1C3A-3AA8-4752-8E56-D6B2643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재배포·UI·OEM
오프라인 조건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733E7-79F0-42C8-907D-983A7BE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계약·법무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F31A4-9E8D-48D7-8431-1C567606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파일럿·GA
승인 게이트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E574B-FC68-4365-A31D-6DA7FC46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C6042-CA44-45EE-985E-A7A5DB17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즉시 실행: Activepieces CE 테스트 환경 구축 이슈로 이동 · 고객 배포 기능은 별도 승인 없이 범위를 넓히지 않음</a:t>
            </a:r>
          </a:p>
        </p:txBody>
      </p:sp>
    </p:spTree>
    <p:extLst>
      <p:ext uri="{BB962C8B-B14F-4D97-AF65-F5344CB8AC3E}">
        <p14:creationId xmlns:p14="http://schemas.microsoft.com/office/powerpoint/2010/main" val="21439231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09A08-EF8B-460D-A6E7-47765525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권고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05E06-71A6-4E80-A00A-5DC31A29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Community로 검증하고,
제품 권한은 TechFlow에 남긴다.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941DD-4E58-4A24-A0A6-13D5424E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A5696-19AF-4BF4-8CAB-C48A22A5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승인 요청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35328-955D-427E-B068-63A786D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사내 Assist PoC 착수 · 고객 배포 전 서면 확인 · 직접 UI/Embedding은 계약 후 진행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F9C13-3D88-4AC1-B074-73CE985D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A20C6-D64B-4372-A23F-3FA5D865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D7CE2-3FF4-41B5-91F9-1DDF1D29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0.86.3 · 2026-07-30</a:t>
            </a:r>
          </a:p>
        </p:txBody>
      </p:sp>
    </p:spTree>
    <p:extLst>
      <p:ext uri="{BB962C8B-B14F-4D97-AF65-F5344CB8AC3E}">
        <p14:creationId xmlns:p14="http://schemas.microsoft.com/office/powerpoint/2010/main" val="1213734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2026-07-30T06:34:42.5160000Z</dcterms:created>
  <dcterms:modified xsi:type="dcterms:W3CDTF">2026-07-30T06:34:42.5160000Z</dcterms:modified>
</coreProperties>
</file>