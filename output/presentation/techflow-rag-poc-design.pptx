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e0ac21666142e3" /><Relationship Type="http://schemas.openxmlformats.org/officeDocument/2006/relationships/extended-properties" Target="/docProps/app.xml" Id="Rdba091737e1d4651" /><Relationship Type="http://schemas.openxmlformats.org/officeDocument/2006/relationships/officeDocument" Target="/ppt/presentation.xml" Id="R402b164a3105431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74aed7dea744b3"/>
  </p:sldMasterIdLst>
  <p:notesMasterIdLst>
    <p:notesMasterId xmlns:r="http://schemas.openxmlformats.org/officeDocument/2006/relationships" r:id="R8b272f8c45db4723"/>
  </p:notesMasterIdLst>
  <p:sldIdLst>
    <p:sldId xmlns:r="http://schemas.openxmlformats.org/officeDocument/2006/relationships" id="256" r:id="R2bfaedd7a7a64c56"/>
    <p:sldId xmlns:r="http://schemas.openxmlformats.org/officeDocument/2006/relationships" id="257" r:id="R836b0788e4af45ac"/>
    <p:sldId xmlns:r="http://schemas.openxmlformats.org/officeDocument/2006/relationships" id="258" r:id="R199bbb7ab8aa41ef"/>
    <p:sldId xmlns:r="http://schemas.openxmlformats.org/officeDocument/2006/relationships" id="259" r:id="R1d8259b1b60d439d"/>
    <p:sldId xmlns:r="http://schemas.openxmlformats.org/officeDocument/2006/relationships" id="260" r:id="R197217479e4f4caa"/>
    <p:sldId xmlns:r="http://schemas.openxmlformats.org/officeDocument/2006/relationships" id="261" r:id="R8eee312b8780451f"/>
    <p:sldId xmlns:r="http://schemas.openxmlformats.org/officeDocument/2006/relationships" id="262" r:id="R31f74510c057477a"/>
    <p:sldId xmlns:r="http://schemas.openxmlformats.org/officeDocument/2006/relationships" id="263" r:id="R8fbe8c7eb8ee4b6b"/>
    <p:sldId xmlns:r="http://schemas.openxmlformats.org/officeDocument/2006/relationships" id="264" r:id="Ra3e28197686d44ea"/>
    <p:sldId xmlns:r="http://schemas.openxmlformats.org/officeDocument/2006/relationships" id="265" r:id="Re9b451bf442c4d8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ea8d300c5d475b" /><Relationship Type="http://schemas.openxmlformats.org/officeDocument/2006/relationships/slideMaster" Target="/ppt/slideMasters/slideMaster1.xml" Id="Rae74aed7dea744b3" /><Relationship Type="http://schemas.openxmlformats.org/officeDocument/2006/relationships/notesMaster" Target="/ppt/notesMasters/notesMaster1.xml" Id="R8b272f8c45db4723" /><Relationship Type="http://schemas.openxmlformats.org/officeDocument/2006/relationships/presProps" Target="/ppt/presProps.xml" Id="R1bc2df2a597643da" /><Relationship Type="http://schemas.openxmlformats.org/officeDocument/2006/relationships/tableStyles" Target="/ppt/tableStyles.xml" Id="Ra5e83bfd39a54c59" /><Relationship Type="http://schemas.openxmlformats.org/officeDocument/2006/relationships/slide" Target="/ppt/slides/slide1.xml" Id="R2bfaedd7a7a64c56" /><Relationship Type="http://schemas.openxmlformats.org/officeDocument/2006/relationships/slide" Target="/ppt/slides/slide2.xml" Id="R836b0788e4af45ac" /><Relationship Type="http://schemas.openxmlformats.org/officeDocument/2006/relationships/slide" Target="/ppt/slides/slide3.xml" Id="R199bbb7ab8aa41ef" /><Relationship Type="http://schemas.openxmlformats.org/officeDocument/2006/relationships/slide" Target="/ppt/slides/slide4.xml" Id="R1d8259b1b60d439d" /><Relationship Type="http://schemas.openxmlformats.org/officeDocument/2006/relationships/slide" Target="/ppt/slides/slide5.xml" Id="R197217479e4f4caa" /><Relationship Type="http://schemas.openxmlformats.org/officeDocument/2006/relationships/slide" Target="/ppt/slides/slide6.xml" Id="R8eee312b8780451f" /><Relationship Type="http://schemas.openxmlformats.org/officeDocument/2006/relationships/slide" Target="/ppt/slides/slide7.xml" Id="R31f74510c057477a" /><Relationship Type="http://schemas.openxmlformats.org/officeDocument/2006/relationships/slide" Target="/ppt/slides/slide8.xml" Id="R8fbe8c7eb8ee4b6b" /><Relationship Type="http://schemas.openxmlformats.org/officeDocument/2006/relationships/slide" Target="/ppt/slides/slide9.xml" Id="Ra3e28197686d44ea" /><Relationship Type="http://schemas.openxmlformats.org/officeDocument/2006/relationships/slide" Target="/ppt/slides/slide10.xml" Id="Re9b451bf442c4d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9f92254ef64ba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8922df466d4cb6" /><Relationship Type="http://schemas.openxmlformats.org/officeDocument/2006/relationships/notesMaster" Target="/ppt/notesMasters/notesMaster1.xml" Id="Re721cc008a96417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20db7115c844dd" /><Relationship Type="http://schemas.openxmlformats.org/officeDocument/2006/relationships/notesMaster" Target="/ppt/notesMasters/notesMaster1.xml" Id="Rb18a8bd90a074a7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099788f56114733" /><Relationship Type="http://schemas.openxmlformats.org/officeDocument/2006/relationships/notesMaster" Target="/ppt/notesMasters/notesMaster1.xml" Id="R138527fc3a15489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c03b41b987f4649" /><Relationship Type="http://schemas.openxmlformats.org/officeDocument/2006/relationships/notesMaster" Target="/ppt/notesMasters/notesMaster1.xml" Id="R03a04014b36a47d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7d1a70d4e52430f" /><Relationship Type="http://schemas.openxmlformats.org/officeDocument/2006/relationships/notesMaster" Target="/ppt/notesMasters/notesMaster1.xml" Id="R437ef403d218417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32b6fbc575548b3" /><Relationship Type="http://schemas.openxmlformats.org/officeDocument/2006/relationships/notesMaster" Target="/ppt/notesMasters/notesMaster1.xml" Id="R05d1e378eabe4be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2e7f89c627646b2" /><Relationship Type="http://schemas.openxmlformats.org/officeDocument/2006/relationships/notesMaster" Target="/ppt/notesMasters/notesMaster1.xml" Id="R287edbfed5f04c2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fa01ae7ee9b4a27" /><Relationship Type="http://schemas.openxmlformats.org/officeDocument/2006/relationships/notesMaster" Target="/ppt/notesMasters/notesMaster1.xml" Id="R743025021e7c4b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60ce814f3384231" /><Relationship Type="http://schemas.openxmlformats.org/officeDocument/2006/relationships/notesMaster" Target="/ppt/notesMasters/notesMaster1.xml" Id="R12072bf73f884c9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5fe95762a184911" /><Relationship Type="http://schemas.openxmlformats.org/officeDocument/2006/relationships/notesMaster" Target="/ppt/notesMasters/notesMaster1.xml" Id="R7c1a911bffcd4e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Issue #20 문서·소스코드 RAG PoC 개정 설계 발표자료 1쪽입니다.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docs/adr/0008-techflow-rag-poc-architecture.md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docs/decisions/techflow-rag-poc-contract.json</a:t>
            </a:r>
          </a:p>
          <a:p xmlns:a="http://schemas.openxmlformats.org/drawingml/2006/main">
            <a:r>
              <a:t>- docs/reports/issue-20-rag-poc-design-review.md</a:t>
            </a:r>
          </a:p>
          <a:p xmlns:a="http://schemas.openxmlformats.org/drawingml/2006/main">
            <a:r>
              <a:t>- https://github.com/ablecloud-team/ablestack-cloud</a:t>
            </a:r>
          </a:p>
          <a:p xmlns:a="http://schemas.openxmlformats.org/drawingml/2006/main">
            <a:r>
              <a:t>- https://github.com/ablecloud-team/ablestack-wall</a:t>
            </a:r>
          </a:p>
          <a:p xmlns:a="http://schemas.openxmlformats.org/drawingml/2006/main">
            <a:r>
              <a:t>- https://github.com/ablecloud-team/ablestack-cockpit-plugin</a:t>
            </a:r>
          </a:p>
          <a:p xmlns:a="http://schemas.openxmlformats.org/drawingml/2006/main">
            <a:r>
              <a:t>- https://github.com/ablecloud-team/ablestack-genie</a:t>
            </a:r>
          </a:p>
          <a:p xmlns:a="http://schemas.openxmlformats.org/drawingml/2006/main">
            <a:r>
              <a:t>- https://github.com/ablecloud-team/ablestack-kickstart</a:t>
            </a:r>
          </a:p>
          <a:p xmlns:a="http://schemas.openxmlformats.org/drawingml/2006/main">
            <a:r>
              <a:t>- https://github.com/ablecloud-team/ablestack-qemu-exec-tools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https://docs.github.com/en/rest/git/trees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Issue #20 문서·소스코드 RAG PoC 개정 설계 발표자료 2쪽입니다.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docs/adr/0008-techflow-rag-poc-architecture.md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docs/decisions/techflow-rag-poc-contract.json</a:t>
            </a:r>
          </a:p>
          <a:p xmlns:a="http://schemas.openxmlformats.org/drawingml/2006/main">
            <a:r>
              <a:t>- docs/reports/issue-20-rag-poc-design-review.md</a:t>
            </a:r>
          </a:p>
          <a:p xmlns:a="http://schemas.openxmlformats.org/drawingml/2006/main">
            <a:r>
              <a:t>- https://github.com/ablecloud-team/ablestack-cloud</a:t>
            </a:r>
          </a:p>
          <a:p xmlns:a="http://schemas.openxmlformats.org/drawingml/2006/main">
            <a:r>
              <a:t>- https://github.com/ablecloud-team/ablestack-wall</a:t>
            </a:r>
          </a:p>
          <a:p xmlns:a="http://schemas.openxmlformats.org/drawingml/2006/main">
            <a:r>
              <a:t>- https://github.com/ablecloud-team/ablestack-cockpit-plugin</a:t>
            </a:r>
          </a:p>
          <a:p xmlns:a="http://schemas.openxmlformats.org/drawingml/2006/main">
            <a:r>
              <a:t>- https://github.com/ablecloud-team/ablestack-genie</a:t>
            </a:r>
          </a:p>
          <a:p xmlns:a="http://schemas.openxmlformats.org/drawingml/2006/main">
            <a:r>
              <a:t>- https://github.com/ablecloud-team/ablestack-kickstart</a:t>
            </a:r>
          </a:p>
          <a:p xmlns:a="http://schemas.openxmlformats.org/drawingml/2006/main">
            <a:r>
              <a:t>- https://github.com/ablecloud-team/ablestack-qemu-exec-tools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https://docs.github.com/en/rest/git/trees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Issue #20 문서·소스코드 RAG PoC 개정 설계 발표자료 3쪽입니다.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docs/adr/0008-techflow-rag-poc-architecture.md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docs/decisions/techflow-rag-poc-contract.json</a:t>
            </a:r>
          </a:p>
          <a:p xmlns:a="http://schemas.openxmlformats.org/drawingml/2006/main">
            <a:r>
              <a:t>- docs/reports/issue-20-rag-poc-design-review.md</a:t>
            </a:r>
          </a:p>
          <a:p xmlns:a="http://schemas.openxmlformats.org/drawingml/2006/main">
            <a:r>
              <a:t>- https://github.com/ablecloud-team/ablestack-cloud</a:t>
            </a:r>
          </a:p>
          <a:p xmlns:a="http://schemas.openxmlformats.org/drawingml/2006/main">
            <a:r>
              <a:t>- https://github.com/ablecloud-team/ablestack-wall</a:t>
            </a:r>
          </a:p>
          <a:p xmlns:a="http://schemas.openxmlformats.org/drawingml/2006/main">
            <a:r>
              <a:t>- https://github.com/ablecloud-team/ablestack-cockpit-plugin</a:t>
            </a:r>
          </a:p>
          <a:p xmlns:a="http://schemas.openxmlformats.org/drawingml/2006/main">
            <a:r>
              <a:t>- https://github.com/ablecloud-team/ablestack-genie</a:t>
            </a:r>
          </a:p>
          <a:p xmlns:a="http://schemas.openxmlformats.org/drawingml/2006/main">
            <a:r>
              <a:t>- https://github.com/ablecloud-team/ablestack-kickstart</a:t>
            </a:r>
          </a:p>
          <a:p xmlns:a="http://schemas.openxmlformats.org/drawingml/2006/main">
            <a:r>
              <a:t>- https://github.com/ablecloud-team/ablestack-qemu-exec-tools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https://docs.github.com/en/rest/git/trees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Issue #20 문서·소스코드 RAG PoC 개정 설계 발표자료 4쪽입니다.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docs/adr/0008-techflow-rag-poc-architecture.md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docs/decisions/techflow-rag-poc-contract.json</a:t>
            </a:r>
          </a:p>
          <a:p xmlns:a="http://schemas.openxmlformats.org/drawingml/2006/main">
            <a:r>
              <a:t>- docs/reports/issue-20-rag-poc-design-review.md</a:t>
            </a:r>
          </a:p>
          <a:p xmlns:a="http://schemas.openxmlformats.org/drawingml/2006/main">
            <a:r>
              <a:t>- https://github.com/ablecloud-team/ablestack-cloud</a:t>
            </a:r>
          </a:p>
          <a:p xmlns:a="http://schemas.openxmlformats.org/drawingml/2006/main">
            <a:r>
              <a:t>- https://github.com/ablecloud-team/ablestack-wall</a:t>
            </a:r>
          </a:p>
          <a:p xmlns:a="http://schemas.openxmlformats.org/drawingml/2006/main">
            <a:r>
              <a:t>- https://github.com/ablecloud-team/ablestack-cockpit-plugin</a:t>
            </a:r>
          </a:p>
          <a:p xmlns:a="http://schemas.openxmlformats.org/drawingml/2006/main">
            <a:r>
              <a:t>- https://github.com/ablecloud-team/ablestack-genie</a:t>
            </a:r>
          </a:p>
          <a:p xmlns:a="http://schemas.openxmlformats.org/drawingml/2006/main">
            <a:r>
              <a:t>- https://github.com/ablecloud-team/ablestack-kickstart</a:t>
            </a:r>
          </a:p>
          <a:p xmlns:a="http://schemas.openxmlformats.org/drawingml/2006/main">
            <a:r>
              <a:t>- https://github.com/ablecloud-team/ablestack-qemu-exec-tools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https://docs.github.com/en/rest/git/trees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Issue #20 문서·소스코드 RAG PoC 개정 설계 발표자료 5쪽입니다.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docs/adr/0008-techflow-rag-poc-architecture.md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docs/decisions/techflow-rag-poc-contract.json</a:t>
            </a:r>
          </a:p>
          <a:p xmlns:a="http://schemas.openxmlformats.org/drawingml/2006/main">
            <a:r>
              <a:t>- docs/reports/issue-20-rag-poc-design-review.md</a:t>
            </a:r>
          </a:p>
          <a:p xmlns:a="http://schemas.openxmlformats.org/drawingml/2006/main">
            <a:r>
              <a:t>- https://github.com/ablecloud-team/ablestack-cloud</a:t>
            </a:r>
          </a:p>
          <a:p xmlns:a="http://schemas.openxmlformats.org/drawingml/2006/main">
            <a:r>
              <a:t>- https://github.com/ablecloud-team/ablestack-wall</a:t>
            </a:r>
          </a:p>
          <a:p xmlns:a="http://schemas.openxmlformats.org/drawingml/2006/main">
            <a:r>
              <a:t>- https://github.com/ablecloud-team/ablestack-cockpit-plugin</a:t>
            </a:r>
          </a:p>
          <a:p xmlns:a="http://schemas.openxmlformats.org/drawingml/2006/main">
            <a:r>
              <a:t>- https://github.com/ablecloud-team/ablestack-genie</a:t>
            </a:r>
          </a:p>
          <a:p xmlns:a="http://schemas.openxmlformats.org/drawingml/2006/main">
            <a:r>
              <a:t>- https://github.com/ablecloud-team/ablestack-kickstart</a:t>
            </a:r>
          </a:p>
          <a:p xmlns:a="http://schemas.openxmlformats.org/drawingml/2006/main">
            <a:r>
              <a:t>- https://github.com/ablecloud-team/ablestack-qemu-exec-tools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https://docs.github.com/en/rest/git/trees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Issue #20 문서·소스코드 RAG PoC 개정 설계 발표자료 6쪽입니다.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docs/adr/0008-techflow-rag-poc-architecture.md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docs/decisions/techflow-rag-poc-contract.json</a:t>
            </a:r>
          </a:p>
          <a:p xmlns:a="http://schemas.openxmlformats.org/drawingml/2006/main">
            <a:r>
              <a:t>- docs/reports/issue-20-rag-poc-design-review.md</a:t>
            </a:r>
          </a:p>
          <a:p xmlns:a="http://schemas.openxmlformats.org/drawingml/2006/main">
            <a:r>
              <a:t>- https://github.com/ablecloud-team/ablestack-cloud</a:t>
            </a:r>
          </a:p>
          <a:p xmlns:a="http://schemas.openxmlformats.org/drawingml/2006/main">
            <a:r>
              <a:t>- https://github.com/ablecloud-team/ablestack-wall</a:t>
            </a:r>
          </a:p>
          <a:p xmlns:a="http://schemas.openxmlformats.org/drawingml/2006/main">
            <a:r>
              <a:t>- https://github.com/ablecloud-team/ablestack-cockpit-plugin</a:t>
            </a:r>
          </a:p>
          <a:p xmlns:a="http://schemas.openxmlformats.org/drawingml/2006/main">
            <a:r>
              <a:t>- https://github.com/ablecloud-team/ablestack-genie</a:t>
            </a:r>
          </a:p>
          <a:p xmlns:a="http://schemas.openxmlformats.org/drawingml/2006/main">
            <a:r>
              <a:t>- https://github.com/ablecloud-team/ablestack-kickstart</a:t>
            </a:r>
          </a:p>
          <a:p xmlns:a="http://schemas.openxmlformats.org/drawingml/2006/main">
            <a:r>
              <a:t>- https://github.com/ablecloud-team/ablestack-qemu-exec-tools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https://docs.github.com/en/rest/git/trees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Issue #20 문서·소스코드 RAG PoC 개정 설계 발표자료 7쪽입니다.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docs/adr/0008-techflow-rag-poc-architecture.md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docs/decisions/techflow-rag-poc-contract.json</a:t>
            </a:r>
          </a:p>
          <a:p xmlns:a="http://schemas.openxmlformats.org/drawingml/2006/main">
            <a:r>
              <a:t>- docs/reports/issue-20-rag-poc-design-review.md</a:t>
            </a:r>
          </a:p>
          <a:p xmlns:a="http://schemas.openxmlformats.org/drawingml/2006/main">
            <a:r>
              <a:t>- https://github.com/ablecloud-team/ablestack-cloud</a:t>
            </a:r>
          </a:p>
          <a:p xmlns:a="http://schemas.openxmlformats.org/drawingml/2006/main">
            <a:r>
              <a:t>- https://github.com/ablecloud-team/ablestack-wall</a:t>
            </a:r>
          </a:p>
          <a:p xmlns:a="http://schemas.openxmlformats.org/drawingml/2006/main">
            <a:r>
              <a:t>- https://github.com/ablecloud-team/ablestack-cockpit-plugin</a:t>
            </a:r>
          </a:p>
          <a:p xmlns:a="http://schemas.openxmlformats.org/drawingml/2006/main">
            <a:r>
              <a:t>- https://github.com/ablecloud-team/ablestack-genie</a:t>
            </a:r>
          </a:p>
          <a:p xmlns:a="http://schemas.openxmlformats.org/drawingml/2006/main">
            <a:r>
              <a:t>- https://github.com/ablecloud-team/ablestack-kickstart</a:t>
            </a:r>
          </a:p>
          <a:p xmlns:a="http://schemas.openxmlformats.org/drawingml/2006/main">
            <a:r>
              <a:t>- https://github.com/ablecloud-team/ablestack-qemu-exec-tools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https://docs.github.com/en/rest/git/trees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Issue #20 문서·소스코드 RAG PoC 개정 설계 발표자료 8쪽입니다.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docs/adr/0008-techflow-rag-poc-architecture.md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docs/decisions/techflow-rag-poc-contract.json</a:t>
            </a:r>
          </a:p>
          <a:p xmlns:a="http://schemas.openxmlformats.org/drawingml/2006/main">
            <a:r>
              <a:t>- docs/reports/issue-20-rag-poc-design-review.md</a:t>
            </a:r>
          </a:p>
          <a:p xmlns:a="http://schemas.openxmlformats.org/drawingml/2006/main">
            <a:r>
              <a:t>- https://github.com/ablecloud-team/ablestack-cloud</a:t>
            </a:r>
          </a:p>
          <a:p xmlns:a="http://schemas.openxmlformats.org/drawingml/2006/main">
            <a:r>
              <a:t>- https://github.com/ablecloud-team/ablestack-wall</a:t>
            </a:r>
          </a:p>
          <a:p xmlns:a="http://schemas.openxmlformats.org/drawingml/2006/main">
            <a:r>
              <a:t>- https://github.com/ablecloud-team/ablestack-cockpit-plugin</a:t>
            </a:r>
          </a:p>
          <a:p xmlns:a="http://schemas.openxmlformats.org/drawingml/2006/main">
            <a:r>
              <a:t>- https://github.com/ablecloud-team/ablestack-genie</a:t>
            </a:r>
          </a:p>
          <a:p xmlns:a="http://schemas.openxmlformats.org/drawingml/2006/main">
            <a:r>
              <a:t>- https://github.com/ablecloud-team/ablestack-kickstart</a:t>
            </a:r>
          </a:p>
          <a:p xmlns:a="http://schemas.openxmlformats.org/drawingml/2006/main">
            <a:r>
              <a:t>- https://github.com/ablecloud-team/ablestack-qemu-exec-tools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https://docs.github.com/en/rest/git/trees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Issue #20 문서·소스코드 RAG PoC 개정 설계 발표자료 9쪽입니다.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docs/adr/0008-techflow-rag-poc-architecture.md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docs/decisions/techflow-rag-poc-contract.json</a:t>
            </a:r>
          </a:p>
          <a:p xmlns:a="http://schemas.openxmlformats.org/drawingml/2006/main">
            <a:r>
              <a:t>- docs/reports/issue-20-rag-poc-design-review.md</a:t>
            </a:r>
          </a:p>
          <a:p xmlns:a="http://schemas.openxmlformats.org/drawingml/2006/main">
            <a:r>
              <a:t>- https://github.com/ablecloud-team/ablestack-cloud</a:t>
            </a:r>
          </a:p>
          <a:p xmlns:a="http://schemas.openxmlformats.org/drawingml/2006/main">
            <a:r>
              <a:t>- https://github.com/ablecloud-team/ablestack-wall</a:t>
            </a:r>
          </a:p>
          <a:p xmlns:a="http://schemas.openxmlformats.org/drawingml/2006/main">
            <a:r>
              <a:t>- https://github.com/ablecloud-team/ablestack-cockpit-plugin</a:t>
            </a:r>
          </a:p>
          <a:p xmlns:a="http://schemas.openxmlformats.org/drawingml/2006/main">
            <a:r>
              <a:t>- https://github.com/ablecloud-team/ablestack-genie</a:t>
            </a:r>
          </a:p>
          <a:p xmlns:a="http://schemas.openxmlformats.org/drawingml/2006/main">
            <a:r>
              <a:t>- https://github.com/ablecloud-team/ablestack-kickstart</a:t>
            </a:r>
          </a:p>
          <a:p xmlns:a="http://schemas.openxmlformats.org/drawingml/2006/main">
            <a:r>
              <a:t>- https://github.com/ablecloud-team/ablestack-qemu-exec-tools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https://docs.github.com/en/rest/git/trees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Issue #20 문서·소스코드 RAG PoC 개정 설계 발표자료 10쪽입니다.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docs/adr/0008-techflow-rag-poc-architecture.md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docs/decisions/techflow-rag-poc-contract.json</a:t>
            </a:r>
          </a:p>
          <a:p xmlns:a="http://schemas.openxmlformats.org/drawingml/2006/main">
            <a:r>
              <a:t>- docs/reports/issue-20-rag-poc-design-review.md</a:t>
            </a:r>
          </a:p>
          <a:p xmlns:a="http://schemas.openxmlformats.org/drawingml/2006/main">
            <a:r>
              <a:t>- https://github.com/ablecloud-team/ablestack-cloud</a:t>
            </a:r>
          </a:p>
          <a:p xmlns:a="http://schemas.openxmlformats.org/drawingml/2006/main">
            <a:r>
              <a:t>- https://github.com/ablecloud-team/ablestack-wall</a:t>
            </a:r>
          </a:p>
          <a:p xmlns:a="http://schemas.openxmlformats.org/drawingml/2006/main">
            <a:r>
              <a:t>- https://github.com/ablecloud-team/ablestack-cockpit-plugin</a:t>
            </a:r>
          </a:p>
          <a:p xmlns:a="http://schemas.openxmlformats.org/drawingml/2006/main">
            <a:r>
              <a:t>- https://github.com/ablecloud-team/ablestack-genie</a:t>
            </a:r>
          </a:p>
          <a:p xmlns:a="http://schemas.openxmlformats.org/drawingml/2006/main">
            <a:r>
              <a:t>- https://github.com/ablecloud-team/ablestack-kickstart</a:t>
            </a:r>
          </a:p>
          <a:p xmlns:a="http://schemas.openxmlformats.org/drawingml/2006/main">
            <a:r>
              <a:t>- https://github.com/ablecloud-team/ablestack-qemu-exec-tools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https://docs.github.com/en/rest/git/trees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4115ba09fd448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b4e6b921d440b7" /><Relationship Type="http://schemas.openxmlformats.org/officeDocument/2006/relationships/slideLayout" Target="/ppt/slideLayouts/slideLayout1.xml" Id="Rf277b2bf52404aa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77b2bf52404aa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2c939706544457" /><Relationship Type="http://schemas.openxmlformats.org/officeDocument/2006/relationships/notesSlide" Target="/ppt/notesSlides/notesSlide1.xml" Id="Rcdabf3dbeff8489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41fda9414140ad" /><Relationship Type="http://schemas.openxmlformats.org/officeDocument/2006/relationships/notesSlide" Target="/ppt/notesSlides/notesSlide2.xml" Id="R55628941ad9c45c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63ba5a11cc45a6" /><Relationship Type="http://schemas.openxmlformats.org/officeDocument/2006/relationships/notesSlide" Target="/ppt/notesSlides/notesSlide3.xml" Id="Rf95e5234cb624c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054e8eb1bb429c" /><Relationship Type="http://schemas.openxmlformats.org/officeDocument/2006/relationships/notesSlide" Target="/ppt/notesSlides/notesSlide4.xml" Id="Red3d0c34bec547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8134b130d54874" /><Relationship Type="http://schemas.openxmlformats.org/officeDocument/2006/relationships/notesSlide" Target="/ppt/notesSlides/notesSlide5.xml" Id="Rbcea3e84271b43f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5b9ec116a248cc" /><Relationship Type="http://schemas.openxmlformats.org/officeDocument/2006/relationships/notesSlide" Target="/ppt/notesSlides/notesSlide6.xml" Id="Rb78f510f15ff41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d462c6444644c6" /><Relationship Type="http://schemas.openxmlformats.org/officeDocument/2006/relationships/notesSlide" Target="/ppt/notesSlides/notesSlide7.xml" Id="R7f43784d9be64a3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1ab60a43e84f86" /><Relationship Type="http://schemas.openxmlformats.org/officeDocument/2006/relationships/notesSlide" Target="/ppt/notesSlides/notesSlide8.xml" Id="Re3a761cc6e3f464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df36766b664605" /><Relationship Type="http://schemas.openxmlformats.org/officeDocument/2006/relationships/notesSlide" Target="/ppt/notesSlides/notesSlide9.xml" Id="R1c4e53719e504e5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dbd9d1a3ed48a1" /><Relationship Type="http://schemas.openxmlformats.org/officeDocument/2006/relationships/notesSlide" Target="/ppt/notesSlides/notesSlide10.xml" Id="Re3aa41ba31d9406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EE9FD-B18E-4ED0-B668-360621E5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0525"/>
            <a:ext cx="6667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ABLESTACK TECHFLOW · ISSUE #20 · REVISED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E944CD-7DA2-491C-A6BF-B83C8FF9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990600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4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문서와 소스코드를 함께 쓰는</a:t>
            </a:r>
          </a:p>
          <a:p xmlns:a="http://schemas.openxmlformats.org/drawingml/2006/main">
            <a:pPr algn="l">
              <a:buNone/>
              <a:defRPr sz="54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RAG PoC 개정 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6BFD25-2D6B-457D-B7B8-680BFD6C3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819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Docs + 6 Source Repositories · 9 Profiles · No Code Execution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8C5CC3-4548-4957-A10A-8A1E025F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6CBF99-3C39-44A2-9B41-95CE9174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TechFlow · Activepieces CE · 2026-08-03</a:t>
            </a:r>
          </a:p>
        </p:txBody>
      </p:sp>
    </p:spTree>
    <p:extLst>
      <p:ext uri="{BB962C8B-B14F-4D97-AF65-F5344CB8AC3E}">
        <p14:creationId xmlns:p14="http://schemas.microsoft.com/office/powerpoint/2010/main" val="65430769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F26C80-8258-4D6A-82CF-63E00669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ABLESTACK 7개 저장소의 39,836개 파일을 분석 대상으로 확정했습니다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6CBBAD-755E-4BED-88B4-8D1C8638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96698B-69EF-4F89-8B93-5BD14942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62050"/>
            <a:ext cx="11144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Cloud 세 Branch와 5개 구성 저장소를 독립 색인하고 승인 조합만 검색합니다.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858E16-608A-48ED-AA88-BFED34123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71700"/>
            <a:ext cx="544830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A4724-CF48-4AB9-8D24-F541919EC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47925"/>
            <a:ext cx="4857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공식 문서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905CF1-33BC-448D-A972-4B67554B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47625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276 Markdown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SHARED_DOCS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D0 Public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FBB472-D9B1-44A3-90D9-9B270D96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171700"/>
            <a:ext cx="554355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E17DCE-2760-41ED-BF57-EED6E7144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447925"/>
            <a:ext cx="49530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제품 소스코드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22CAA6-CDCD-4107-8E72-AA26C6A3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962275"/>
            <a:ext cx="4857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6 Repositories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8 Code Profiles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39,560 Files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C6B94D-D42E-45E0-B300-E7C9F40A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48175"/>
            <a:ext cx="113919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9A8170-C91A-4450-9DEF-D6D05BC5F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개정 범위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08A07A-45E4-4C8B-A23B-70FF6612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107251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9 Profiles  |  39,836 Files  |  14 Tables  |  50 Golden Questions</a:t>
            </a:r>
          </a:p>
        </p:txBody>
      </p:sp>
    </p:spTree>
    <p:extLst>
      <p:ext uri="{BB962C8B-B14F-4D97-AF65-F5344CB8AC3E}">
        <p14:creationId xmlns:p14="http://schemas.microsoft.com/office/powerpoint/2010/main" val="12322018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CBC855-FE48-4C34-8587-52A8E0F4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실행·분석·저장을 분리해 소스코드를 안전하게 다룹니다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1664BC-95C4-4AB7-BBCC-AD1E3DFAC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5602DC-081D-40AE-B4AC-58723F83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62025"/>
            <a:ext cx="11144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Activepieces는 오케스트레이션하고 Fetcher·AI Gateway가 고정 Commit을 정적으로 분석합니다.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81D7C6-C014-4F27-954B-3996BF5CF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28800"/>
            <a:ext cx="3429000" cy="321945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57A265-89AE-490A-B266-99E6C75E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6667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BE9AD0-110D-416A-85B0-D4433B64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26670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Activepieces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2A83EF-7A21-4345-86D8-C27B2C0AD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72415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Change Detection</a:t>
            </a:r>
          </a:p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Approval · Job</a:t>
            </a:r>
          </a:p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Evaluation Schedule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B26769-5142-496B-8B93-996B1968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28800"/>
            <a:ext cx="3429000" cy="321945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FCE8E6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6FA64C-AEC6-4716-8638-407E67609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76450"/>
            <a:ext cx="6667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>
                <a:solidFill>
                  <a:srgbClr val="A52714"/>
                </a:solidFill>
                <a:latin typeface="Malgun Gothic"/>
                <a:ea typeface="Malgun Gothic"/>
                <a:cs typeface="Malgun Gothic"/>
              </a:defRPr>
            </a:pPr>
            <a: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912F2A-6379-4C2C-9C66-3A746CE6D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86050"/>
            <a:ext cx="26670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AI Gateway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9C59BF-A641-421B-BA00-818D3CC6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219450"/>
            <a:ext cx="272415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Pinned Fetcher</a:t>
            </a:r>
          </a:p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Parser · Retrieval</a:t>
            </a:r>
          </a:p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Branch Policy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2CF8CC-A0D1-497B-B167-65A377787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28800"/>
            <a:ext cx="3429000" cy="321945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FFF4D6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77852E-5627-43FE-9C74-E70CFC82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076450"/>
            <a:ext cx="6667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>
                <a:solidFill>
                  <a:srgbClr val="8A5A00"/>
                </a:solidFill>
                <a:latin typeface="Malgun Gothic"/>
                <a:ea typeface="Malgun Gothic"/>
                <a:cs typeface="Malgun Gothic"/>
              </a:defRPr>
            </a:pPr>
            <a: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9E73ED-3AB1-4358-94F8-0B27A9553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686050"/>
            <a:ext cx="26670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PostgreSQL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1C6B0D-C121-4580-9D53-3FD2BAC5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219450"/>
            <a:ext cx="272415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FTS · pg_trgm</a:t>
            </a:r>
          </a:p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pgvector</a:t>
            </a:r>
          </a:p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Symbol · Lineage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B2DCD6-27F9-488B-9D11-2F581B7E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0"/>
            <a:ext cx="8763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제품 Gate  |  Branch 격리 · Hook/Build/Test 실행 금지 · Citation 검증</a:t>
            </a:r>
          </a:p>
        </p:txBody>
      </p:sp>
    </p:spTree>
    <p:extLst>
      <p:ext uri="{BB962C8B-B14F-4D97-AF65-F5344CB8AC3E}">
        <p14:creationId xmlns:p14="http://schemas.microsoft.com/office/powerpoint/2010/main" val="63913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CBA5AF-24B4-4EE4-8654-5B8C2D7B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저장소와 코드는 서로 다른 분석 Profile을 사용합니다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74AA26-8423-42C4-BC3C-16269DD45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513D8B-234D-4223-A8D6-C9186B48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1144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코드는 Symbol·Line Range를 보존하고 Test만으로 답변하지 않습니다.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400050" y="1714500"/>
          <a:ext xmlns:a="http://schemas.openxmlformats.org/drawingml/2006/main" cx="11401425" cy="4048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2095500"/>
                <a:gridCol w="2095500"/>
                <a:gridCol w="4162425"/>
              </a:tblGrid>
              <a:tr h="449792">
                <a:tc>
                  <a:txBody>
                    <a:bodyPr/>
                    <a:lstStyle/>
                    <a:p>
                      <a:r>
                        <a:t>Source / Profile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분석 방식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초기값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완료 Gate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SHARED_DOCS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Heading-aware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276 files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D0 · Citation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CLOUD_MAIN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Symbol-aware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10,502 files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Branch isolated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CLOUD_DIPLO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Symbol-aware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10,551 files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Branch isolated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CLOUD_EUROPA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Symbol-aware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11,447 files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Branch isolated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5 COMPONENTS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Repo-specific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7,060 files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Compatibility gate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TEST_CODE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Corroborative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weight 0.6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단독 답변 금지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Retrieval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FTS + ID + Vector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20 + 20 + 30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RRF · top 10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Citation / Safety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Commit + Line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100% resolvable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 execution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64AA2-FF16-42A9-BD86-FD450E49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53125"/>
            <a:ext cx="6286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Retrieval 전에 Source Profile·Compatibility Set·Branch·Commit을 적용합니다.</a:t>
            </a:r>
          </a:p>
        </p:txBody>
      </p:sp>
    </p:spTree>
    <p:extLst>
      <p:ext uri="{BB962C8B-B14F-4D97-AF65-F5344CB8AC3E}">
        <p14:creationId xmlns:p14="http://schemas.microsoft.com/office/powerpoint/2010/main" val="21125019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E5721FF-CBD3-4FB9-8A80-F18837A1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Source는 등록부터 삭제까지 여섯 Gate를 통과합니다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4B0C49-F38A-4701-B999-C71EC515A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95118E-F8F7-4005-ACD4-7B9BFB3E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62025"/>
            <a:ext cx="11144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새 Branch Head는 후보일 뿐이며 승인·전체 색인 성공 전에는 활성화하지 않습니다.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D74B3-6D4E-4D93-9054-CD4BB628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62125"/>
            <a:ext cx="55435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C6E615-FC1C-45CF-BBA7-53C895FC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71675"/>
            <a:ext cx="5524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1E9480-24BD-4E6D-A42C-144C2CBB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971675"/>
            <a:ext cx="2952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Register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E8A11F-4691-4309-8866-E7D42C0A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990725"/>
            <a:ext cx="1428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Source Owner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DD9D53-B09F-49A8-BEA8-FF3085645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00300"/>
            <a:ext cx="4286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9 Profiles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A22FF2-130D-41DF-92AE-CFBB8D54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62125"/>
            <a:ext cx="55435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F60C40-1268-4A79-B569-92A671F6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71675"/>
            <a:ext cx="5524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EC27C5-52E4-469A-9214-4722D8F3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971675"/>
            <a:ext cx="2952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F00EE8-077A-416E-A45A-57170A7B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990725"/>
            <a:ext cx="1428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Reviewer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D02B2C-B9D7-43A7-962A-089E5B55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00300"/>
            <a:ext cx="4286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Branch · Commit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FFD58A-4EBC-4882-BF43-63AA0381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5435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98087B-0CDF-41D7-A2A8-81BA2DC2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52800"/>
            <a:ext cx="5524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D807BD-D4CE-480C-88C9-E8DC6C70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52800"/>
            <a:ext cx="2952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Quarantine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9996CB-AF8C-4ED5-8D4B-D500B902F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371850"/>
            <a:ext cx="1428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Fetcher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85FBCB-7087-44F0-90DA-7B8096E96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81425"/>
            <a:ext cx="4286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Secret · Binary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A26FF0-631A-4632-9B98-9EF52ACF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43250"/>
            <a:ext cx="55435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39721A-2506-49B0-9ECF-7FFAC4AF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52800"/>
            <a:ext cx="5524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671A61-A324-4E03-B4E6-3E65FE987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52800"/>
            <a:ext cx="2952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Parse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3263D7-2E15-4E36-9D67-3BBB3E1F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371850"/>
            <a:ext cx="1428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AI Gateway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13BD74-3239-4178-BE7E-65C3FC3E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781425"/>
            <a:ext cx="4286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Symbol · Fallback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0B9494-4048-41F4-BD88-733168E3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24375"/>
            <a:ext cx="55435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350F23-693D-49D4-AC62-07D2BE0A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33925"/>
            <a:ext cx="5524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4BEED3-5EB1-4A82-89ED-46F266C8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33925"/>
            <a:ext cx="2952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Index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B73802-9A68-40D9-AC88-9DF3EBA2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752975"/>
            <a:ext cx="1428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Worker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84701E-DDC2-4FA9-88BE-B4F02663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62550"/>
            <a:ext cx="4286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FTS · ID · Vector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4E5CE8-458E-43EF-9496-8BBEFA15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524375"/>
            <a:ext cx="55435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0CF8EB-742B-4543-9133-C7A746A8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33925"/>
            <a:ext cx="5524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F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1245E4-F803-4DEF-9F07-509E1184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733925"/>
            <a:ext cx="2952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Delete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C30563-09C0-48AA-8B63-2A539C373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752975"/>
            <a:ext cx="1428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Lineage Job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8F9512A-0BA0-4AD7-80F1-0C115547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162550"/>
            <a:ext cx="4286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Exclude Now · ≤ 7d</a:t>
            </a:r>
          </a:p>
        </p:txBody>
      </p:sp>
    </p:spTree>
    <p:extLst>
      <p:ext uri="{BB962C8B-B14F-4D97-AF65-F5344CB8AC3E}">
        <p14:creationId xmlns:p14="http://schemas.microsoft.com/office/powerpoint/2010/main" val="136655788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0D67D5-DF5D-4C54-A9DB-DB36EC76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Profile과 호환 조합이 선택된 질문만 코드 답변으로 이어집니다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66BC46-26B6-46EB-900E-B07A85783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18F9CA-F2A9-4C4B-8C43-E307E88A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62025"/>
            <a:ext cx="11144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Cloud Branch나 저장소 조합이 충돌하면 임의 선택하지 않고 보류합니다.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012F46-6B83-4CA2-B65A-C42B676D8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971800"/>
            <a:ext cx="933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E92168-0D3E-4A4A-81C6-50F01DEE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971800"/>
            <a:ext cx="933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C7AFE3-78E6-4F1B-909C-60B967DBF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971800"/>
            <a:ext cx="933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C03CC4-EB2E-4AD5-84F6-5B0BD7C8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962400"/>
            <a:ext cx="666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18513D-1A21-4D46-AC8A-E06DF140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24100"/>
            <a:ext cx="2009775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19D05-A8AE-41A2-BA6B-24EF7267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562225"/>
            <a:ext cx="1524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Channel /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A40DCE-952F-4D36-9539-9A4CFDCC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971800"/>
            <a:ext cx="1524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Question</a:t>
            </a:r>
          </a:p>
          <a:p xmlns:a="http://schemas.openxmlformats.org/drawingml/2006/main">
            <a:pPr algn="l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Source Profiles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73FE3F-964B-47BF-BAF0-BD919A1E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2133600"/>
            <a:ext cx="2486025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732925-205D-4C6B-B9F4-C056E9FD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00300"/>
            <a:ext cx="1971675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831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TechFlow AI Gateway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6C72E7-69D4-4461-BB9C-F3F73121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43225"/>
            <a:ext cx="197167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Compatibility Gate</a:t>
            </a:r>
          </a:p>
          <a:p xmlns:a="http://schemas.openxmlformats.org/drawingml/2006/main">
            <a:pPr algn="l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RRF · Citation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1A758D-F54E-4582-B39B-C63D8A19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24100"/>
            <a:ext cx="245745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3FAFE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4CE148-F724-41B0-B2C8-13F09CFB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562225"/>
            <a:ext cx="19431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PostgreSQL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419741-F93E-4D62-96B5-5E2622AC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48000"/>
            <a:ext cx="1943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Docs · Symbols</a:t>
            </a:r>
          </a:p>
          <a:p xmlns:a="http://schemas.openxmlformats.org/drawingml/2006/main">
            <a:pPr algn="l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FTS · Vector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62E193-A908-4283-979F-BE84CCE9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324100"/>
            <a:ext cx="163830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73DF87-4D18-4EED-8126-34A160E3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562225"/>
            <a:ext cx="12001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8971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Model Provider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1B645D-6E3D-4960-AD8F-0FA3ABBF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0"/>
            <a:ext cx="1200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895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Minimal Context</a:t>
            </a:r>
          </a:p>
          <a:p xmlns:a="http://schemas.openxmlformats.org/drawingml/2006/main">
            <a:pPr algn="l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No Tool / Training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7C9691-B7B3-41CD-93B5-D1F19F42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67250"/>
            <a:ext cx="28384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CCBC8D-4988-4E14-91B7-D00BA373E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76800"/>
            <a:ext cx="230505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D0 Only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1F2154-C9C2-4C9D-B6C4-E3C593E0A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219700"/>
            <a:ext cx="2305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Line Citations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0A97FF-BCB4-4EBE-8899-AE06B3A1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67200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외부 경계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D55353-EEE1-4B7C-AD47-E7D1FA615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267200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제품 경계</a:t>
            </a:r>
          </a:p>
        </p:txBody>
      </p:sp>
    </p:spTree>
    <p:extLst>
      <p:ext uri="{BB962C8B-B14F-4D97-AF65-F5344CB8AC3E}">
        <p14:creationId xmlns:p14="http://schemas.microsoft.com/office/powerpoint/2010/main" val="11649119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A5577D-4871-4696-B5A7-EDECB634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942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Branch·저장소 격리와 코드 Citation을 품질 Gate로 추가했습니다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4F56C6-093F-49C2-B564-6EE7CF04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44C9D8-F2AC-4C28-A23A-0700C123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3524250" cy="358140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A79AE6-143F-4E8F-9710-3340A55B0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857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71739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Search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5CFC18-BB73-49B4-A082-9AEB8AA4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2762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Profile Gate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644BA-0268-4463-9DBD-29BFC2EA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6670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FTS + Identifier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Exact Vector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Cross-Branch 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861F2B-80F5-4EE2-B0BC-A308A247F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657350"/>
            <a:ext cx="3524250" cy="358140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1D5A24-C4AA-4C57-9FB2-89D09753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924050"/>
            <a:ext cx="857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60935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Citation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FC7E9A-A295-46DB-9B32-3004DB3D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609850"/>
            <a:ext cx="2762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Code Lines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9AB8F9-B2B3-43C0-8FE6-9F026BBC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219450"/>
            <a:ext cx="26670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Commit + Path + Line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Symbol Resolvable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Test-only 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4AA18A-00E2-4B4B-B8CF-B8BFC18EC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657350"/>
            <a:ext cx="3524250" cy="358140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858CA2-9B0F-427E-B5FD-682A6BE5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924050"/>
            <a:ext cx="1524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Safety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6474BB-B8C7-4D6A-8BE0-B7230279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09850"/>
            <a:ext cx="2762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Static Only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CB629F-7E6E-4A4D-B61F-398D9C3F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19450"/>
            <a:ext cx="26670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Hook · Build · Test 0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Secret · Binary 0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AI Tool 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E59655-61D1-4EA3-8B81-5F40AFFD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81650"/>
            <a:ext cx="1428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50 Questions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2C028D-9995-416D-B962-6C8EA26F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724525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245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D98CF5-BCA8-43A9-A419-ECF79BF0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581650"/>
            <a:ext cx="1619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20 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B1A584-C93B-495C-8D4C-8B065E4C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724525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6EEB15-B349-49DC-A48D-500CC11C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581650"/>
            <a:ext cx="1619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22 Contract Tests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1667F1-9C29-4871-9EE5-85A3BABC6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5724525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</p:spPr>
      </p:sp>
    </p:spTree>
    <p:extLst>
      <p:ext uri="{BB962C8B-B14F-4D97-AF65-F5344CB8AC3E}">
        <p14:creationId xmlns:p14="http://schemas.microsoft.com/office/powerpoint/2010/main" val="56395402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2D6A2B-2E40-40C0-A97B-AC9A82C16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개정 설계·운영·검증을 같은 제품 자산으로 유지합니다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392829-1390-4AD6-9B9E-3C9A6EFF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CD6764-3020-460E-8152-052DB952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62025"/>
            <a:ext cx="11144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Issue #20의 안정적인 파일명과 링크는 유지하고 내용·체크섬을 갱신합니다.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3EA417-5A56-47F7-B679-B7F32882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35433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CE8E6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B5ED3E-0E61-47F3-8AFE-C9EC0E9A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333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>
                <a:solidFill>
                  <a:srgbClr val="A52714"/>
                </a:solidFill>
                <a:latin typeface="Malgun Gothic"/>
                <a:ea typeface="Malgun Gothic"/>
                <a:cs typeface="Malgun Gothic"/>
              </a:defRPr>
            </a:pPr>
            <a:r>
              <a:t>설계 자산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7275DB-FC12-4A36-908F-B17C25B3A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2857500" cy="148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ADR-0008 Revised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Detailed Plan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Contract v1.2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36BF9A-2C09-491B-A934-19433B463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790700"/>
            <a:ext cx="35433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9A266B-CCD9-4ABE-B8C9-F991D9A0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76450"/>
            <a:ext cx="1428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운영 자산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D82E5F-F3A3-4EF7-AB15-52EF6B06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686050"/>
            <a:ext cx="2857500" cy="148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Fetcher · Parser Runbook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Deploy · Rollback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Deletion Drill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5A9AC7-F1EA-4DB1-AF56-E20935B1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90700"/>
            <a:ext cx="35433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2C37A2-7A58-482F-BD14-70CBEF49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1428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검증 증적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BC7345-AFB0-4EC3-ACFB-CF2E643D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686050"/>
            <a:ext cx="2857500" cy="148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22 Contract Tests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Report · Deck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Artifact Manifest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ACD722-0D4C-414C-BE50-0C617598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113919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09B91D-EE98-4D8B-96FF-8F140E19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820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Issue #20  |  7 Repositories · 9 Profiles · Compatibility-aware</a:t>
            </a:r>
          </a:p>
        </p:txBody>
      </p:sp>
    </p:spTree>
    <p:extLst>
      <p:ext uri="{BB962C8B-B14F-4D97-AF65-F5344CB8AC3E}">
        <p14:creationId xmlns:p14="http://schemas.microsoft.com/office/powerpoint/2010/main" val="131418453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776455-FC13-451C-B4CD-A5FBD1A6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#41부터 #46까지 코드 분석 범위를 포함해 실행합니다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7E9953-46AD-4C7D-93EC-2E35741B7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B47D9E-796E-498A-883B-CBCF969B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62025"/>
            <a:ext cx="11144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기존 이슈 번호와 의존 순서를 유지하면서 완료 기준을 개정합니다.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15FCFD-C208-4E9F-AC87-FF599FC7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62300"/>
            <a:ext cx="9144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2C98E5-2E0D-4E60-BC95-44841FE7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776299-3531-463A-BF89-96F88C85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8001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2EEF62-8034-4A55-AE5D-21ADFBA8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77177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96D5B9-066A-4407-A86A-7AEE3E4F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914650"/>
            <a:ext cx="8001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AC0F53-882B-471E-8FE6-58F9DE56E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7177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4D6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DCDC30-06F7-4E6B-9432-EB3E08B02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14650"/>
            <a:ext cx="8001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>
                <a:solidFill>
                  <a:srgbClr val="8A5A00"/>
                </a:solidFill>
                <a:latin typeface="Malgun Gothic"/>
                <a:ea typeface="Malgun Gothic"/>
                <a:cs typeface="Malgun Gothic"/>
              </a:defRPr>
            </a:pPr>
            <a: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8ACE41-28AA-49B1-AD35-F128E2C9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7177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CE8E6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3992AC-E2ED-4201-8D57-FC393733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914650"/>
            <a:ext cx="8001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>
                <a:solidFill>
                  <a:srgbClr val="A52714"/>
                </a:solidFill>
                <a:latin typeface="Malgun Gothic"/>
                <a:ea typeface="Malgun Gothic"/>
                <a:cs typeface="Malgun Gothic"/>
              </a:defRPr>
            </a:pPr>
            <a: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EEA6C8-4F82-4990-8F97-E985BBF8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86200"/>
            <a:ext cx="16192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#41 Foundation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F4CB69-C727-4F50-ACAF-DCF10D09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24350"/>
            <a:ext cx="16192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Profiles · API</a:t>
            </a:r>
          </a:p>
          <a:p xmlns:a="http://schemas.openxmlformats.org/drawingml/2006/main">
            <a:pPr algn="ctr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Compatibility DB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7BB84A-CE40-4B87-B6BD-CF6BED61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886200"/>
            <a:ext cx="16192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#42 Intake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34D941-FB4D-431A-B759-3777E25F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324350"/>
            <a:ext cx="16192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9 Profiles</a:t>
            </a:r>
          </a:p>
          <a:p xmlns:a="http://schemas.openxmlformats.org/drawingml/2006/main">
            <a:pPr algn="ctr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Pinned Fetch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C49A0F-4A98-4689-808E-E169CC40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86200"/>
            <a:ext cx="16192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#43 Retrieval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48E3CC-DE56-424F-ABE0-8CFD03934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24350"/>
            <a:ext cx="16192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Parser · Symbol</a:t>
            </a:r>
          </a:p>
          <a:p xmlns:a="http://schemas.openxmlformats.org/drawingml/2006/main">
            <a:pPr algn="ctr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FTS · ID · Vector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1BDBAE-D211-487C-9FB5-868A89ED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886200"/>
            <a:ext cx="16192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#44 Answer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9297C2-4ABB-491B-A666-17E188192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324350"/>
            <a:ext cx="16192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Branch Citation</a:t>
            </a:r>
          </a:p>
          <a:p xmlns:a="http://schemas.openxmlformats.org/drawingml/2006/main">
            <a:pPr algn="ctr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Abstention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F18BB9-616B-4AD5-9A2B-2E0630BE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C59DDF-1419-471F-8C30-A314E89C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0225"/>
            <a:ext cx="108204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후속 = #45 문서·코드 Activepieces Flow → #46 50개 Golden Set·E2E</a:t>
            </a:r>
          </a:p>
        </p:txBody>
      </p:sp>
    </p:spTree>
    <p:extLst>
      <p:ext uri="{BB962C8B-B14F-4D97-AF65-F5344CB8AC3E}">
        <p14:creationId xmlns:p14="http://schemas.microsoft.com/office/powerpoint/2010/main" val="107129334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A2A986-4257-4BD0-9F33-8D5ACFFD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7620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개정 승인 요청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163DBB-8F7E-4C46-B6B7-25A5D5F9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10858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4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7개 저장소·9개 Profile을 승인하면</a:t>
            </a:r>
          </a:p>
          <a:p xmlns:a="http://schemas.openxmlformats.org/drawingml/2006/main">
            <a:pPr algn="l">
              <a:buNone/>
              <a:defRPr sz="44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#41 구현부터 시작합니다.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76C677-4100-47D9-8FC8-D33A43D4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62375"/>
            <a:ext cx="11391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BBE370-8BD6-41D5-B1AB-6ED4E8E69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619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8276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ISSUE #20 · REVISED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A9894D-13FA-447B-9FDD-23632E1D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48175"/>
            <a:ext cx="107251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9 PROFILES · 39,836 FILES · COMPATIBILITY GATE · NO CODE EXECUTION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000B4-AE2D-4E6C-93AC-F998C288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43575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011F15-05A5-4CFC-B018-A813A365C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ABLESTACK TechFlow · Documentation &amp; Source Code RAG Gate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2E9F4-EEC3-4CD4-A1FE-A2B3BF3E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981700"/>
            <a:ext cx="269557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Issue #20 · 2026-08-03</a:t>
            </a:r>
          </a:p>
        </p:txBody>
      </p:sp>
    </p:spTree>
    <p:extLst>
      <p:ext uri="{BB962C8B-B14F-4D97-AF65-F5344CB8AC3E}">
        <p14:creationId xmlns:p14="http://schemas.microsoft.com/office/powerpoint/2010/main" val="17634668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2026-08-03T00:39:00.2020000Z</dcterms:created>
  <dcterms:modified xsi:type="dcterms:W3CDTF">2026-08-03T00:39:00.2020000Z</dcterms:modified>
</coreProperties>
</file>