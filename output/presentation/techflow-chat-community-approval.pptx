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42953469c41f5" /><Relationship Type="http://schemas.openxmlformats.org/officeDocument/2006/relationships/extended-properties" Target="/docProps/app.xml" Id="R898bf3a26c134f03" /><Relationship Type="http://schemas.openxmlformats.org/officeDocument/2006/relationships/officeDocument" Target="/ppt/presentation.xml" Id="R6dda9c52d4d5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40ec1403043a0"/>
  </p:sldMasterIdLst>
  <p:notesMasterIdLst>
    <p:notesMasterId xmlns:r="http://schemas.openxmlformats.org/officeDocument/2006/relationships" r:id="R4038079cb6754041"/>
  </p:notesMasterIdLst>
  <p:sldIdLst>
    <p:sldId xmlns:r="http://schemas.openxmlformats.org/officeDocument/2006/relationships" id="256" r:id="Ra8dc843b3b724a3f"/>
    <p:sldId xmlns:r="http://schemas.openxmlformats.org/officeDocument/2006/relationships" id="257" r:id="R6d5e16c516c14823"/>
    <p:sldId xmlns:r="http://schemas.openxmlformats.org/officeDocument/2006/relationships" id="258" r:id="R2545e8a669024f38"/>
    <p:sldId xmlns:r="http://schemas.openxmlformats.org/officeDocument/2006/relationships" id="259" r:id="Rb27d32ee857f4a26"/>
    <p:sldId xmlns:r="http://schemas.openxmlformats.org/officeDocument/2006/relationships" id="260" r:id="Rf63002bf431249fc"/>
    <p:sldId xmlns:r="http://schemas.openxmlformats.org/officeDocument/2006/relationships" id="261" r:id="R7bad01c6529e4e4f"/>
    <p:sldId xmlns:r="http://schemas.openxmlformats.org/officeDocument/2006/relationships" id="262" r:id="Rff9fb15b001144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f4e75a1a874226" /><Relationship Type="http://schemas.openxmlformats.org/officeDocument/2006/relationships/slideMaster" Target="/ppt/slideMasters/slideMaster1.xml" Id="R8b540ec1403043a0" /><Relationship Type="http://schemas.openxmlformats.org/officeDocument/2006/relationships/notesMaster" Target="/ppt/notesMasters/notesMaster1.xml" Id="R4038079cb6754041" /><Relationship Type="http://schemas.openxmlformats.org/officeDocument/2006/relationships/presProps" Target="/ppt/presProps.xml" Id="R9609c694b9514552" /><Relationship Type="http://schemas.openxmlformats.org/officeDocument/2006/relationships/tableStyles" Target="/ppt/tableStyles.xml" Id="Rf5152dced89f4911" /><Relationship Type="http://schemas.openxmlformats.org/officeDocument/2006/relationships/slide" Target="/ppt/slides/slide1.xml" Id="Ra8dc843b3b724a3f" /><Relationship Type="http://schemas.openxmlformats.org/officeDocument/2006/relationships/slide" Target="/ppt/slides/slide2.xml" Id="R6d5e16c516c14823" /><Relationship Type="http://schemas.openxmlformats.org/officeDocument/2006/relationships/slide" Target="/ppt/slides/slide3.xml" Id="R2545e8a669024f38" /><Relationship Type="http://schemas.openxmlformats.org/officeDocument/2006/relationships/slide" Target="/ppt/slides/slide4.xml" Id="Rb27d32ee857f4a26" /><Relationship Type="http://schemas.openxmlformats.org/officeDocument/2006/relationships/slide" Target="/ppt/slides/slide5.xml" Id="Rf63002bf431249fc" /><Relationship Type="http://schemas.openxmlformats.org/officeDocument/2006/relationships/slide" Target="/ppt/slides/slide6.xml" Id="R7bad01c6529e4e4f" /><Relationship Type="http://schemas.openxmlformats.org/officeDocument/2006/relationships/slide" Target="/ppt/slides/slide7.xml" Id="Rff9fb15b001144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e470be6b73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d6d9715e204a11" /><Relationship Type="http://schemas.openxmlformats.org/officeDocument/2006/relationships/notesMaster" Target="/ppt/notesMasters/notesMaster1.xml" Id="R3c73326bf9cc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f2ebba740742ba" /><Relationship Type="http://schemas.openxmlformats.org/officeDocument/2006/relationships/notesMaster" Target="/ppt/notesMasters/notesMaster1.xml" Id="R9850c1e9baf34e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866d68eeab45b2" /><Relationship Type="http://schemas.openxmlformats.org/officeDocument/2006/relationships/notesMaster" Target="/ppt/notesMasters/notesMaster1.xml" Id="Rf0548ff92df0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f81f68e7744720" /><Relationship Type="http://schemas.openxmlformats.org/officeDocument/2006/relationships/notesMaster" Target="/ppt/notesMasters/notesMaster1.xml" Id="R1e173992df8f40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3025798b3d456b" /><Relationship Type="http://schemas.openxmlformats.org/officeDocument/2006/relationships/notesMaster" Target="/ppt/notesMasters/notesMaster1.xml" Id="R261805dd9fe5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eed7062f744838" /><Relationship Type="http://schemas.openxmlformats.org/officeDocument/2006/relationships/notesMaster" Target="/ppt/notesMasters/notesMaster1.xml" Id="Ra2a42be08712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4529ba871463c" /><Relationship Type="http://schemas.openxmlformats.org/officeDocument/2006/relationships/notesMaster" Target="/ppt/notesMasters/notesMaster1.xml" Id="Rb94ebb3ca99146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docs/reports/issue-22-chat-community-approval-validation.md</a:t>
            </a:r>
          </a:p>
          <a:p xmlns:a="http://schemas.openxmlformats.org/drawingml/2006/main">
            <a:r>
              <a:t>- docs/plans/issue-22-chat-community-approval-design.md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docs/plans/issue-22-chat-community-approval-design.md#2</a:t>
            </a:r>
          </a:p>
          <a:p xmlns:a="http://schemas.openxmlformats.org/drawingml/2006/main">
            <a:r>
              <a:t>- docs/runbooks/chat-community-approval.md#6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services/ai-gateway/app/chat_assist.py</a:t>
            </a:r>
          </a:p>
          <a:p xmlns:a="http://schemas.openxmlformats.org/drawingml/2006/main">
            <a:r>
              <a:t>- services/ai-gateway/app/main.py</a:t>
            </a:r>
          </a:p>
          <a:p xmlns:a="http://schemas.openxmlformats.org/drawingml/2006/main">
            <a:r>
              <a:t>- deploy/compose/activepieces/protected-services.json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docs/reports/issue-22-chat-community-approval-validation.md#5</a:t>
            </a:r>
          </a:p>
          <a:p xmlns:a="http://schemas.openxmlformats.org/drawingml/2006/main">
            <a:r>
              <a:t>- docs/reports/issue-22-chat-community-approval-validation.md#6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https://community.ablecloud.io/d/145</a:t>
            </a:r>
          </a:p>
          <a:p xmlns:a="http://schemas.openxmlformats.org/drawingml/2006/main">
            <a:r>
              <a:t>- https://community.ablecloud.io/d/146</a:t>
            </a:r>
          </a:p>
          <a:p xmlns:a="http://schemas.openxmlformats.org/drawingml/2006/main">
            <a:r>
              <a:t>- https://community.ablecloud.io/d/147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docs/runbooks/chat-community-approval.md#4</a:t>
            </a:r>
          </a:p>
          <a:p xmlns:a="http://schemas.openxmlformats.org/drawingml/2006/main">
            <a:r>
              <a:t>- docs/runbooks/chat-community-approval.md#8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docs/reports/issue-22-chat-community-approval-validation.md#9</a:t>
            </a:r>
          </a:p>
          <a:p xmlns:a="http://schemas.openxmlformats.org/drawingml/2006/main">
            <a:r>
              <a:t>- https://github.com/ablecloud-team/ablestack-techflow/issues/22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934ef948a41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27ae6274a4604" /><Relationship Type="http://schemas.openxmlformats.org/officeDocument/2006/relationships/slideLayout" Target="/ppt/slideLayouts/slideLayout1.xml" Id="R091a740b387645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a740b387645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4acb8337c4282" /><Relationship Type="http://schemas.openxmlformats.org/officeDocument/2006/relationships/notesSlide" Target="/ppt/notesSlides/notesSlide1.xml" Id="R7048cc753a924f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419d4e1a84bda" /><Relationship Type="http://schemas.openxmlformats.org/officeDocument/2006/relationships/notesSlide" Target="/ppt/notesSlides/notesSlide2.xml" Id="R8af381951fcb4c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12df358714695" /><Relationship Type="http://schemas.openxmlformats.org/officeDocument/2006/relationships/notesSlide" Target="/ppt/notesSlides/notesSlide3.xml" Id="Rbb11037be97b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4c4b063244684" /><Relationship Type="http://schemas.openxmlformats.org/officeDocument/2006/relationships/notesSlide" Target="/ppt/notesSlides/notesSlide4.xml" Id="R5308443e17a2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aab4e997a418d" /><Relationship Type="http://schemas.openxmlformats.org/officeDocument/2006/relationships/notesSlide" Target="/ppt/notesSlides/notesSlide5.xml" Id="R941a73789ccd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afa6e789c4186" /><Relationship Type="http://schemas.openxmlformats.org/officeDocument/2006/relationships/notesSlide" Target="/ppt/notesSlides/notesSlide6.xml" Id="Ra5cf85b2d7904f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d4ec83bfe4739" /><Relationship Type="http://schemas.openxmlformats.org/officeDocument/2006/relationships/notesSlide" Target="/ppt/notesSlides/notesSlide7.xml" Id="R752526eba9bb4d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06831BA-08D0-4CDF-9231-1432E77A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Community 승인을
Chat 하나로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401B23C-B8B5-44DE-A870-4D347638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알림 · 상세 · 승인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수정 · 반려 · 이력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2026-08-12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45680C5-E9CD-4758-987A-4015FF2E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ABLESTACK TECHFLOW · ISSUE #22</a:t>
            </a:r>
          </a:p>
        </p:txBody>
      </p:sp>
    </p:spTree>
    <p:extLst>
      <p:ext uri="{BB962C8B-B14F-4D97-AF65-F5344CB8AC3E}">
        <p14:creationId xmlns:p14="http://schemas.microsoft.com/office/powerpoint/2010/main" val="12990458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96B802D-EE85-4B1C-9FEE-C06B38D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860B5E1-26CD-4BE2-9199-885693EB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검토 UI는 Chat, 정책과 상태는 AI Gateway가 소유합니다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2696E56-F944-4972-B657-F428840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14EEE4A-0617-4EBC-B290-24D7C4B7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0B43FF-55B5-491F-8203-A42C90E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522C83A-0472-49AB-ABE7-7598E83A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01 · 알림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00FDAF8-063D-4AC6-ACC4-CB28213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02 · 검토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C066B95-1484-4F36-A541-632D9B3E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03 · 실행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A1D5E28-5A3B-47DD-9C99-04A8967B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Chat 명령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대기·상세·승인·수정·
반려·이력을 한 대화에서 처리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05AC237-B515-41F9-A0FB-0EC4C6DB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새 초안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질문·Citation·링크와
검토 버튼을 담당자에게 전송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027A4B0-4090-4161-802B-E52A4B36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Activepieces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현재 Version 결정만 실행
승인된 답변만 Flarum 게시</a:t>
            </a:r>
          </a:p>
        </p:txBody>
      </p:sp>
    </p:spTree>
    <p:extLst>
      <p:ext uri="{BB962C8B-B14F-4D97-AF65-F5344CB8AC3E}">
        <p14:creationId xmlns:p14="http://schemas.microsoft.com/office/powerpoint/2010/main" val="1449312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D7014D3-3571-4F5B-9534-07D3B272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DA561D7-A156-4566-B926-F835F8C7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 권한과 재처리 안전성을 Gateway 경계에서 강제했습니다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8E33058-6FAD-46EC-9392-DBB4E14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Bot Token과 Chat 사용자 허용목록을 모두 통과한 담당자만 Case를 조작합니다.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8C84A8D-D9AA-4AD9-83F6-9746980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Token 상수 시간 비교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DB2E0C2A-D97F-4558-9C6B-6EB17E3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E023A0D7-2DFA-45A6-85F3-D9F68C5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Chat user_id와 username을 연결하고 reviewer를 chat:&lt;username&gt;으로 감사 기록합니다.
현재 draftVersion만 승인하며 같은 목표 상태·버전의 재요청은 기존 결과를 반환합니다.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기존 github-chat-v1은 FROZEN 상태로 유지합니다.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8ABCD98F-F4C4-4D26-8D46-8AF08CA5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Reviewer allowlist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E64A83D-4C67-4A12-B6E8-A018B6E1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A53C330-F7FD-4B42-A102-21E94EFC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Draft Version 검사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32593A4-E55B-4A8C-9BE0-C7BF2FE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CA4F3FC8-19AC-4403-8349-667102D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결정 멱등성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110042B-2CB3-4CA3-BE39-42FD304E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579D6919-57E6-4AC0-9EA6-56670709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감사 이력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51A6CF61-2620-4FB3-A120-30DF833B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8899099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22397A8-C8BC-4D15-BA8D-8799828E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FE79C0C-91CE-4AFF-9859-D85B00F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26A98E8-5C05-4C77-BD6F-5332FDE6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E6BFDB2-7B6B-4A7C-A4C7-2027D549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355C848-F456-4F69-9FA5-4962E5C7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실제 서버와 Chat에서 운영 Gate를 통과했습니다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1262CBE-0F59-4439-B76C-4FAAA11E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승인·수정·반려
E2E 통과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2B507D8-15CE-4508-B2BA-F636BCBE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위조 Chat 요청
차단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0CE3055-5102-4EC7-95F3-19F8C3DD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배포 이미지
회귀 테스트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EB648F1-39DC-4C03-A9C4-7DED1C37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3/3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A18B346-0ECF-4A70-B5A5-4061C530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152/152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1E1F98C-6647-4D47-924B-897AEACB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403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CD56D7D-0861-49B8-9C00-BDE90B2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검증 기준선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승인·수정·반려 E2E, 회귀 테스트, DB Schema와 외부 위조 요청 차단을 함께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14022207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6931B93-B39F-4371-A8BB-BCF9C3E7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AD3FF1C-661F-483B-8BD5-20AAAA2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세 가지 담당자 판단을 유효한 신규 Discussion으로 검증했습니다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D4E19B5-F63D-4BAD-A172-4CEAA32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삭제된 #143을 성공 사례에서 제외하고 #145~#147로 다시 시험했습니다.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64FF578-5158-44BF-9DA6-F0620457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#145 · PUBLISHED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44CB693-05EC-49D8-84C3-9C23B01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4918027-7B38-4C11-B7B5-6817618A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#145는 ANSWERED 초안을 버튼 승인해 Post #320으로 게시했습니다.
#146은 ABSTAINED 초안을 추가 자료 요청 답변으로 수정해 Post #321로 게시했습니다.
#147은 근거 없는 단정 요청을 사유와 함께 반려해 게시하지 않았습니다.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Chat 이력에서 네 Case의 최종 상태와 Reviewer를 확인했습니다.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8474DE8-2DBA-4112-A4C6-05D3032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#146 · EDITED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7D695EB-B7EC-4362-86DB-C8C393C8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860515E-7175-467B-B985-C0E1BE5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#147 · REJECTED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EF80FBD2-C677-496A-B198-C0DEBF1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61A9753D-1762-4AFC-983A-9D7DBCBF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#143 · DELETED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14FA3158-BA38-4D76-A06F-C489381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914D71F0-430F-48E0-8E7C-5C701947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대기 0건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12C2BFF-E9FE-4905-A61E-AF17D12E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2186111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AF90210-1E9E-4C25-B4E0-B3CEB23C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9F4786A-D6BC-4B34-8DC5-DEFAFF5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배포·장애·롤백 절차를 같은 완료 자산으로 고정했습니다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1CD6FBA-6BF6-4412-89A3-859E616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455FE12-42DB-47D7-AEFB-6C921D0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DB7E3C9-598B-4CEC-A1D3-814762A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5FB8154-70B1-41A1-8BFF-51249B16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BACKUP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72A9BFE-D016-45FD-BA15-AEE405CA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RECOVERY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28BDC12-EA63-4919-8023-B2128392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ROLLBACK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B5131E9-2AA8-462C-B5BF-D16CCC54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장애 분리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알림 실패는 대기 목록 복구
삭제 원본은 반려 정리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6C62715-0336-4A73-BFE9-55E93FD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사전 복구점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DB·Compose·Ingress·
Image·Source SHA-256 검증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BC01FF0-1CAF-42C5-8517-C4BB46A7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최소 변경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Chat Route와 Gateway만 복구
GitHub Chat 서비스는 제외</a:t>
            </a:r>
          </a:p>
        </p:txBody>
      </p:sp>
    </p:spTree>
    <p:extLst>
      <p:ext uri="{BB962C8B-B14F-4D97-AF65-F5344CB8AC3E}">
        <p14:creationId xmlns:p14="http://schemas.microsoft.com/office/powerpoint/2010/main" val="16204024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FA6920E-C0AF-4995-A61C-D89DFC3A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Chat 승인 경로는
실사용 준비 완료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AADE549-7B48-47DE-89E2-0BF2AD23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다음: 일반 기술 질문 수신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RAG 자동 응답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담당자 전환·피드백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AF89AA6-A396-4603-A903-A5CC650B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ISSUE #22 · PHASE 1</a:t>
            </a:r>
          </a:p>
        </p:txBody>
      </p:sp>
    </p:spTree>
    <p:extLst>
      <p:ext uri="{BB962C8B-B14F-4D97-AF65-F5344CB8AC3E}">
        <p14:creationId xmlns:p14="http://schemas.microsoft.com/office/powerpoint/2010/main" val="1402107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2026-08-12T09:15:17.7030000Z</dcterms:created>
  <dcterms:modified xsi:type="dcterms:W3CDTF">2026-08-12T09:15:17.7030000Z</dcterms:modified>
</coreProperties>
</file>