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e289bb793bb4259" /><Relationship Type="http://schemas.openxmlformats.org/officeDocument/2006/relationships/extended-properties" Target="/docProps/app.xml" Id="R8154ba5b394d4a26" /><Relationship Type="http://schemas.openxmlformats.org/officeDocument/2006/relationships/officeDocument" Target="/ppt/presentation.xml" Id="Rd85881352d20487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11615909ee442b0"/>
  </p:sldMasterIdLst>
  <p:notesMasterIdLst>
    <p:notesMasterId xmlns:r="http://schemas.openxmlformats.org/officeDocument/2006/relationships" r:id="R82ba07fccf92429f"/>
  </p:notesMasterIdLst>
  <p:sldIdLst>
    <p:sldId xmlns:r="http://schemas.openxmlformats.org/officeDocument/2006/relationships" id="256" r:id="R76edfe688a104f5b"/>
    <p:sldId xmlns:r="http://schemas.openxmlformats.org/officeDocument/2006/relationships" id="257" r:id="R97343a4c2020478b"/>
    <p:sldId xmlns:r="http://schemas.openxmlformats.org/officeDocument/2006/relationships" id="258" r:id="R4371b19e236d4486"/>
    <p:sldId xmlns:r="http://schemas.openxmlformats.org/officeDocument/2006/relationships" id="259" r:id="Rea7c74f552074300"/>
    <p:sldId xmlns:r="http://schemas.openxmlformats.org/officeDocument/2006/relationships" id="260" r:id="R788ed78e00224940"/>
    <p:sldId xmlns:r="http://schemas.openxmlformats.org/officeDocument/2006/relationships" id="261" r:id="R045bb174534040dd"/>
    <p:sldId xmlns:r="http://schemas.openxmlformats.org/officeDocument/2006/relationships" id="262" r:id="R440a94d56b514de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73dbab80e954bac" /><Relationship Type="http://schemas.openxmlformats.org/officeDocument/2006/relationships/slideMaster" Target="/ppt/slideMasters/slideMaster1.xml" Id="R011615909ee442b0" /><Relationship Type="http://schemas.openxmlformats.org/officeDocument/2006/relationships/notesMaster" Target="/ppt/notesMasters/notesMaster1.xml" Id="R82ba07fccf92429f" /><Relationship Type="http://schemas.openxmlformats.org/officeDocument/2006/relationships/presProps" Target="/ppt/presProps.xml" Id="R4f8e6eaeff004baf" /><Relationship Type="http://schemas.openxmlformats.org/officeDocument/2006/relationships/tableStyles" Target="/ppt/tableStyles.xml" Id="R3667afcd0fef414c" /><Relationship Type="http://schemas.openxmlformats.org/officeDocument/2006/relationships/slide" Target="/ppt/slides/slide1.xml" Id="R76edfe688a104f5b" /><Relationship Type="http://schemas.openxmlformats.org/officeDocument/2006/relationships/slide" Target="/ppt/slides/slide2.xml" Id="R97343a4c2020478b" /><Relationship Type="http://schemas.openxmlformats.org/officeDocument/2006/relationships/slide" Target="/ppt/slides/slide3.xml" Id="R4371b19e236d4486" /><Relationship Type="http://schemas.openxmlformats.org/officeDocument/2006/relationships/slide" Target="/ppt/slides/slide4.xml" Id="Rea7c74f552074300" /><Relationship Type="http://schemas.openxmlformats.org/officeDocument/2006/relationships/slide" Target="/ppt/slides/slide5.xml" Id="R788ed78e00224940" /><Relationship Type="http://schemas.openxmlformats.org/officeDocument/2006/relationships/slide" Target="/ppt/slides/slide6.xml" Id="R045bb174534040dd" /><Relationship Type="http://schemas.openxmlformats.org/officeDocument/2006/relationships/slide" Target="/ppt/slides/slide7.xml" Id="R440a94d56b514de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b84f9959a764b2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b5347dfff9c411b" /><Relationship Type="http://schemas.openxmlformats.org/officeDocument/2006/relationships/notesMaster" Target="/ppt/notesMasters/notesMaster1.xml" Id="Rea0e8f9ad4424f2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c8de2c69bfc46aa" /><Relationship Type="http://schemas.openxmlformats.org/officeDocument/2006/relationships/notesMaster" Target="/ppt/notesMasters/notesMaster1.xml" Id="R12c0b61aa561428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76649e0027f4b30" /><Relationship Type="http://schemas.openxmlformats.org/officeDocument/2006/relationships/notesMaster" Target="/ppt/notesMasters/notesMaster1.xml" Id="R26706d8a0cae476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c2e9af68e8743de" /><Relationship Type="http://schemas.openxmlformats.org/officeDocument/2006/relationships/notesMaster" Target="/ppt/notesMasters/notesMaster1.xml" Id="R2a8cfb5b59a441f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f5ff0287c57434e" /><Relationship Type="http://schemas.openxmlformats.org/officeDocument/2006/relationships/notesMaster" Target="/ppt/notesMasters/notesMaster1.xml" Id="R1005df28c6de406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ef2d507277447b7" /><Relationship Type="http://schemas.openxmlformats.org/officeDocument/2006/relationships/notesMaster" Target="/ppt/notesMasters/notesMaster1.xml" Id="Rc84710903045484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9baed5926824cc5" /><Relationship Type="http://schemas.openxmlformats.org/officeDocument/2006/relationships/notesMaster" Target="/ppt/notesMasters/notesMaster1.xml" Id="Rc72991039c034fa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docs/reports/issue-71-flarum-1.8.18-validation.md</a:t>
            </a:r>
          </a:p>
          <a:p xmlns:a="http://schemas.openxmlformats.org/drawingml/2006/main">
            <a:r>
              <a:t>- docs/evidence/issue-71/flarum-1.8.18-validation.json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docs/evidence/issue-71/flarum-1.8.18-validation.json#repeatable_cycles</a:t>
            </a:r>
          </a:p>
          <a:p xmlns:a="http://schemas.openxmlformats.org/drawingml/2006/main">
            <a:r>
              <a:t>- docs/reports/issue-71-flarum-1.8.18-validation.md#기능과-회귀-시험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docs/runbooks/flarum-1.8.18-upgrade-rollback.md#WSL-반복-리허설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docs/evidence/issue-71/flarum-1.8.18-validation.json#integrity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docs/reports/issue-71-flarum-1.8.18-validation.md#기능과-회귀-시험</a:t>
            </a:r>
          </a:p>
          <a:p xmlns:a="http://schemas.openxmlformats.org/drawingml/2006/main">
            <a:r>
              <a:t>- docs/evidence/issue-71/flarum-1.8.18-validation.json#functional_validation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docs/evidence/issue-71/flarum-1.8.18-validation.json#security</a:t>
            </a:r>
          </a:p>
          <a:p xmlns:a="http://schemas.openxmlformats.org/drawingml/2006/main">
            <a:r>
              <a:t>- docs/reports/issue-71-flarum-1.8.18-validation.md#보안-검토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docs/runbooks/flarum-1.8.18-upgrade-rollback.md#GoNo-Go-기준</a:t>
            </a:r>
          </a:p>
          <a:p xmlns:a="http://schemas.openxmlformats.org/drawingml/2006/main">
            <a:r>
              <a:t>- GitHub Issue #71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2e0cefceb043f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124e64ffda34fde" /><Relationship Type="http://schemas.openxmlformats.org/officeDocument/2006/relationships/slideLayout" Target="/ppt/slideLayouts/slideLayout1.xml" Id="R0981246fd545403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981246fd545403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62ac06bfd84e9a" /><Relationship Type="http://schemas.openxmlformats.org/officeDocument/2006/relationships/notesSlide" Target="/ppt/notesSlides/notesSlide1.xml" Id="Rf12a57a31c3a4f9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dca214e5b3464d" /><Relationship Type="http://schemas.openxmlformats.org/officeDocument/2006/relationships/notesSlide" Target="/ppt/notesSlides/notesSlide2.xml" Id="Rb1d46455242d4b8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48e01e6512459f" /><Relationship Type="http://schemas.openxmlformats.org/officeDocument/2006/relationships/notesSlide" Target="/ppt/notesSlides/notesSlide3.xml" Id="R6ac86a93ca4e43e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54d12726544a11" /><Relationship Type="http://schemas.openxmlformats.org/officeDocument/2006/relationships/notesSlide" Target="/ppt/notesSlides/notesSlide4.xml" Id="R44406b98248c42d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60f6582cc8481e" /><Relationship Type="http://schemas.openxmlformats.org/officeDocument/2006/relationships/notesSlide" Target="/ppt/notesSlides/notesSlide5.xml" Id="R019069c1b3f641e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78544be0d94e7d" /><Relationship Type="http://schemas.openxmlformats.org/officeDocument/2006/relationships/notesSlide" Target="/ppt/notesSlides/notesSlide6.xml" Id="R7182331c783d41d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f17d53dd6046d2" /><Relationship Type="http://schemas.openxmlformats.org/officeDocument/2006/relationships/notesSlide" Target="/ppt/notesSlides/notesSlide7.xml" Id="R8bb6e9604b43473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077184-D124-4C98-A599-B766A4483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ABLESTACK TECHFLOW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CD6F1F-0E24-41DE-9619-2CF46E345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619125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43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Flarum 1.8.18</a:t>
            </a:r>
          </a:p>
          <a:p xmlns:a="http://schemas.openxmlformats.org/drawingml/2006/main">
            <a:pPr algn="l">
              <a:defRPr sz="43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43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업데이트 검증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05087B-7C9D-4EF2-AB2D-AE5A63A3B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14750"/>
            <a:ext cx="6191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반복 롤백과 Community·TechFlow 회귀를</a:t>
            </a:r>
          </a:p>
          <a:p xmlns:a="http://schemas.openxmlformats.org/drawingml/2006/main">
            <a:pPr algn="l">
              <a:defRPr sz="180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운영 적용 전에 검증했습니다.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3CD094-B827-41C0-92D4-B3DCF46D3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4267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47EDB9-FD65-4A47-8739-65786FC5F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466850"/>
            <a:ext cx="33337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4010"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7A4B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17A4B"/>
                </a:solidFill>
                <a:latin typeface="Malgun Gothic"/>
                <a:ea typeface="Malgun Gothic"/>
                <a:cs typeface="Malgun Gothic"/>
              </a:rPr>
              <a:t>조건부</a:t>
            </a:r>
          </a:p>
          <a:p xmlns:a="http://schemas.openxmlformats.org/drawingml/2006/main">
            <a:pPr algn="l">
              <a:defRPr sz="4800" b="1">
                <a:solidFill>
                  <a:srgbClr val="117A4B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17A4B"/>
                </a:solidFill>
                <a:latin typeface="Malgun Gothic"/>
                <a:ea typeface="Malgun Gothic"/>
                <a:cs typeface="Malgun Gothic"/>
              </a:rPr>
              <a:t>GO</a:t>
            </a:r>
          </a:p>
        </p:txBody>
      </p:sp>
      <p:cxnSp>
        <p:nvCxnSpPr>
          <p:cNvPr id="14" name=""/>
          <p:cNvCxnSpPr/>
          <p:nvPr/>
        </p:nvCxnSpPr>
        <p:spPr>
          <a:xfrm xmlns:a="http://schemas.openxmlformats.org/drawingml/2006/main">
            <a:off x="7962900" y="3257550"/>
            <a:ext cx="3333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D8DFF"/>
            </a:solidFill>
            <a:prstDash val="soli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074E22-42FE-4EE8-805A-771F6F071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638550"/>
            <a:ext cx="3333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운영 서버 변경 없음</a:t>
            </a:r>
          </a:p>
          <a:p xmlns:a="http://schemas.openxmlformats.org/drawingml/2006/main">
            <a:pPr algn="l">
              <a:defRPr sz="18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명시적 승인 후 배포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00E233-2D3E-4CC8-BCAB-B10454BB6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388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2026-08-14</a:t>
            </a:r>
          </a:p>
        </p:txBody>
      </p:sp>
    </p:spTree>
    <p:extLst>
      <p:ext uri="{BB962C8B-B14F-4D97-AF65-F5344CB8AC3E}">
        <p14:creationId xmlns:p14="http://schemas.microsoft.com/office/powerpoint/2010/main" val="52122211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77DAD9-923F-465E-A701-8BDCEDC56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ABLESTACK TECHFLOW · ISSUE #71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515539-566D-4C5F-83AC-1DBDDCE21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최종 패키지 집합으로 두 번 같은 결과를 얻었습니다</a:t>
            </a:r>
          </a:p>
        </p:txBody>
      </p:sp>
      <p:cxnSp>
        <p:nvCxnSpPr>
          <p:cNvPr id="20" name=""/>
          <p:cNvCxnSpPr/>
          <p:nvPr/>
        </p:nvCxnSpPr>
        <p:spPr>
          <a:xfrm xmlns:a="http://schemas.openxmlformats.org/drawingml/2006/main">
            <a:off x="400050" y="13716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CF6AC8-4806-4FDD-9564-FF5684EA6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A5C9E3-61D6-4D72-9C6C-F5297F7DD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95450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업데이트뿐 아니라 데이터와 첨부를 기준선으로 되돌리는 과정까지 반복했습니다.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225A76-6424-4EF1-92A7-56C7EE1E7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43250"/>
            <a:ext cx="35623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EDED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240698-B07C-4FF8-A90A-B367DB759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2990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17A4B"/>
                </a:solidFill>
                <a:latin typeface="Malgun Gothic"/>
                <a:ea typeface="Malgun Gothic"/>
                <a:cs typeface="Malgun Gothic"/>
              </a:defRPr>
            </a:pPr>
            <a:r>
              <a:rPr sz="3900" b="1">
                <a:solidFill>
                  <a:srgbClr val="117A4B"/>
                </a:solidFill>
                <a:latin typeface="Malgun Gothic"/>
                <a:ea typeface="Malgun Gothic"/>
                <a:cs typeface="Malgun Gothic"/>
              </a:rPr>
              <a:t>2/2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423F9A-60F5-4409-86F0-505B23CED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2990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업데이트·롤백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C6E156-1194-4B56-A305-05AF557DE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3950"/>
            <a:ext cx="2990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validated-cycle-01과 03 모두 통과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D9ED13-26B9-4756-A745-BA93A4BBC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143250"/>
            <a:ext cx="35623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EDED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6CE31F-22FA-4872-B362-0F795414A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409950"/>
            <a:ext cx="2990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17A4B"/>
                </a:solidFill>
                <a:latin typeface="Malgun Gothic"/>
                <a:ea typeface="Malgun Gothic"/>
                <a:cs typeface="Malgun Gothic"/>
              </a:defRPr>
            </a:pPr>
            <a:r>
              <a:rPr sz="3900" b="1">
                <a:solidFill>
                  <a:srgbClr val="117A4B"/>
                </a:solidFill>
                <a:latin typeface="Malgun Gothic"/>
                <a:ea typeface="Malgun Gothic"/>
                <a:cs typeface="Malgun Gothic"/>
              </a:rPr>
              <a:t>216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47442E-3F0A-41AF-8FF8-47D8687D6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400550"/>
            <a:ext cx="2990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TechFlow 테스트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533990-5EBB-4DCD-8615-7C180FF33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933950"/>
            <a:ext cx="2990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AI 답변·Chat·대화·KB 계약 통과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9E9F63-2F42-4DF7-9D22-34AA5D4C8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143250"/>
            <a:ext cx="35623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EDEDE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7B0B55-7BBE-4EA6-B6D9-7B203B30C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409950"/>
            <a:ext cx="2990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17A4B"/>
                </a:solidFill>
                <a:latin typeface="Malgun Gothic"/>
                <a:ea typeface="Malgun Gothic"/>
                <a:cs typeface="Malgun Gothic"/>
              </a:defRPr>
            </a:pPr>
            <a:r>
              <a:rPr sz="3900" b="1">
                <a:solidFill>
                  <a:srgbClr val="117A4B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97E9D2-A8C1-4259-9445-CCE6993DE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400550"/>
            <a:ext cx="2990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한글 내부 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CC8AF9-6987-4D6D-BA6E-4EDE5D86B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933950"/>
            <a:ext cx="2990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Forum과 Admin에서 노출 없음</a:t>
            </a:r>
          </a:p>
        </p:txBody>
      </p:sp>
    </p:spTree>
    <p:extLst>
      <p:ext uri="{BB962C8B-B14F-4D97-AF65-F5344CB8AC3E}">
        <p14:creationId xmlns:p14="http://schemas.microsoft.com/office/powerpoint/2010/main" val="101780380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4B6DFF-6757-4F08-A5A1-12E2C624C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ABLESTACK TECHFLOW · ISSUE #71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90164C-2683-49B4-B8EF-945CBEBEB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한 사이클은 복원 가능성까지 끝내야 완료입니다</a:t>
            </a:r>
          </a:p>
        </p:txBody>
      </p:sp>
      <p:cxnSp>
        <p:nvCxnSpPr>
          <p:cNvPr id="25" name=""/>
          <p:cNvCxnSpPr/>
          <p:nvPr/>
        </p:nvCxnSpPr>
        <p:spPr>
          <a:xfrm xmlns:a="http://schemas.openxmlformats.org/drawingml/2006/main">
            <a:off x="400050" y="13716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1FB708-2A2E-4558-942A-C78A826C1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cxnSp>
        <p:nvCxnSpPr>
          <p:cNvPr id="27" name=""/>
          <p:cNvCxnSpPr/>
          <p:nvPr/>
        </p:nvCxnSpPr>
        <p:spPr>
          <a:xfrm xmlns:a="http://schemas.openxmlformats.org/drawingml/2006/main">
            <a:off x="609600" y="3352800"/>
            <a:ext cx="10744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01010"/>
            </a:solidFill>
            <a:prstDash val="solid"/>
          </a:ln>
        </p:spPr>
      </p:cxn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123871-947F-42A5-8B4C-A18044865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81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1010"/>
          </a:solidFill>
          <a:ln xmlns:a="http://schemas.openxmlformats.org/drawingml/2006/main" w="9525">
            <a:solidFill>
              <a:srgbClr val="10101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260AF9-64A2-4D4D-BC5B-224F84750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3D8DFF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1DAFD4-A68C-4A3B-A9E2-82E5A551F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동일 시점 백업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56F5DC-8CA1-4127-99AB-F0F425413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2286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앱·설정·DB·업로드를</a:t>
            </a:r>
          </a:p>
          <a:p xmlns:a="http://schemas.openxmlformats.org/drawingml/2006/main">
            <a:pPr algn="l">
              <a:def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한 변경 ID로 묶음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9730DE-2065-4C67-A080-0A1AB79F9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81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1010"/>
          </a:solidFill>
          <a:ln xmlns:a="http://schemas.openxmlformats.org/drawingml/2006/main" w="9525">
            <a:solidFill>
              <a:srgbClr val="10101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455E3D-D157-43AD-9C3F-064103653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51460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3D8DFF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DAD816-D63B-478A-A671-A128FDD95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790950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사전 계산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E61924-635A-4A61-9700-A929A3716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362450"/>
            <a:ext cx="2286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Composer 호환성과</a:t>
            </a:r>
          </a:p>
          <a:p xmlns:a="http://schemas.openxmlformats.org/drawingml/2006/main">
            <a:pPr algn="l">
              <a:def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변경 패키지를 고정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E675FF-8095-4545-9EF5-7AA5574CB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181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1010"/>
          </a:solidFill>
          <a:ln xmlns:a="http://schemas.openxmlformats.org/drawingml/2006/main" w="9525">
            <a:solidFill>
              <a:srgbClr val="10101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88591F-98A7-48D6-BBB6-2D30F41FD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51460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3D8DFF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5DBF57-C182-4679-9BC1-26074872E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790950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업데이트·검증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A98692-242E-401E-AFD2-07B98A8E4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362450"/>
            <a:ext cx="2286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Migration·한글 Asset·</a:t>
            </a:r>
          </a:p>
          <a:p xmlns:a="http://schemas.openxmlformats.org/drawingml/2006/main">
            <a:pPr algn="l">
              <a:def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Community 기능 확인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F7A77D-F598-4820-B9C9-802AB9D2C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81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1010"/>
          </a:solidFill>
          <a:ln xmlns:a="http://schemas.openxmlformats.org/drawingml/2006/main" w="9525">
            <a:solidFill>
              <a:srgbClr val="10101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B3C2B5-8CD0-4A44-986A-7955235CC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51460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3D8DFF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7965E9-1EC1-408B-8AAC-1FC0C34F7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790950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복원·정합성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671B46-91F7-4AE6-B88A-79EBB6320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362450"/>
            <a:ext cx="2286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업무 DB와 첨부 해시를</a:t>
            </a:r>
          </a:p>
          <a:p xmlns:a="http://schemas.openxmlformats.org/drawingml/2006/main">
            <a:pPr algn="l">
              <a:def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기준선과 비교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29D74F-38CB-4226-9113-31D12761C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실패하면 운영 전환 없이 같은 창에서 1.8.10 기준선으로 복원합니다.</a:t>
            </a:r>
          </a:p>
        </p:txBody>
      </p:sp>
    </p:spTree>
    <p:extLst>
      <p:ext uri="{BB962C8B-B14F-4D97-AF65-F5344CB8AC3E}">
        <p14:creationId xmlns:p14="http://schemas.microsoft.com/office/powerpoint/2010/main" val="45407960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F54622B-F55A-4267-9BE1-53847FC15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ABLESTACK TECHFLOW · ISSUE #71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999B09-0EDE-4F42-BCCB-D6892E751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게시물과 첨부는 업데이트와 롤백 뒤에도 그대로였습니다</a:t>
            </a:r>
          </a:p>
        </p:txBody>
      </p:sp>
      <p:cxnSp>
        <p:nvCxnSpPr>
          <p:cNvPr id="64" name=""/>
          <p:cNvCxnSpPr/>
          <p:nvPr/>
        </p:nvCxnSpPr>
        <p:spPr>
          <a:xfrm xmlns:a="http://schemas.openxmlformats.org/drawingml/2006/main">
            <a:off x="400050" y="13716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952CDB-2980-4368-8DE0-27C105672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34065E-1822-457B-9F07-0F0E5EFBD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52600"/>
            <a:ext cx="3695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010"/>
          </a:solidFill>
          <a:ln xmlns:a="http://schemas.openxmlformats.org/drawingml/2006/main" w="9525">
            <a:solidFill>
              <a:srgbClr val="10101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390082-F4FD-49A6-A604-D54578E96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66900"/>
            <a:ext cx="3467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지표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11A125-A9FF-4949-9006-1C7D94465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752600"/>
            <a:ext cx="2571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010"/>
          </a:solidFill>
          <a:ln xmlns:a="http://schemas.openxmlformats.org/drawingml/2006/main" w="9525">
            <a:solidFill>
              <a:srgbClr val="10101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C72C51-FCC7-4A51-B40B-5254E46BA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866900"/>
            <a:ext cx="2343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기준선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6D2D93-A50D-4B7B-9C7F-DFE4F07B1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52600"/>
            <a:ext cx="2571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010"/>
          </a:solidFill>
          <a:ln xmlns:a="http://schemas.openxmlformats.org/drawingml/2006/main" w="9525">
            <a:solidFill>
              <a:srgbClr val="10101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B462CD-DA6A-4E30-8CA2-184975399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866900"/>
            <a:ext cx="2343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1.8.18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55880E-2E0A-4812-B3F2-ED500BE78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752600"/>
            <a:ext cx="2552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010"/>
          </a:solidFill>
          <a:ln xmlns:a="http://schemas.openxmlformats.org/drawingml/2006/main" w="9525">
            <a:solidFill>
              <a:srgbClr val="10101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36A850-D066-4F93-B1BD-A8311C164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866900"/>
            <a:ext cx="2324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롤백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EA9771-7202-44FA-920C-0642F2C87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09800"/>
            <a:ext cx="3695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93D21C-F082-4814-A3E3-D170D4E05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3467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사용자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392F9A-BC68-4830-89C3-8003FF2A5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09800"/>
            <a:ext cx="2571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7DD38A-F531-413B-97E6-70C03DA8D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362200"/>
            <a:ext cx="234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39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6C9187-DE8F-4A32-BB51-BFAC4603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2571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B51FCA-3976-475C-B2ED-07D8C61D0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362200"/>
            <a:ext cx="234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39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CC04C0-288F-420E-A693-18C9FBBF8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09800"/>
            <a:ext cx="2552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4CF2F1-7DA4-4FBC-95A1-2237E3D58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362200"/>
            <a:ext cx="2324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39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BB92B9-935F-4E6C-B1BA-CB294EF5F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62250"/>
            <a:ext cx="3695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E49144-29E9-4EAF-894C-0EB1C15F7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14650"/>
            <a:ext cx="3467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토론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85FEEA-3DB6-4507-BE19-5E06281B2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762250"/>
            <a:ext cx="2571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EEA7583-8A20-4F1C-968B-5ED0949E3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914650"/>
            <a:ext cx="234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117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6D2140-CECF-47B9-9195-6A0DF252B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62250"/>
            <a:ext cx="2571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21D793-74F4-4E0A-9554-C80BE2989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914650"/>
            <a:ext cx="234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117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16E653-FDD4-4BF8-B85A-648F73075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762250"/>
            <a:ext cx="2552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881D435-A223-42AC-8C00-7A7690BEC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914650"/>
            <a:ext cx="2324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117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141D672-E32C-438D-BEB1-2D219A64D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14700"/>
            <a:ext cx="3695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63D736E-C2EC-421C-8B33-8C262A0A3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67100"/>
            <a:ext cx="3467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게시물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A1B54D4-9725-4AF0-9B0E-66AE68BC1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314700"/>
            <a:ext cx="2571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8535CE0-8F7E-46E2-975B-35BE3BCDC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467100"/>
            <a:ext cx="234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305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F6E3852-C121-4F93-B40B-13F7374D8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14700"/>
            <a:ext cx="2571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3F11517-D4A5-4F68-9BF6-A91E401EE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467100"/>
            <a:ext cx="234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305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789C3A5-3F91-4E6D-BBA8-1690FDE4B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314700"/>
            <a:ext cx="2552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EBEC28C-75B0-453D-B8F7-CE4D3D4F7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467100"/>
            <a:ext cx="2324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305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FBC75B8-6ED3-45CF-B684-1E33263AE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67150"/>
            <a:ext cx="3695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906F8C6-5154-4C64-A19C-39085F2D7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19550"/>
            <a:ext cx="3467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첨부파일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99B403F-DB99-4418-9DE2-FECC0E6CD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867150"/>
            <a:ext cx="2571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F7349ED-1C1C-4261-B3A6-F65CD39B2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019550"/>
            <a:ext cx="234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114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2EEC385-DBA2-4677-8FD1-E071FF69E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67150"/>
            <a:ext cx="2571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4FC7228-602B-48AA-B815-97C86D51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019550"/>
            <a:ext cx="234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114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84F4590-41DA-4986-ACEA-A1DC05C9A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67150"/>
            <a:ext cx="2552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7672B69-04B0-445A-9FEC-FE6806DA8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019550"/>
            <a:ext cx="2324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114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02B00BA-76F9-4F5C-9E82-6837439B4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19600"/>
            <a:ext cx="3695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E4A8BFE-38A3-4D7E-9967-923158929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0"/>
            <a:ext cx="3467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첨부 용량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6857D25-7C75-4D71-AD6B-2A76AD205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419600"/>
            <a:ext cx="2571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195A6E1-4F3F-46EB-B923-09DCB5E95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572000"/>
            <a:ext cx="234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25,939,695 B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7FC8411-703F-4BA7-BEEC-21EEBBFEA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419600"/>
            <a:ext cx="2571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CA5DE43-C0F1-4FC6-ADD2-9BD275819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572000"/>
            <a:ext cx="234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동일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BE74A9F-0B15-4C9D-BA9B-0847869B6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419600"/>
            <a:ext cx="2552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00E1B61-2F88-40D7-B0CB-8454F89E6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572000"/>
            <a:ext cx="2324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동일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E7BCE60-FD6A-4E28-9DC7-C6C893555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72050"/>
            <a:ext cx="3695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FA2D4B6-738B-4C14-90C7-3798561F2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24450"/>
            <a:ext cx="3467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첨부 SHA-256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14F6AA7-BBF4-4973-AB48-A7AF7EDC0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972050"/>
            <a:ext cx="2571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290CB07-E0DC-46ED-B3C1-6DAB1AD7B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124450"/>
            <a:ext cx="234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19cdf526…a97c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EC5DE8F-DFB5-46F6-99B7-4CB40A842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72050"/>
            <a:ext cx="2571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C4145AE-E072-440E-90D1-954D72BF6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124450"/>
            <a:ext cx="234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동일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6DFCC5B-D287-4000-BFB3-34EEB1BB1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972050"/>
            <a:ext cx="2552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4AD5A63-F316-4AF1-8937-A3CF2CD5F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124450"/>
            <a:ext cx="2324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동일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DB39761-CB2A-43E2-8D0E-62DD998C8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53100"/>
            <a:ext cx="1066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만료 access_tokens는 정상 정리 대상이며, 모든 업무 테이블은 복원 전후 동일했습니다.</a:t>
            </a:r>
          </a:p>
        </p:txBody>
      </p:sp>
    </p:spTree>
    <p:extLst>
      <p:ext uri="{BB962C8B-B14F-4D97-AF65-F5344CB8AC3E}">
        <p14:creationId xmlns:p14="http://schemas.microsoft.com/office/powerpoint/2010/main" val="48528882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A74853-E5E3-4237-9608-70FB491BC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ABLESTACK TECHFLOW · ISSUE #71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9716FF-5821-462B-B951-4AD961E34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사용자 기능과 TechFlow 자동화 경계를 함께 확인했습니다</a:t>
            </a:r>
          </a:p>
        </p:txBody>
      </p:sp>
      <p:cxnSp>
        <p:nvCxnSpPr>
          <p:cNvPr id="14" name=""/>
          <p:cNvCxnSpPr/>
          <p:nvPr/>
        </p:nvCxnSpPr>
        <p:spPr>
          <a:xfrm xmlns:a="http://schemas.openxmlformats.org/drawingml/2006/main">
            <a:off x="400050" y="13716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C18735-35D1-44A4-90BD-000BD7C49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943972-6628-4FC8-B1A8-8C995B051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52600"/>
            <a:ext cx="514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3D8DFF"/>
                </a:solidFill>
                <a:latin typeface="Malgun Gothic"/>
                <a:ea typeface="Malgun Gothic"/>
                <a:cs typeface="Malgun Gothic"/>
              </a:rPr>
              <a:t>실제 사용자 시나리오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069E63-EA77-423D-85C1-3C48423C7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752600"/>
            <a:ext cx="514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3D8DFF"/>
                </a:solidFill>
                <a:latin typeface="Malgun Gothic"/>
                <a:ea typeface="Malgun Gothic"/>
                <a:cs typeface="Malgun Gothic"/>
              </a:rPr>
              <a:t>격리한 외부 연동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CF7E81-669D-4F06-BEE8-400564F84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24100"/>
            <a:ext cx="5334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875544-1DFF-4FB9-9D31-919A93BFB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324100"/>
            <a:ext cx="5334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B5A362-E56D-4AE3-8A5D-4ECFA4628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09850"/>
            <a:ext cx="4572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로그인</a:t>
            </a:r>
          </a:p>
          <a:p xmlns:a="http://schemas.openxmlformats.org/drawingml/2006/main">
            <a:pPr algn="l">
              <a:defRPr sz="17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토론 생성과 답글</a:t>
            </a:r>
          </a:p>
          <a:p xmlns:a="http://schemas.openxmlformats.org/drawingml/2006/main">
            <a:pPr algn="l">
              <a:defRPr sz="17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검색</a:t>
            </a:r>
          </a:p>
          <a:p xmlns:a="http://schemas.openxmlformats.org/drawingml/2006/main">
            <a:pPr algn="l">
              <a:defRPr sz="17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이미지 첨부</a:t>
            </a:r>
          </a:p>
          <a:p xmlns:a="http://schemas.openxmlformats.org/drawingml/2006/main">
            <a:pPr algn="l">
              <a:defRPr sz="17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Best Answer 지정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F7D167-BF3A-449A-B6D0-9C5997A9E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609850"/>
            <a:ext cx="4572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Webhook · OAuth · Pusher · Scout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스테이징 발송은 끄고</a:t>
            </a:r>
          </a:p>
          <a:p xmlns:a="http://schemas.openxmlformats.org/drawingml/2006/main">
            <a:pPr algn="l">
              <a:defRPr sz="16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216개 TechFlow 테스트로</a:t>
            </a:r>
          </a:p>
          <a:p xmlns:a="http://schemas.openxmlformats.org/drawingml/2006/main">
            <a:pPr algn="l">
              <a:defRPr sz="16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AI 답변·Chat·대화·KB 계약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5547E9-1E2C-4CEE-8777-647F8981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10250"/>
            <a:ext cx="11391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로그·압축 업로드는 #72에서 확장하고 별도 E2E를 수행합니다.</a:t>
            </a:r>
          </a:p>
        </p:txBody>
      </p:sp>
    </p:spTree>
    <p:extLst>
      <p:ext uri="{BB962C8B-B14F-4D97-AF65-F5344CB8AC3E}">
        <p14:creationId xmlns:p14="http://schemas.microsoft.com/office/powerpoint/2010/main" val="158566827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D51B6A-C774-44D7-9568-1E370A52D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ABLESTACK TECHFLOW · ISSUE #71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95C6E5-28B0-4B1C-A0E2-3397445F3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운영은 SMTP 유지 조건에서만 Go입니다</a:t>
            </a:r>
          </a:p>
        </p:txBody>
      </p:sp>
      <p:cxnSp>
        <p:nvCxnSpPr>
          <p:cNvPr id="15" name=""/>
          <p:cNvCxnSpPr/>
          <p:nvPr/>
        </p:nvCxnSpPr>
        <p:spPr>
          <a:xfrm xmlns:a="http://schemas.openxmlformats.org/drawingml/2006/main">
            <a:off x="400050" y="13716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A98070-5CC1-42A1-9BFE-0880F5AAE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E44889-AC75-4689-A7E8-B872D80BB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47850"/>
            <a:ext cx="113919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AF5"/>
          </a:solidFill>
          <a:ln xmlns:a="http://schemas.openxmlformats.org/drawingml/2006/main" w="9525">
            <a:solidFill>
              <a:srgbClr val="117A4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9E4D59-34E6-4907-9DB3-0CCF130B6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7A4B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17A4B"/>
                </a:solidFill>
                <a:latin typeface="Malgun Gothic"/>
                <a:ea typeface="Malgun Gothic"/>
                <a:cs typeface="Malgun Gothic"/>
              </a:rPr>
              <a:t>해결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09B601-0172-4449-8493-CD19FCD47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038350"/>
            <a:ext cx="904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Nicknames 1.8.3으로 CVE-2026-30913 제거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0D5EB3-211A-4569-97A3-679E7AD1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57550"/>
            <a:ext cx="113919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D"/>
          </a:solidFill>
          <a:ln xmlns:a="http://schemas.openxmlformats.org/drawingml/2006/main" w="9525">
            <a:solidFill>
              <a:srgbClr val="A15C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B1FA49-1CF8-460E-85F8-ABE72EF60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A15C0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A15C00"/>
                </a:solidFill>
                <a:latin typeface="Malgun Gothic"/>
                <a:ea typeface="Malgun Gothic"/>
                <a:cs typeface="Malgun Gothic"/>
              </a:rPr>
              <a:t>조건부 허용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67CC77-3326-4329-B0CD-CC3B21EA0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467100"/>
            <a:ext cx="857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Symfony Mailer 6.1.11 · CVE-2026-45068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091F27-761D-4FD6-94EC-4B2691022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03860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Sendmail 경로에 영향 · Flarum 1.8 의존성상 Mailer 6.4 설치 불가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42B9EF-06D9-457F-9B02-567D1E937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91150"/>
            <a:ext cx="11391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운영 규칙: SMTP 유지 · Sendmail 전환 금지 · Issue #74에서 교체 추적</a:t>
            </a:r>
          </a:p>
        </p:txBody>
      </p:sp>
    </p:spTree>
    <p:extLst>
      <p:ext uri="{BB962C8B-B14F-4D97-AF65-F5344CB8AC3E}">
        <p14:creationId xmlns:p14="http://schemas.microsoft.com/office/powerpoint/2010/main" val="205528971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E1E696-0361-4A96-AE69-667C02AE8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ISSUE #71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D409F0-D9A5-4B91-881A-706528092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239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43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운영 승인 전까지</a:t>
            </a:r>
          </a:p>
          <a:p xmlns:a="http://schemas.openxmlformats.org/drawingml/2006/main">
            <a:pPr algn="l">
              <a:defRPr sz="43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43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변경하지 않습니다</a:t>
            </a:r>
          </a:p>
        </p:txBody>
      </p:sp>
      <p:cxnSp>
        <p:nvCxnSpPr>
          <p:cNvPr id="8" name=""/>
          <p:cNvCxnSpPr/>
          <p:nvPr/>
        </p:nvCxnSpPr>
        <p:spPr>
          <a:xfrm xmlns:a="http://schemas.openxmlformats.org/drawingml/2006/main">
            <a:off x="400050" y="37338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3D8DFF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B84088-C1E3-4A50-A861-26A43EF28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71950"/>
            <a:ext cx="1104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승인 후: 백업 → 업데이트 → Community·TechFlow E2E → Go 또는 즉시 롤백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4A0AD7-70DA-4E77-889A-8F557D34A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768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WSL은 1.8.18 검증 상태로 유지 · 다음 #72 대용량 업로드 · #73 UI · #74 운영 강화</a:t>
            </a:r>
          </a:p>
        </p:txBody>
      </p:sp>
    </p:spTree>
    <p:extLst>
      <p:ext uri="{BB962C8B-B14F-4D97-AF65-F5344CB8AC3E}">
        <p14:creationId xmlns:p14="http://schemas.microsoft.com/office/powerpoint/2010/main" val="8847878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2026-08-13T16:45:15.6810000Z</dcterms:created>
  <dcterms:modified xsi:type="dcterms:W3CDTF">2026-08-13T16:45:15.6810000Z</dcterms:modified>
</coreProperties>
</file>