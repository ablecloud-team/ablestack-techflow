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d2c9cee4b49d7" /><Relationship Type="http://schemas.openxmlformats.org/officeDocument/2006/relationships/extended-properties" Target="/docProps/app.xml" Id="R0f93de59c5d34b8b" /><Relationship Type="http://schemas.openxmlformats.org/officeDocument/2006/relationships/officeDocument" Target="/ppt/presentation.xml" Id="Ra8760f3ab3f642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27ab18cd74925"/>
  </p:sldMasterIdLst>
  <p:notesMasterIdLst>
    <p:notesMasterId xmlns:r="http://schemas.openxmlformats.org/officeDocument/2006/relationships" r:id="Rf0dab643b34a43c2"/>
  </p:notesMasterIdLst>
  <p:sldIdLst>
    <p:sldId xmlns:r="http://schemas.openxmlformats.org/officeDocument/2006/relationships" id="256" r:id="R1cf03cd06b494a8a"/>
    <p:sldId xmlns:r="http://schemas.openxmlformats.org/officeDocument/2006/relationships" id="257" r:id="R5c51aa1e3e3e4fda"/>
    <p:sldId xmlns:r="http://schemas.openxmlformats.org/officeDocument/2006/relationships" id="258" r:id="Rd6bee34e98454c21"/>
    <p:sldId xmlns:r="http://schemas.openxmlformats.org/officeDocument/2006/relationships" id="259" r:id="R3cee1c6fe4944852"/>
    <p:sldId xmlns:r="http://schemas.openxmlformats.org/officeDocument/2006/relationships" id="260" r:id="R2951ddfd14d748b2"/>
    <p:sldId xmlns:r="http://schemas.openxmlformats.org/officeDocument/2006/relationships" id="261" r:id="R1961692e9e0947f2"/>
    <p:sldId xmlns:r="http://schemas.openxmlformats.org/officeDocument/2006/relationships" id="262" r:id="R8de6ce1573b7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13ccdb09d42cb" /><Relationship Type="http://schemas.openxmlformats.org/officeDocument/2006/relationships/slideMaster" Target="/ppt/slideMasters/slideMaster1.xml" Id="R71327ab18cd74925" /><Relationship Type="http://schemas.openxmlformats.org/officeDocument/2006/relationships/notesMaster" Target="/ppt/notesMasters/notesMaster1.xml" Id="Rf0dab643b34a43c2" /><Relationship Type="http://schemas.openxmlformats.org/officeDocument/2006/relationships/presProps" Target="/ppt/presProps.xml" Id="R424473faf25340a7" /><Relationship Type="http://schemas.openxmlformats.org/officeDocument/2006/relationships/tableStyles" Target="/ppt/tableStyles.xml" Id="Rd383c07093ea4529" /><Relationship Type="http://schemas.openxmlformats.org/officeDocument/2006/relationships/slide" Target="/ppt/slides/slide1.xml" Id="R1cf03cd06b494a8a" /><Relationship Type="http://schemas.openxmlformats.org/officeDocument/2006/relationships/slide" Target="/ppt/slides/slide2.xml" Id="R5c51aa1e3e3e4fda" /><Relationship Type="http://schemas.openxmlformats.org/officeDocument/2006/relationships/slide" Target="/ppt/slides/slide3.xml" Id="Rd6bee34e98454c21" /><Relationship Type="http://schemas.openxmlformats.org/officeDocument/2006/relationships/slide" Target="/ppt/slides/slide4.xml" Id="R3cee1c6fe4944852" /><Relationship Type="http://schemas.openxmlformats.org/officeDocument/2006/relationships/slide" Target="/ppt/slides/slide5.xml" Id="R2951ddfd14d748b2" /><Relationship Type="http://schemas.openxmlformats.org/officeDocument/2006/relationships/slide" Target="/ppt/slides/slide6.xml" Id="R1961692e9e0947f2" /><Relationship Type="http://schemas.openxmlformats.org/officeDocument/2006/relationships/slide" Target="/ppt/slides/slide7.xml" Id="R8de6ce1573b7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13ca14c443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7fb7cc27f458d" /><Relationship Type="http://schemas.openxmlformats.org/officeDocument/2006/relationships/notesMaster" Target="/ppt/notesMasters/notesMaster1.xml" Id="R42c708ad61ac4b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3a0f4024fa42c1" /><Relationship Type="http://schemas.openxmlformats.org/officeDocument/2006/relationships/notesMaster" Target="/ppt/notesMasters/notesMaster1.xml" Id="R0888183af81b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e9736c4e8641f0" /><Relationship Type="http://schemas.openxmlformats.org/officeDocument/2006/relationships/notesMaster" Target="/ppt/notesMasters/notesMaster1.xml" Id="Ra3cc9da8d0ac40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ece8f357441ca" /><Relationship Type="http://schemas.openxmlformats.org/officeDocument/2006/relationships/notesMaster" Target="/ppt/notesMasters/notesMaster1.xml" Id="R54868c624e59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eb9e36e99436b" /><Relationship Type="http://schemas.openxmlformats.org/officeDocument/2006/relationships/notesMaster" Target="/ppt/notesMasters/notesMaster1.xml" Id="Rd7c74a37b79a41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05d40a4aba4478" /><Relationship Type="http://schemas.openxmlformats.org/officeDocument/2006/relationships/notesMaster" Target="/ppt/notesMasters/notesMaster1.xml" Id="R4e37b69a4be84b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98d321081420e" /><Relationship Type="http://schemas.openxmlformats.org/officeDocument/2006/relationships/notesMaster" Target="/ppt/notesMasters/notesMaster1.xml" Id="Re644a54fcf2b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docs/reports/issue-71-flarum-1.8.18-validation.md</a:t>
            </a:r>
          </a:p>
          <a:p xmlns:a="http://schemas.openxmlformats.org/drawingml/2006/main">
            <a:r>
              <a:t>- docs/evidence/issue-71/flarum-1.8.18-validation.json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docs/evidence/issue-71/flarum-1.8.18-validation.json#repeatable_cycles</a:t>
            </a:r>
          </a:p>
          <a:p xmlns:a="http://schemas.openxmlformats.org/drawingml/2006/main">
            <a:r>
              <a:t>- docs/reports/issue-71-flarum-1.8.18-validation.md#기능과-회귀-시험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docs/runbooks/flarum-1.8.18-upgrade-rollback.md#WSL-반복-리허설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docs/evidence/issue-71/flarum-1.8.18-validation.json#integrity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docs/reports/issue-71-flarum-1.8.18-validation.md#기능과-회귀-시험</a:t>
            </a:r>
          </a:p>
          <a:p xmlns:a="http://schemas.openxmlformats.org/drawingml/2006/main">
            <a:r>
              <a:t>- docs/evidence/issue-71/flarum-1.8.18-validation.json#functional_validation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docs/evidence/issue-71/flarum-1.8.18-validation.json#security</a:t>
            </a:r>
          </a:p>
          <a:p xmlns:a="http://schemas.openxmlformats.org/drawingml/2006/main">
            <a:r>
              <a:t>- docs/reports/issue-71-flarum-1.8.18-validation.md#보안-검토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docs/runbooks/flarum-1.8.18-upgrade-rollback.md#GoNo-Go-기준</a:t>
            </a:r>
          </a:p>
          <a:p xmlns:a="http://schemas.openxmlformats.org/drawingml/2006/main">
            <a:r>
              <a:t>- GitHub Issue #71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295be9593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3f6b35c254b7d" /><Relationship Type="http://schemas.openxmlformats.org/officeDocument/2006/relationships/slideLayout" Target="/ppt/slideLayouts/slideLayout1.xml" Id="Rd05e28e7786d45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e28e7786d45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b68ae719d49b0" /><Relationship Type="http://schemas.openxmlformats.org/officeDocument/2006/relationships/notesSlide" Target="/ppt/notesSlides/notesSlide1.xml" Id="R85062e401b31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80ad570a04ca4" /><Relationship Type="http://schemas.openxmlformats.org/officeDocument/2006/relationships/notesSlide" Target="/ppt/notesSlides/notesSlide2.xml" Id="R9416d72c5a1e44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deea5402940e3" /><Relationship Type="http://schemas.openxmlformats.org/officeDocument/2006/relationships/notesSlide" Target="/ppt/notesSlides/notesSlide3.xml" Id="R47e2747ad319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4f391526340ab" /><Relationship Type="http://schemas.openxmlformats.org/officeDocument/2006/relationships/notesSlide" Target="/ppt/notesSlides/notesSlide4.xml" Id="R950b9ddf789d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2429230a4517" /><Relationship Type="http://schemas.openxmlformats.org/officeDocument/2006/relationships/notesSlide" Target="/ppt/notesSlides/notesSlide5.xml" Id="R575cdc49f78b46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6a9791b94b91" /><Relationship Type="http://schemas.openxmlformats.org/officeDocument/2006/relationships/notesSlide" Target="/ppt/notesSlides/notesSlide6.xml" Id="R4b64b724eee441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3f84486a84809" /><Relationship Type="http://schemas.openxmlformats.org/officeDocument/2006/relationships/notesSlide" Target="/ppt/notesSlides/notesSlide7.xml" Id="R2c7bca4199f645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5EE8-7115-4BB5-83D0-25406D24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8AADD-2DDD-4D0B-9F4D-EB369328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Flarum 1.8.18</a:t>
            </a:r>
          </a:p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반영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D0885-F679-4E8A-9C54-22E14A71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반복 롤백 검증을 거쳐 Community와</a:t>
            </a:r>
          </a:p>
          <a:p xmlns:a="http://schemas.openxmlformats.org/drawingml/2006/main">
            <a:pPr algn="l">
              <a:def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TechFlow 통합 상태까지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5292-32C4-4ECC-BD8C-F1AE53A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"/>
            <a:ext cx="4267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961D0-B932-43DB-A6BC-0715AD50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668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01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  <a:p xmlns:a="http://schemas.openxmlformats.org/drawingml/2006/main">
            <a:pPr algn="l">
              <a:defRPr sz="48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962900" y="32575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9B3F0-9F57-4CAE-9C9A-233CB1E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1.8.18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데이터 정합성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5B6F7-3185-4C49-9850-1928EAAA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2026-08-14</a:t>
            </a:r>
          </a:p>
        </p:txBody>
      </p:sp>
    </p:spTree>
    <p:extLst>
      <p:ext uri="{BB962C8B-B14F-4D97-AF65-F5344CB8AC3E}">
        <p14:creationId xmlns:p14="http://schemas.microsoft.com/office/powerpoint/2010/main" val="1005363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F2357-B01B-417A-BD75-D03C49A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B38D2-F6BC-43C8-8743-7808AC6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업데이트와 통합 검증을 모두 통과했습니다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B1AC-B827-4FE7-A107-074D424D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7A4ED-E21B-477E-9D4B-AC659A1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스테이징 반복 검증에 이어 운영 데이터, 브라우저 화면과 자동화 서비스까지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F21C7-32C3-4BF2-8D9F-737B524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FE75E-DC61-4B63-A668-CEDD4F2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1.8.18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B0659-310F-4961-83FA-21D4CF67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Flarum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29E9-54EB-4260-85ED-08B0E810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Nicknames 1.8.3 · SMTP · Debug 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D0B6-8000-46E6-8416-6E711671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562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07CB3-E6F3-4220-A8DA-3ACED8BC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099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CC8E9-532C-4C6B-B594-3E3FA8C5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00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데이터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88539-D3C5-4F49-8EA6-7F0708D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3395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39명 · 토론 120 · 게시물 320 · 첨부 115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2EBFE-DDFA-4710-B76C-2EA7006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28EC9-7BFD-48CB-9076-33DEBED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BF7FE-56A0-46A9-9B22-2580CEA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TechFlow 통합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53A2F-5AFD-4884-A05A-5C6F4CF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Poller 회복 · AI Gateway · Activepieces</a:t>
            </a:r>
          </a:p>
        </p:txBody>
      </p:sp>
    </p:spTree>
    <p:extLst>
      <p:ext uri="{BB962C8B-B14F-4D97-AF65-F5344CB8AC3E}">
        <p14:creationId xmlns:p14="http://schemas.microsoft.com/office/powerpoint/2010/main" val="647669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4C97B-2B2E-46E3-B6FC-F74E32E3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F3B8C-39E7-4A71-B585-D85B7DC2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첫 실행의 자동 롤백이 두 번째 성공을 안전하게 만들었습니다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21DE7-FC1C-41F4-869D-AD50161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09600" y="335280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0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40A25-E74B-4869-8980-934647D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CC044-AB2E-492E-AF73-42A2479F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5A803-A8A2-42D2-84E6-FFE846CF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첫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F0B8E-7580-48C9-AA80-E09A42A8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공개 URL 자체 점검이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NAT loopback으로 시간 초과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D524E-5FBA-4390-95C6-44B51AD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A4271-1AEF-4FED-8C3A-C74448C0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E2874-18BC-4C2F-957A-356AEF1A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자동 롤백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5BBA1-6342-4512-8C8D-5EF5F446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624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1.8.10과 데이터 기준선을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차이 없이 복원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8BE6B-B046-4864-BAF0-41CCA79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FF81-77B1-4A46-AFD1-A71ECE5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6B897-4B94-4183-B15B-C490AE6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점검 경로 보정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DF7E2-7E0C-4CC6-A4C5-FCF3A73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624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127.0.0.1과 실제 Host·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HTTPS 전달 헤더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00851-398D-4D97-8D56-56AF9263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F8056-1CDB-44C2-90D9-CDA7B9E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D26DE-C03B-4240-8A73-CB100D8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두 번째 성공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9F0D3-36E7-4C2F-BE8D-1E9E27FC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1.8.18 유지·브라우저·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TechFlow 통합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B75A9-8E5A-4250-802A-8B72EEB6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두 실행의 백업과 첫 실행의 빈 rollback.diff를 운영 증적으로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1372191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102682-FABF-41BE-8928-AD6AA8EA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429D-B4AA-4818-86F2-3D6FD31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 게시물과 첨부는 업데이트 전후 그대로입니다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A536-B84F-4717-95D3-91E612F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D397B-CCF9-49E0-A6AA-9DEC87D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E27A5-F087-4F92-97BC-2CF492B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FA59A-6C14-4AA0-8654-A8097E57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B154-E550-4E5C-9D8E-9093FF9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5F585-F7DD-470A-BE65-C225B3E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6E841-B702-4E3B-A06F-B283B22E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66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 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4B158-4660-4997-9064-86A485B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55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436BB-5343-499A-9B63-DCF3543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669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A19FB-1C73-423E-94DC-DC24CDE5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C0C0D-714D-4089-9249-7DC41E00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0BC55-073C-48A5-AE91-55390035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F8281-43AE-4E2B-9AD4-5A19A0F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71897-5239-486C-8B51-B0B829A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69E87-29DA-49E1-AA48-4269CC9B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F227B-0678-4350-8AC7-73A9C3F3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32636-B0BD-4449-9767-2CAF008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68164-D9D6-4AAE-A220-EE2E6E3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CB5E6-DAFC-48A6-9B47-DB9E3A3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토론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C10DE-10EC-4E83-B5CF-455DABA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2E4E7-8617-42D2-AC59-7EC85448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FC79D-60AC-4A85-918D-F39EBEA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17C69-6FBA-4C13-A32C-B4E585A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6B0BD-DACE-4B7E-8306-F467311D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262D9-C1B4-4441-B404-3536A43B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6AC32-262C-4C41-95EC-28ED5303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28ACC4-E813-4D2E-A977-170B0AA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게시물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838B1-5FDD-4BA7-B1FE-2D3DFA13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AD08D-E92D-4132-98A9-D0841E3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7E3AE-7B47-4FD4-A91C-0AC790A6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B5AFB-912D-4312-A0B3-2A1C3C46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34F4A-69FA-4D66-B6A0-DB96BC8B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E106A-7ABE-4108-8E23-ED148D0F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BF22BE-86C7-428D-AC05-803653AF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A7ABDE-96C7-4E52-B516-8AC6D4A1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첨부파일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C5B11-F81E-4014-9DB8-146190C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45794-6B9A-46ED-A1E4-82828B7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195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8155A6-FCA1-4B47-B110-4AB657D8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0B2690-6C5A-4927-8E74-D8F6D2B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195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546F34-9873-4B7B-B662-0BA28434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DC648E-44F0-420B-BBF2-F7B3BA50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E832E6-94C1-435E-8F7A-3F96BC3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EE2E59-0684-4F6E-AA49-52218EDF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첨부 용량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697884-FE30-4949-8996-A1AA138F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FB8612-2FD0-46F3-BE44-3A9EB06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26,060,120 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FC5C7D-DBF7-40AD-A472-3B1C5CE5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718785-6083-4A6D-8BAA-2DF8803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26,060,120 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7EB4C5-19F0-4048-B957-388ADC77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658714-44CA-4C00-8C65-022DE16D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A1C3AE-C4FB-4049-A9ED-F4DAFC84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198D38-AB99-4147-B29F-02E5EBA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첨부 SHA-256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CE24A3-102C-4BF0-B249-54F13440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F7856E-3B8C-4D64-8746-F06B7DB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244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35cbac9f…ff50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638A8A-DBF6-4F8D-BCD6-3A9145EC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F885BC-F129-4914-887E-8A62CF86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동일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4DD48C-A9BD-45DD-A102-76F00BF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7E3EC7-AA73-4B92-8B6C-EECA9F7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244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1A334B-992E-4A16-8680-074AA57A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성공 백업: /var/backups/techflow-flarum/issue-71-20260814T132424Z</a:t>
            </a:r>
          </a:p>
        </p:txBody>
      </p:sp>
    </p:spTree>
    <p:extLst>
      <p:ext uri="{BB962C8B-B14F-4D97-AF65-F5344CB8AC3E}">
        <p14:creationId xmlns:p14="http://schemas.microsoft.com/office/powerpoint/2010/main" val="1773455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D5E1B-F893-4C14-8D8D-CECCF2A6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581E0-8F62-4537-ADD5-5E8AC7DA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Community 화면과 TechFlow 자동화가 함께 회복됐습니다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C7A52-730F-45E2-857C-8D76355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41CE7-71C7-4DC6-9ABF-A9CA527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운영 Community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6857C-F9F0-45D3-B5AF-73108BDE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TechFlow 통합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22C36-F260-4B96-AF6A-B3404155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E9B81-B06B-469A-B7D8-912EB452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6EFD6-7CE4-4731-94B8-E6ECC0D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첫 화면 HTTP 200</a:t>
            </a:r>
          </a:p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토론 상세 화면 정상</a:t>
            </a:r>
          </a:p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한국어 내부 키 0건</a:t>
            </a:r>
          </a:p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브라우저 콘솔 오류 0건</a:t>
            </a:r>
          </a:p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Flarum CLI 1.8.18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00150-6BED-4C34-A434-0EC61BA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Community poller 자동 회복</a:t>
            </a:r>
          </a:p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반복 poll failed=0</a:t>
            </a:r>
          </a:p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AI Gateway healthy</a:t>
            </a:r>
          </a:p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Activepieces healthy</a:t>
            </a:r>
          </a:p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GitHub→Chat guard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BE022-1E99-486B-BCD9-00E76753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Admin 외부 403은 기존 접근 정책이며 공개 사용자 경로와 Flarum CLI로 운영 상태를 검증했습니다.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99992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CD73B-50C1-420F-A7D7-380D8F61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ABLESTACK TECHFLOW · 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D11AE-805D-4322-91D6-614E4AE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운영은 SMTP 유지 조건에서만 Go입니다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371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12253-1629-45C7-B34F-47560CB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E27AA-B74D-4315-B655-1249313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117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9138A-F468-4C4D-999B-B4EC04FB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B42C2-C344-49B4-84C1-3E1790BB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38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Nicknames 1.8.3으로 CVE-2026-30913 제거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E2E36-93E2-4774-9CED-4915CD47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391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A15C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40603-C553-448C-BEC1-1E747D6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5C00"/>
                </a:solidFill>
                <a:latin typeface="Malgun Gothic"/>
                <a:ea typeface="Malgun Gothic"/>
                <a:cs typeface="Malgun Gothic"/>
              </a:rPr>
              <a:t>조건부 허용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0DA1-80C0-4BA5-9C49-B38739BF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Symfony Mailer 6.1.11 · CVE-2026-45068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94C46-3309-45D7-8B59-52E1BCF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Sendmail 경로에 영향 · Flarum 1.8 의존성상 Mailer 6.4 설치 불가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D0330-EE94-487C-942A-BA8924B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현재 운영 규칙: SMTP 유지 · Sendmail 전환 금지 · Issue #74에서 교체 추적</a:t>
            </a:r>
          </a:p>
        </p:txBody>
      </p:sp>
    </p:spTree>
    <p:extLst>
      <p:ext uri="{BB962C8B-B14F-4D97-AF65-F5344CB8AC3E}">
        <p14:creationId xmlns:p14="http://schemas.microsoft.com/office/powerpoint/2010/main" val="1441019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B5C8C-4D24-402F-86AC-F975CC9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ISSUE #71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19A7A-6152-4F55-8BF8-0A5322F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Issue #71 운영 반영을</a:t>
            </a:r>
          </a:p>
          <a:p xmlns:a="http://schemas.openxmlformats.org/drawingml/2006/main">
            <a:pPr algn="l"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완료했습니다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3733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C4026-E0F5-4781-B3F6-5425442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백업 → 자동 롤백 검증 → 점검 보정 → 운영 업데이트 → Community·TechFlow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EBC79-8190-412C-8D0A-B9B73C8B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다음: #72 대용량 업로드 · #73 UI 현대화 · #74 백업·모니터링·잔여 보안</a:t>
            </a:r>
          </a:p>
        </p:txBody>
      </p:sp>
    </p:spTree>
    <p:extLst>
      <p:ext uri="{BB962C8B-B14F-4D97-AF65-F5344CB8AC3E}">
        <p14:creationId xmlns:p14="http://schemas.microsoft.com/office/powerpoint/2010/main" val="1497448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2026-08-14T13:34:30.6310000Z</dcterms:created>
  <dcterms:modified xsi:type="dcterms:W3CDTF">2026-08-14T13:34:30.6320000Z</dcterms:modified>
</coreProperties>
</file>