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b50ede670447db" /><Relationship Type="http://schemas.openxmlformats.org/officeDocument/2006/relationships/extended-properties" Target="/docProps/app.xml" Id="R8b3d64eebab644b1" /><Relationship Type="http://schemas.openxmlformats.org/officeDocument/2006/relationships/officeDocument" Target="/ppt/presentation.xml" Id="R41d1e459e150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509182f65049ee"/>
  </p:sldMasterIdLst>
  <p:notesMasterIdLst>
    <p:notesMasterId xmlns:r="http://schemas.openxmlformats.org/officeDocument/2006/relationships" r:id="R1db6b163c26a46aa"/>
  </p:notesMasterIdLst>
  <p:sldIdLst>
    <p:sldId xmlns:r="http://schemas.openxmlformats.org/officeDocument/2006/relationships" id="256" r:id="Rab321120beeb4627"/>
    <p:sldId xmlns:r="http://schemas.openxmlformats.org/officeDocument/2006/relationships" id="257" r:id="R689f714cea1f4f91"/>
    <p:sldId xmlns:r="http://schemas.openxmlformats.org/officeDocument/2006/relationships" id="258" r:id="R304dc27ca35b43d4"/>
    <p:sldId xmlns:r="http://schemas.openxmlformats.org/officeDocument/2006/relationships" id="259" r:id="R801de22e65d64735"/>
    <p:sldId xmlns:r="http://schemas.openxmlformats.org/officeDocument/2006/relationships" id="260" r:id="R045d9c908ddc4664"/>
    <p:sldId xmlns:r="http://schemas.openxmlformats.org/officeDocument/2006/relationships" id="261" r:id="R8892bd290c9a49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541b4864924e2a" /><Relationship Type="http://schemas.openxmlformats.org/officeDocument/2006/relationships/slideMaster" Target="/ppt/slideMasters/slideMaster1.xml" Id="Ref509182f65049ee" /><Relationship Type="http://schemas.openxmlformats.org/officeDocument/2006/relationships/notesMaster" Target="/ppt/notesMasters/notesMaster1.xml" Id="R1db6b163c26a46aa" /><Relationship Type="http://schemas.openxmlformats.org/officeDocument/2006/relationships/presProps" Target="/ppt/presProps.xml" Id="R5da606b069944204" /><Relationship Type="http://schemas.openxmlformats.org/officeDocument/2006/relationships/tableStyles" Target="/ppt/tableStyles.xml" Id="R73e39803bbbc4448" /><Relationship Type="http://schemas.openxmlformats.org/officeDocument/2006/relationships/slide" Target="/ppt/slides/slide1.xml" Id="Rab321120beeb4627" /><Relationship Type="http://schemas.openxmlformats.org/officeDocument/2006/relationships/slide" Target="/ppt/slides/slide2.xml" Id="R689f714cea1f4f91" /><Relationship Type="http://schemas.openxmlformats.org/officeDocument/2006/relationships/slide" Target="/ppt/slides/slide3.xml" Id="R304dc27ca35b43d4" /><Relationship Type="http://schemas.openxmlformats.org/officeDocument/2006/relationships/slide" Target="/ppt/slides/slide4.xml" Id="R801de22e65d64735" /><Relationship Type="http://schemas.openxmlformats.org/officeDocument/2006/relationships/slide" Target="/ppt/slides/slide5.xml" Id="R045d9c908ddc4664" /><Relationship Type="http://schemas.openxmlformats.org/officeDocument/2006/relationships/slide" Target="/ppt/slides/slide6.xml" Id="R8892bd290c9a49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ba71b681dc47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c1022992584fbf" /><Relationship Type="http://schemas.openxmlformats.org/officeDocument/2006/relationships/notesMaster" Target="/ppt/notesMasters/notesMaster1.xml" Id="R77f0dc88c5f142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46de2f118a450c" /><Relationship Type="http://schemas.openxmlformats.org/officeDocument/2006/relationships/notesMaster" Target="/ppt/notesMasters/notesMaster1.xml" Id="R0aa7417c3e3f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4709f223ec486b" /><Relationship Type="http://schemas.openxmlformats.org/officeDocument/2006/relationships/notesMaster" Target="/ppt/notesMasters/notesMaster1.xml" Id="R7ea035ae311b46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ff96d068b544ea" /><Relationship Type="http://schemas.openxmlformats.org/officeDocument/2006/relationships/notesMaster" Target="/ppt/notesMasters/notesMaster1.xml" Id="Rbbd008a3b80c4c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7e0918c0f044f8" /><Relationship Type="http://schemas.openxmlformats.org/officeDocument/2006/relationships/notesMaster" Target="/ppt/notesMasters/notesMaster1.xml" Id="R853d9f586b43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9b2050d7394d2e" /><Relationship Type="http://schemas.openxmlformats.org/officeDocument/2006/relationships/notesMaster" Target="/ppt/notesMasters/notesMaster1.xml" Id="R89c7d143ed4943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docs/reports/epic4-assist-validation.md</a:t>
            </a:r>
          </a:p>
          <a:p xmlns:a="http://schemas.openxmlformats.org/drawingml/2006/main">
            <a:r>
              <a:t>- docs/evidence/epic-4/production-e2e.json</a:t>
            </a:r>
          </a:p>
          <a:p xmlns:a="http://schemas.openxmlformats.org/drawingml/2006/main">
            <a:r>
              <a:t>- docs/runbooks/epic4-service-continuity.md</a:t>
            </a:r>
          </a:p>
          <a:p xmlns:a="http://schemas.openxmlformats.org/drawingml/2006/main">
            <a:r>
              <a:t>- docs/plans/epic5-assist-mvp-plan.md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docs/reports/epic4-assist-validation.md</a:t>
            </a:r>
          </a:p>
          <a:p xmlns:a="http://schemas.openxmlformats.org/drawingml/2006/main">
            <a:r>
              <a:t>- docs/evidence/epic-4/production-e2e.json</a:t>
            </a:r>
          </a:p>
          <a:p xmlns:a="http://schemas.openxmlformats.org/drawingml/2006/main">
            <a:r>
              <a:t>- docs/runbooks/epic4-service-continuity.md</a:t>
            </a:r>
          </a:p>
          <a:p xmlns:a="http://schemas.openxmlformats.org/drawingml/2006/main">
            <a:r>
              <a:t>- docs/plans/epic5-assist-mvp-plan.md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docs/reports/epic4-assist-validation.md</a:t>
            </a:r>
          </a:p>
          <a:p xmlns:a="http://schemas.openxmlformats.org/drawingml/2006/main">
            <a:r>
              <a:t>- docs/evidence/epic-4/production-e2e.json</a:t>
            </a:r>
          </a:p>
          <a:p xmlns:a="http://schemas.openxmlformats.org/drawingml/2006/main">
            <a:r>
              <a:t>- docs/runbooks/epic4-service-continuity.md</a:t>
            </a:r>
          </a:p>
          <a:p xmlns:a="http://schemas.openxmlformats.org/drawingml/2006/main">
            <a:r>
              <a:t>- docs/plans/epic5-assist-mvp-plan.md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docs/reports/epic4-assist-validation.md</a:t>
            </a:r>
          </a:p>
          <a:p xmlns:a="http://schemas.openxmlformats.org/drawingml/2006/main">
            <a:r>
              <a:t>- docs/evidence/epic-4/production-e2e.json</a:t>
            </a:r>
          </a:p>
          <a:p xmlns:a="http://schemas.openxmlformats.org/drawingml/2006/main">
            <a:r>
              <a:t>- docs/runbooks/epic4-service-continuity.md</a:t>
            </a:r>
          </a:p>
          <a:p xmlns:a="http://schemas.openxmlformats.org/drawingml/2006/main">
            <a:r>
              <a:t>- docs/plans/epic5-assist-mvp-plan.md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docs/reports/epic4-assist-validation.md</a:t>
            </a:r>
          </a:p>
          <a:p xmlns:a="http://schemas.openxmlformats.org/drawingml/2006/main">
            <a:r>
              <a:t>- docs/evidence/epic-4/production-e2e.json</a:t>
            </a:r>
          </a:p>
          <a:p xmlns:a="http://schemas.openxmlformats.org/drawingml/2006/main">
            <a:r>
              <a:t>- docs/runbooks/epic4-service-continuity.md</a:t>
            </a:r>
          </a:p>
          <a:p xmlns:a="http://schemas.openxmlformats.org/drawingml/2006/main">
            <a:r>
              <a:t>- docs/plans/epic5-assist-mvp-plan.md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docs/reports/epic4-assist-validation.md</a:t>
            </a:r>
          </a:p>
          <a:p xmlns:a="http://schemas.openxmlformats.org/drawingml/2006/main">
            <a:r>
              <a:t>- docs/evidence/epic-4/production-e2e.json</a:t>
            </a:r>
          </a:p>
          <a:p xmlns:a="http://schemas.openxmlformats.org/drawingml/2006/main">
            <a:r>
              <a:t>- docs/runbooks/epic4-service-continuity.md</a:t>
            </a:r>
          </a:p>
          <a:p xmlns:a="http://schemas.openxmlformats.org/drawingml/2006/main">
            <a:r>
              <a:t>- docs/plans/epic5-assist-mvp-plan.md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4cdfaecb2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16d02ce144178" /><Relationship Type="http://schemas.openxmlformats.org/officeDocument/2006/relationships/slideLayout" Target="/ppt/slideLayouts/slideLayout1.xml" Id="R6937d3c0289848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37d3c0289848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0e5b0f02b4ec9" /><Relationship Type="http://schemas.openxmlformats.org/officeDocument/2006/relationships/notesSlide" Target="/ppt/notesSlides/notesSlide1.xml" Id="R5eea8ed0ed58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236bc12ac406c" /><Relationship Type="http://schemas.openxmlformats.org/officeDocument/2006/relationships/notesSlide" Target="/ppt/notesSlides/notesSlide2.xml" Id="R671b437480bd45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bf052c93640d3" /><Relationship Type="http://schemas.openxmlformats.org/officeDocument/2006/relationships/notesSlide" Target="/ppt/notesSlides/notesSlide3.xml" Id="R735e6e2b4ff146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8b6d40624471d" /><Relationship Type="http://schemas.openxmlformats.org/officeDocument/2006/relationships/notesSlide" Target="/ppt/notesSlides/notesSlide4.xml" Id="R50b9a1061197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a4c172c0a4065" /><Relationship Type="http://schemas.openxmlformats.org/officeDocument/2006/relationships/notesSlide" Target="/ppt/notesSlides/notesSlide5.xml" Id="R188e1a9c533749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6ba00edb44ceb" /><Relationship Type="http://schemas.openxmlformats.org/officeDocument/2006/relationships/notesSlide" Target="/ppt/notesSlides/notesSlide6.xml" Id="R8467c3a0a09040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46639FB-D42B-4C8B-81DF-7D7EC724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ABLESTACK TECHFLOW · EPIC #4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99C1871-3660-4A7D-8CD8-45A73113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Chat·Community Assist</a:t>
            </a:r>
          </a:p>
          <a:p xmlns:a="http://schemas.openxmlformats.org/drawingml/2006/main">
            <a:pPr algn="l">
              <a:def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실증 완료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A0B55EEB-B31F-4C05-A0C0-CF69380D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연속 대화 · 자동 게시 · 실패 복구 · 비식별 KPI</a:t>
            </a:r>
          </a:p>
        </p:txBody>
      </p:sp>
      <p:sp>
        <p:nvSpPr>
          <p:cNvPr id="4" name="cover-go">
            <a:extLst xmlns:a="http://schemas.openxmlformats.org/drawingml/2006/main">
              <a:ext uri="{FF2B5EF4-FFF2-40B4-BE49-F238E27FC236}">
                <a16:creationId xmlns:a16="http://schemas.microsoft.com/office/drawing/2014/main" id="{4573A597-0C26-401E-912F-9C1A0A27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573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cover-go-text">
            <a:extLst xmlns:a="http://schemas.openxmlformats.org/drawingml/2006/main">
              <a:ext uri="{FF2B5EF4-FFF2-40B4-BE49-F238E27FC236}">
                <a16:creationId xmlns:a16="http://schemas.microsoft.com/office/drawing/2014/main" id="{045E267A-A67F-4998-809A-A9D733D4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GO</a:t>
            </a:r>
          </a:p>
        </p:txBody>
      </p:sp>
      <p:sp>
        <p:nvSpPr>
          <p:cNvPr id="6" name="cover-proof">
            <a:extLst xmlns:a="http://schemas.openxmlformats.org/drawingml/2006/main">
              <a:ext uri="{FF2B5EF4-FFF2-40B4-BE49-F238E27FC236}">
                <a16:creationId xmlns:a16="http://schemas.microsoft.com/office/drawing/2014/main" id="{F422A106-C398-487E-84DC-BEE2877F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271 tests</a:t>
            </a:r>
          </a:p>
          <a:p xmlns:a="http://schemas.openxmlformats.org/drawingml/2006/main">
            <a:pPr algn="ctr">
              <a:def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E2E 통과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B6A84706-3D0E-438A-B51B-2A0A7B48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2026.08.21 · Production validated</a:t>
            </a:r>
          </a:p>
        </p:txBody>
      </p:sp>
    </p:spTree>
    <p:extLst>
      <p:ext uri="{BB962C8B-B14F-4D97-AF65-F5344CB8AC3E}">
        <p14:creationId xmlns:p14="http://schemas.microsoft.com/office/powerpoint/2010/main" val="390930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2">
            <a:extLst xmlns:a="http://schemas.openxmlformats.org/drawingml/2006/main">
              <a:ext uri="{FF2B5EF4-FFF2-40B4-BE49-F238E27FC236}">
                <a16:creationId xmlns:a16="http://schemas.microsoft.com/office/drawing/2014/main" id="{65CCFB97-18D3-4F69-A7C0-382FD327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두 채널이 하나의 지원 원칙으로 작동합니다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17B9755B-A471-4BBE-BDC5-E5A61ED6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channel-0">
            <a:extLst xmlns:a="http://schemas.openxmlformats.org/drawingml/2006/main">
              <a:ext uri="{FF2B5EF4-FFF2-40B4-BE49-F238E27FC236}">
                <a16:creationId xmlns:a16="http://schemas.microsoft.com/office/drawing/2014/main" id="{CACAAC95-D0A9-433E-AADE-8CEFA9E1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4" name="channel-title-0">
            <a:extLst xmlns:a="http://schemas.openxmlformats.org/drawingml/2006/main">
              <a:ext uri="{FF2B5EF4-FFF2-40B4-BE49-F238E27FC236}">
                <a16:creationId xmlns:a16="http://schemas.microsoft.com/office/drawing/2014/main" id="{D79B0255-B9EF-42BB-8063-C7422328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Community</a:t>
            </a:r>
          </a:p>
        </p:txBody>
      </p:sp>
      <p:sp>
        <p:nvSpPr>
          <p:cNvPr id="5" name="channel-copy-0">
            <a:extLst xmlns:a="http://schemas.openxmlformats.org/drawingml/2006/main">
              <a:ext uri="{FF2B5EF4-FFF2-40B4-BE49-F238E27FC236}">
                <a16:creationId xmlns:a16="http://schemas.microsoft.com/office/drawing/2014/main" id="{6474D304-5250-40A6-BFA7-3FD84FA2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새 글·후속 글·해결·KB</a:t>
            </a:r>
          </a:p>
        </p:txBody>
      </p:sp>
      <p:sp>
        <p:nvSpPr>
          <p:cNvPr id="6" name="channel-1">
            <a:extLst xmlns:a="http://schemas.openxmlformats.org/drawingml/2006/main">
              <a:ext uri="{FF2B5EF4-FFF2-40B4-BE49-F238E27FC236}">
                <a16:creationId xmlns:a16="http://schemas.microsoft.com/office/drawing/2014/main" id="{AF58059F-3390-4A9B-B77C-6F5F5ED7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7" name="channel-title-1">
            <a:extLst xmlns:a="http://schemas.openxmlformats.org/drawingml/2006/main">
              <a:ext uri="{FF2B5EF4-FFF2-40B4-BE49-F238E27FC236}">
                <a16:creationId xmlns:a16="http://schemas.microsoft.com/office/drawing/2014/main" id="{A2C84406-D94A-4ABA-A850-C6084A33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Chat</a:t>
            </a:r>
          </a:p>
        </p:txBody>
      </p:sp>
      <p:sp>
        <p:nvSpPr>
          <p:cNvPr id="8" name="channel-copy-1">
            <a:extLst xmlns:a="http://schemas.openxmlformats.org/drawingml/2006/main">
              <a:ext uri="{FF2B5EF4-FFF2-40B4-BE49-F238E27FC236}">
                <a16:creationId xmlns:a16="http://schemas.microsoft.com/office/drawing/2014/main" id="{CA516217-5329-417B-88E1-98ABF0E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직접 질문·맥락·해결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CDD35067-3DCB-44D1-B04B-070C3F8F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gateway">
            <a:extLst xmlns:a="http://schemas.openxmlformats.org/drawingml/2006/main">
              <a:ext uri="{FF2B5EF4-FFF2-40B4-BE49-F238E27FC236}">
                <a16:creationId xmlns:a16="http://schemas.microsoft.com/office/drawing/2014/main" id="{70A3E562-A2E9-4DD4-9FB0-E9C06B6E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38250"/>
            <a:ext cx="4476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1" name="gateway-title">
            <a:extLst xmlns:a="http://schemas.openxmlformats.org/drawingml/2006/main">
              <a:ext uri="{FF2B5EF4-FFF2-40B4-BE49-F238E27FC236}">
                <a16:creationId xmlns:a16="http://schemas.microsoft.com/office/drawing/2014/main" id="{337570BF-C777-48BF-A65C-4D1D6400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00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Assist Gateway</a:t>
            </a:r>
          </a:p>
        </p:txBody>
      </p:sp>
      <p:sp>
        <p:nvSpPr>
          <p:cNvPr id="12" name="gateway-copy">
            <a:extLst xmlns:a="http://schemas.openxmlformats.org/drawingml/2006/main">
              <a:ext uri="{FF2B5EF4-FFF2-40B4-BE49-F238E27FC236}">
                <a16:creationId xmlns:a16="http://schemas.microsoft.com/office/drawing/2014/main" id="{B3F57E9E-EECE-4E9B-B8EB-725B79D8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52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DOC · Diplo · 관련 코드</a:t>
            </a:r>
          </a:p>
          <a:p xmlns:a="http://schemas.openxmlformats.org/drawingml/2006/main">
            <a:pPr algn="ctr">
              <a:defRPr sz="16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Europa Preview · Artifact</a:t>
            </a:r>
          </a:p>
          <a:p xmlns:a="http://schemas.openxmlformats.org/drawingml/2006/main">
            <a:pPr algn="ctr">
              <a:defRPr sz="16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Conversation · KB · KPI</a:t>
            </a:r>
          </a:p>
        </p:txBody>
      </p:sp>
      <p:sp>
        <p:nvSpPr>
          <p:cNvPr id="13" name="principle">
            <a:extLst xmlns:a="http://schemas.openxmlformats.org/drawingml/2006/main">
              <a:ext uri="{FF2B5EF4-FFF2-40B4-BE49-F238E27FC236}">
                <a16:creationId xmlns:a16="http://schemas.microsoft.com/office/drawing/2014/main" id="{E16B5B33-6E8D-4DBD-A6B5-4730C9F9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사용자는 친절한 답만 보고, 내부 근거는 명시 요청 때만 봅니다</a:t>
            </a:r>
          </a:p>
        </p:txBody>
      </p:sp>
    </p:spTree>
    <p:extLst>
      <p:ext uri="{BB962C8B-B14F-4D97-AF65-F5344CB8AC3E}">
        <p14:creationId xmlns:p14="http://schemas.microsoft.com/office/powerpoint/2010/main" val="11367962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3">
            <a:extLst xmlns:a="http://schemas.openxmlformats.org/drawingml/2006/main">
              <a:ext uri="{FF2B5EF4-FFF2-40B4-BE49-F238E27FC236}">
                <a16:creationId xmlns:a16="http://schemas.microsoft.com/office/drawing/2014/main" id="{6758D3CF-4944-42CF-9F94-2844FBF1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실제 Chat과 Community 경로를 끝까지 검증했습니다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C46A3A86-EF17-4779-B050-5435C532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chat1-box">
            <a:extLst xmlns:a="http://schemas.openxmlformats.org/drawingml/2006/main">
              <a:ext uri="{FF2B5EF4-FFF2-40B4-BE49-F238E27FC236}">
                <a16:creationId xmlns:a16="http://schemas.microsoft.com/office/drawing/2014/main" id="{19D331BE-E181-4DED-8950-F7FB4B1D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4" name="chat1-rule">
            <a:extLst xmlns:a="http://schemas.openxmlformats.org/drawingml/2006/main">
              <a:ext uri="{FF2B5EF4-FFF2-40B4-BE49-F238E27FC236}">
                <a16:creationId xmlns:a16="http://schemas.microsoft.com/office/drawing/2014/main" id="{F2B35A05-96BF-4263-9F6F-5DBB89BD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chat1-value">
            <a:extLst xmlns:a="http://schemas.openxmlformats.org/drawingml/2006/main">
              <a:ext uri="{FF2B5EF4-FFF2-40B4-BE49-F238E27FC236}">
                <a16:creationId xmlns:a16="http://schemas.microsoft.com/office/drawing/2014/main" id="{4C263283-2D59-4244-B7EF-15AEEBBB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1484</a:t>
            </a:r>
          </a:p>
        </p:txBody>
      </p:sp>
      <p:sp>
        <p:nvSpPr>
          <p:cNvPr id="6" name="chat1-label">
            <a:extLst xmlns:a="http://schemas.openxmlformats.org/drawingml/2006/main">
              <a:ext uri="{FF2B5EF4-FFF2-40B4-BE49-F238E27FC236}">
                <a16:creationId xmlns:a16="http://schemas.microsoft.com/office/drawing/2014/main" id="{0D139358-9E92-4702-8F4A-2D516E55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첫 Chat 답변 글자</a:t>
            </a:r>
          </a:p>
        </p:txBody>
      </p:sp>
      <p:sp>
        <p:nvSpPr>
          <p:cNvPr id="7" name="chat2-box">
            <a:extLst xmlns:a="http://schemas.openxmlformats.org/drawingml/2006/main">
              <a:ext uri="{FF2B5EF4-FFF2-40B4-BE49-F238E27FC236}">
                <a16:creationId xmlns:a16="http://schemas.microsoft.com/office/drawing/2014/main" id="{4613474D-7D03-4CFA-B81B-7C254F8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9065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8" name="chat2-rule">
            <a:extLst xmlns:a="http://schemas.openxmlformats.org/drawingml/2006/main">
              <a:ext uri="{FF2B5EF4-FFF2-40B4-BE49-F238E27FC236}">
                <a16:creationId xmlns:a16="http://schemas.microsoft.com/office/drawing/2014/main" id="{21BEE727-C629-4E8F-BB66-87249FB8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9065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8E8"/>
          </a:solidFill>
          <a:ln xmlns:a="http://schemas.openxmlformats.org/drawingml/2006/main" w="9525">
            <a:solidFill>
              <a:srgbClr val="25B8E8"/>
            </a:solidFill>
            <a:prstDash val="solid"/>
          </a:ln>
        </p:spPr>
      </p:sp>
      <p:sp>
        <p:nvSpPr>
          <p:cNvPr id="9" name="chat2-value">
            <a:extLst xmlns:a="http://schemas.openxmlformats.org/drawingml/2006/main">
              <a:ext uri="{FF2B5EF4-FFF2-40B4-BE49-F238E27FC236}">
                <a16:creationId xmlns:a16="http://schemas.microsoft.com/office/drawing/2014/main" id="{4FF63598-B21C-4F17-AC1F-2B3496D9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954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5B8E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5B8E8"/>
                </a:solidFill>
                <a:latin typeface="Malgun Gothic"/>
                <a:ea typeface="Malgun Gothic"/>
                <a:cs typeface="Malgun Gothic"/>
              </a:rPr>
              <a:t>1428</a:t>
            </a:r>
          </a:p>
        </p:txBody>
      </p:sp>
      <p:sp>
        <p:nvSpPr>
          <p:cNvPr id="10" name="chat2-label">
            <a:extLst xmlns:a="http://schemas.openxmlformats.org/drawingml/2006/main">
              <a:ext uri="{FF2B5EF4-FFF2-40B4-BE49-F238E27FC236}">
                <a16:creationId xmlns:a16="http://schemas.microsoft.com/office/drawing/2014/main" id="{32CEE152-77BE-4D16-BEB0-CD4551BA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후속 Chat 답변 글자</a:t>
            </a:r>
          </a:p>
        </p:txBody>
      </p:sp>
      <p:sp>
        <p:nvSpPr>
          <p:cNvPr id="11" name="community-box">
            <a:extLst xmlns:a="http://schemas.openxmlformats.org/drawingml/2006/main">
              <a:ext uri="{FF2B5EF4-FFF2-40B4-BE49-F238E27FC236}">
                <a16:creationId xmlns:a16="http://schemas.microsoft.com/office/drawing/2014/main" id="{5C28905E-292D-4C18-85D2-43707467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9065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2" name="community-rule">
            <a:extLst xmlns:a="http://schemas.openxmlformats.org/drawingml/2006/main">
              <a:ext uri="{FF2B5EF4-FFF2-40B4-BE49-F238E27FC236}">
                <a16:creationId xmlns:a16="http://schemas.microsoft.com/office/drawing/2014/main" id="{1F1B0A03-6102-405A-80B9-BD90E8B0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9065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13" name="community-value">
            <a:extLst xmlns:a="http://schemas.openxmlformats.org/drawingml/2006/main">
              <a:ext uri="{FF2B5EF4-FFF2-40B4-BE49-F238E27FC236}">
                <a16:creationId xmlns:a16="http://schemas.microsoft.com/office/drawing/2014/main" id="{5D7BB36D-CF1C-45A7-9300-A07270E6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4328</a:t>
            </a:r>
          </a:p>
        </p:txBody>
      </p:sp>
      <p:sp>
        <p:nvSpPr>
          <p:cNvPr id="14" name="community-label">
            <a:extLst xmlns:a="http://schemas.openxmlformats.org/drawingml/2006/main">
              <a:ext uri="{FF2B5EF4-FFF2-40B4-BE49-F238E27FC236}">
                <a16:creationId xmlns:a16="http://schemas.microsoft.com/office/drawing/2014/main" id="{E9BF0D2D-4672-4316-998F-35CC22CE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Community 게시 글자</a:t>
            </a:r>
          </a:p>
        </p:txBody>
      </p:sp>
      <p:sp>
        <p:nvSpPr>
          <p:cNvPr id="15" name="tests-box">
            <a:extLst xmlns:a="http://schemas.openxmlformats.org/drawingml/2006/main">
              <a:ext uri="{FF2B5EF4-FFF2-40B4-BE49-F238E27FC236}">
                <a16:creationId xmlns:a16="http://schemas.microsoft.com/office/drawing/2014/main" id="{3666F2EA-6E12-4E01-9A78-BB6138B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9065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6" name="tests-rule">
            <a:extLst xmlns:a="http://schemas.openxmlformats.org/drawingml/2006/main">
              <a:ext uri="{FF2B5EF4-FFF2-40B4-BE49-F238E27FC236}">
                <a16:creationId xmlns:a16="http://schemas.microsoft.com/office/drawing/2014/main" id="{6148F178-A1D7-4FA7-95D6-2541412E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9065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7" name="tests-value">
            <a:extLst xmlns:a="http://schemas.openxmlformats.org/drawingml/2006/main">
              <a:ext uri="{FF2B5EF4-FFF2-40B4-BE49-F238E27FC236}">
                <a16:creationId xmlns:a16="http://schemas.microsoft.com/office/drawing/2014/main" id="{F536F9AB-1BF2-42CE-A678-A496ED30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271</a:t>
            </a:r>
          </a:p>
        </p:txBody>
      </p:sp>
      <p:sp>
        <p:nvSpPr>
          <p:cNvPr id="18" name="tests-label">
            <a:extLst xmlns:a="http://schemas.openxmlformats.org/drawingml/2006/main">
              <a:ext uri="{FF2B5EF4-FFF2-40B4-BE49-F238E27FC236}">
                <a16:creationId xmlns:a16="http://schemas.microsoft.com/office/drawing/2014/main" id="{1A52AB5E-DB72-437A-9E2E-9729C05B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Repository tests</a:t>
            </a:r>
          </a:p>
        </p:txBody>
      </p:sp>
      <p:sp>
        <p:nvSpPr>
          <p:cNvPr id="19" name="flow-0">
            <a:extLst xmlns:a="http://schemas.openxmlformats.org/drawingml/2006/main">
              <a:ext uri="{FF2B5EF4-FFF2-40B4-BE49-F238E27FC236}">
                <a16:creationId xmlns:a16="http://schemas.microsoft.com/office/drawing/2014/main" id="{DBE3DD3E-4826-4492-9F71-ACEA10E5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62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0" name="flow-a-0">
            <a:extLst xmlns:a="http://schemas.openxmlformats.org/drawingml/2006/main">
              <a:ext uri="{FF2B5EF4-FFF2-40B4-BE49-F238E27FC236}">
                <a16:creationId xmlns:a16="http://schemas.microsoft.com/office/drawing/2014/main" id="{23994686-2436-4BD0-8BA4-809B007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질문 1</a:t>
            </a:r>
          </a:p>
        </p:txBody>
      </p:sp>
      <p:sp>
        <p:nvSpPr>
          <p:cNvPr id="21" name="flow-b-0">
            <a:extLst xmlns:a="http://schemas.openxmlformats.org/drawingml/2006/main">
              <a:ext uri="{FF2B5EF4-FFF2-40B4-BE49-F238E27FC236}">
                <a16:creationId xmlns:a16="http://schemas.microsoft.com/office/drawing/2014/main" id="{D9F021C7-3698-488A-9202-7656AF2A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Context 시작</a:t>
            </a:r>
          </a:p>
        </p:txBody>
      </p:sp>
      <p:sp>
        <p:nvSpPr>
          <p:cNvPr id="22" name="flow-1">
            <a:extLst xmlns:a="http://schemas.openxmlformats.org/drawingml/2006/main">
              <a:ext uri="{FF2B5EF4-FFF2-40B4-BE49-F238E27FC236}">
                <a16:creationId xmlns:a16="http://schemas.microsoft.com/office/drawing/2014/main" id="{CBF07DC4-00A5-4A0D-A3CD-79F833DC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48100"/>
            <a:ext cx="2362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3" name="flow-a-1">
            <a:extLst xmlns:a="http://schemas.openxmlformats.org/drawingml/2006/main">
              <a:ext uri="{FF2B5EF4-FFF2-40B4-BE49-F238E27FC236}">
                <a16:creationId xmlns:a16="http://schemas.microsoft.com/office/drawing/2014/main" id="{82618990-B605-4214-BC4E-C13E6C98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38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질문 2</a:t>
            </a:r>
          </a:p>
        </p:txBody>
      </p:sp>
      <p:sp>
        <p:nvSpPr>
          <p:cNvPr id="24" name="flow-b-1">
            <a:extLst xmlns:a="http://schemas.openxmlformats.org/drawingml/2006/main">
              <a:ext uri="{FF2B5EF4-FFF2-40B4-BE49-F238E27FC236}">
                <a16:creationId xmlns:a16="http://schemas.microsoft.com/office/drawing/2014/main" id="{EB99AF99-FC21-4722-90E6-39F5B8E5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38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앞 질문 유지</a:t>
            </a:r>
          </a:p>
        </p:txBody>
      </p:sp>
      <p:sp>
        <p:nvSpPr>
          <p:cNvPr id="25" name="flow-2">
            <a:extLst xmlns:a="http://schemas.openxmlformats.org/drawingml/2006/main">
              <a:ext uri="{FF2B5EF4-FFF2-40B4-BE49-F238E27FC236}">
                <a16:creationId xmlns:a16="http://schemas.microsoft.com/office/drawing/2014/main" id="{DEC8D523-D4E7-43BC-B51A-7B906626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2362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26" name="flow-a-2">
            <a:extLst xmlns:a="http://schemas.openxmlformats.org/drawingml/2006/main">
              <a:ext uri="{FF2B5EF4-FFF2-40B4-BE49-F238E27FC236}">
                <a16:creationId xmlns:a16="http://schemas.microsoft.com/office/drawing/2014/main" id="{D046071C-8D8F-43E6-A44F-E7000093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27" name="flow-b-2">
            <a:extLst xmlns:a="http://schemas.openxmlformats.org/drawingml/2006/main">
              <a:ext uri="{FF2B5EF4-FFF2-40B4-BE49-F238E27FC236}">
                <a16:creationId xmlns:a16="http://schemas.microsoft.com/office/drawing/2014/main" id="{E04EED5D-B28F-433F-87C8-C7851090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RESOLVED</a:t>
            </a:r>
          </a:p>
        </p:txBody>
      </p:sp>
      <p:sp>
        <p:nvSpPr>
          <p:cNvPr id="28" name="flow-3">
            <a:extLst xmlns:a="http://schemas.openxmlformats.org/drawingml/2006/main">
              <a:ext uri="{FF2B5EF4-FFF2-40B4-BE49-F238E27FC236}">
                <a16:creationId xmlns:a16="http://schemas.microsoft.com/office/drawing/2014/main" id="{8AD2212E-BDEE-4388-B9E4-CC28CD82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48100"/>
            <a:ext cx="2362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9" name="flow-a-3">
            <a:extLst xmlns:a="http://schemas.openxmlformats.org/drawingml/2006/main">
              <a:ext uri="{FF2B5EF4-FFF2-40B4-BE49-F238E27FC236}">
                <a16:creationId xmlns:a16="http://schemas.microsoft.com/office/drawing/2014/main" id="{939DCBD1-0F25-4C5B-A355-327F783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38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Discussion #175</a:t>
            </a:r>
          </a:p>
        </p:txBody>
      </p:sp>
      <p:sp>
        <p:nvSpPr>
          <p:cNvPr id="30" name="flow-b-3">
            <a:extLst xmlns:a="http://schemas.openxmlformats.org/drawingml/2006/main">
              <a:ext uri="{FF2B5EF4-FFF2-40B4-BE49-F238E27FC236}">
                <a16:creationId xmlns:a16="http://schemas.microsoft.com/office/drawing/2014/main" id="{C1904CF2-453C-4D1B-9883-8C561591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38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Post #411 자동 게시</a:t>
            </a:r>
          </a:p>
        </p:txBody>
      </p:sp>
      <p:sp>
        <p:nvSpPr>
          <p:cNvPr id="31" name="safe">
            <a:extLst xmlns:a="http://schemas.openxmlformats.org/drawingml/2006/main">
              <a:ext uri="{FF2B5EF4-FFF2-40B4-BE49-F238E27FC236}">
                <a16:creationId xmlns:a16="http://schemas.microsoft.com/office/drawing/2014/main" id="{0B9D8308-A283-4EC1-B182-9B6F91EC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내부 Citation·Source 식별정보 노출 0건</a:t>
            </a:r>
          </a:p>
        </p:txBody>
      </p:sp>
    </p:spTree>
    <p:extLst>
      <p:ext uri="{BB962C8B-B14F-4D97-AF65-F5344CB8AC3E}">
        <p14:creationId xmlns:p14="http://schemas.microsoft.com/office/powerpoint/2010/main" val="1619299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4">
            <a:extLst xmlns:a="http://schemas.openxmlformats.org/drawingml/2006/main">
              <a:ext uri="{FF2B5EF4-FFF2-40B4-BE49-F238E27FC236}">
                <a16:creationId xmlns:a16="http://schemas.microsoft.com/office/drawing/2014/main" id="{01378586-3527-4533-9E9E-D7ADF1C5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실패를 버리지 않고 같은 작업으로 수렴시킵니다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A4FC03B5-1A98-4D9F-BC5D-6D1086FA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arrow-0">
            <a:extLst xmlns:a="http://schemas.openxmlformats.org/drawingml/2006/main">
              <a:ext uri="{FF2B5EF4-FFF2-40B4-BE49-F238E27FC236}">
                <a16:creationId xmlns:a16="http://schemas.microsoft.com/office/drawing/2014/main" id="{B8339C7E-4377-451A-8D8D-653D973D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" name="state-0">
            <a:extLst xmlns:a="http://schemas.openxmlformats.org/drawingml/2006/main">
              <a:ext uri="{FF2B5EF4-FFF2-40B4-BE49-F238E27FC236}">
                <a16:creationId xmlns:a16="http://schemas.microsoft.com/office/drawing/2014/main" id="{7A5BBDCD-4AE5-4696-ABFB-BD296D1D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5" name="state-title-0">
            <a:extLst xmlns:a="http://schemas.openxmlformats.org/drawingml/2006/main">
              <a:ext uri="{FF2B5EF4-FFF2-40B4-BE49-F238E27FC236}">
                <a16:creationId xmlns:a16="http://schemas.microsoft.com/office/drawing/2014/main" id="{D762E281-D550-44BE-B330-104E0138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OPEN</a:t>
            </a:r>
          </a:p>
        </p:txBody>
      </p:sp>
      <p:sp>
        <p:nvSpPr>
          <p:cNvPr id="6" name="state-copy-0">
            <a:extLst xmlns:a="http://schemas.openxmlformats.org/drawingml/2006/main">
              <a:ext uri="{FF2B5EF4-FFF2-40B4-BE49-F238E27FC236}">
                <a16:creationId xmlns:a16="http://schemas.microsoft.com/office/drawing/2014/main" id="{037FA400-DEA8-4BD8-A40A-0163671E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최초 실패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2B8B4D9E-57D8-49BA-8887-1895FA4C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47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state-1">
            <a:extLst xmlns:a="http://schemas.openxmlformats.org/drawingml/2006/main">
              <a:ext uri="{FF2B5EF4-FFF2-40B4-BE49-F238E27FC236}">
                <a16:creationId xmlns:a16="http://schemas.microsoft.com/office/drawing/2014/main" id="{A598FE97-96DD-443A-AEF6-25D32D7D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9" name="state-title-1">
            <a:extLst xmlns:a="http://schemas.openxmlformats.org/drawingml/2006/main">
              <a:ext uri="{FF2B5EF4-FFF2-40B4-BE49-F238E27FC236}">
                <a16:creationId xmlns:a16="http://schemas.microsoft.com/office/drawing/2014/main" id="{A4834093-9485-40E9-A0A3-6E1CBE14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RETRY</a:t>
            </a:r>
          </a:p>
        </p:txBody>
      </p:sp>
      <p:sp>
        <p:nvSpPr>
          <p:cNvPr id="10" name="state-copy-1">
            <a:extLst xmlns:a="http://schemas.openxmlformats.org/drawingml/2006/main">
              <a:ext uri="{FF2B5EF4-FFF2-40B4-BE49-F238E27FC236}">
                <a16:creationId xmlns:a16="http://schemas.microsoft.com/office/drawing/2014/main" id="{D30C22A6-6F6D-4ACD-B97D-1056B4A7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1·2·4초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73CDB953-2DAA-4F9E-8B85-B828F6A4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state-2">
            <a:extLst xmlns:a="http://schemas.openxmlformats.org/drawingml/2006/main">
              <a:ext uri="{FF2B5EF4-FFF2-40B4-BE49-F238E27FC236}">
                <a16:creationId xmlns:a16="http://schemas.microsoft.com/office/drawing/2014/main" id="{E56CE9A4-1049-4915-B8AE-775588EC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3" name="state-title-2">
            <a:extLst xmlns:a="http://schemas.openxmlformats.org/drawingml/2006/main">
              <a:ext uri="{FF2B5EF4-FFF2-40B4-BE49-F238E27FC236}">
                <a16:creationId xmlns:a16="http://schemas.microsoft.com/office/drawing/2014/main" id="{43648C86-4B76-4A0A-A277-A5207047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DLQ</a:t>
            </a:r>
          </a:p>
        </p:txBody>
      </p:sp>
      <p:sp>
        <p:nvSpPr>
          <p:cNvPr id="14" name="state-copy-2">
            <a:extLst xmlns:a="http://schemas.openxmlformats.org/drawingml/2006/main">
              <a:ext uri="{FF2B5EF4-FFF2-40B4-BE49-F238E27FC236}">
                <a16:creationId xmlns:a16="http://schemas.microsoft.com/office/drawing/2014/main" id="{E15E9D16-30BB-426C-AE7A-CB554A5D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3회 초과</a:t>
            </a:r>
          </a:p>
        </p:txBody>
      </p:sp>
      <p:sp>
        <p:nvSpPr>
          <p:cNvPr id="15" name="state-3">
            <a:extLst xmlns:a="http://schemas.openxmlformats.org/drawingml/2006/main">
              <a:ext uri="{FF2B5EF4-FFF2-40B4-BE49-F238E27FC236}">
                <a16:creationId xmlns:a16="http://schemas.microsoft.com/office/drawing/2014/main" id="{5A16BC09-E283-479C-A75C-56775372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16" name="state-title-3">
            <a:extLst xmlns:a="http://schemas.openxmlformats.org/drawingml/2006/main">
              <a:ext uri="{FF2B5EF4-FFF2-40B4-BE49-F238E27FC236}">
                <a16:creationId xmlns:a16="http://schemas.microsoft.com/office/drawing/2014/main" id="{E313202A-8DEE-47C1-B8D1-DACA3A8A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RECOVERED</a:t>
            </a:r>
          </a:p>
        </p:txBody>
      </p:sp>
      <p:sp>
        <p:nvSpPr>
          <p:cNvPr id="17" name="state-copy-3">
            <a:extLst xmlns:a="http://schemas.openxmlformats.org/drawingml/2006/main">
              <a:ext uri="{FF2B5EF4-FFF2-40B4-BE49-F238E27FC236}">
                <a16:creationId xmlns:a16="http://schemas.microsoft.com/office/drawing/2014/main" id="{1CE504BB-90A2-4632-9A60-5F04DF7A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동일 작업 성공</a:t>
            </a:r>
          </a:p>
        </p:txBody>
      </p:sp>
      <p:sp>
        <p:nvSpPr>
          <p:cNvPr id="18" name="notif">
            <a:extLst xmlns:a="http://schemas.openxmlformats.org/drawingml/2006/main">
              <a:ext uri="{FF2B5EF4-FFF2-40B4-BE49-F238E27FC236}">
                <a16:creationId xmlns:a16="http://schemas.microsoft.com/office/drawing/2014/main" id="{8136749E-D686-4103-AC8F-80455D01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895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9" name="notif-text">
            <a:extLst xmlns:a="http://schemas.openxmlformats.org/drawingml/2006/main">
              <a:ext uri="{FF2B5EF4-FFF2-40B4-BE49-F238E27FC236}">
                <a16:creationId xmlns:a16="http://schemas.microsoft.com/office/drawing/2014/main" id="{F4CC4968-EEC9-447D-9FFD-178D030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148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장애 알림 1회 · 복구 알림 1회 · 정상 주기 알림 0회 · 알림 실패 0건</a:t>
            </a:r>
          </a:p>
        </p:txBody>
      </p:sp>
      <p:sp>
        <p:nvSpPr>
          <p:cNvPr id="20" name="checkpoint">
            <a:extLst xmlns:a="http://schemas.openxmlformats.org/drawingml/2006/main">
              <a:ext uri="{FF2B5EF4-FFF2-40B4-BE49-F238E27FC236}">
                <a16:creationId xmlns:a16="http://schemas.microsoft.com/office/drawing/2014/main" id="{2E1E4A23-3CA0-404D-ADB7-A6B4148D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실패 Post는 체크포인트하지 않아 다음 Poll에서 자동 재처리</a:t>
            </a:r>
          </a:p>
        </p:txBody>
      </p:sp>
    </p:spTree>
    <p:extLst>
      <p:ext uri="{BB962C8B-B14F-4D97-AF65-F5344CB8AC3E}">
        <p14:creationId xmlns:p14="http://schemas.microsoft.com/office/powerpoint/2010/main" val="203484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5">
            <a:extLst xmlns:a="http://schemas.openxmlformats.org/drawingml/2006/main">
              <a:ext uri="{FF2B5EF4-FFF2-40B4-BE49-F238E27FC236}">
                <a16:creationId xmlns:a16="http://schemas.microsoft.com/office/drawing/2014/main" id="{FEE7557C-4B70-4987-A975-556EDB37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배포 후 Chat과 Community가 모두 정상 서비스 중입니다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3FAAB18-F963-42DA-A850-FF5C51B3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gateway-box">
            <a:extLst xmlns:a="http://schemas.openxmlformats.org/drawingml/2006/main">
              <a:ext uri="{FF2B5EF4-FFF2-40B4-BE49-F238E27FC236}">
                <a16:creationId xmlns:a16="http://schemas.microsoft.com/office/drawing/2014/main" id="{72B9813C-0B32-46C2-A8E3-C0F43F55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4" name="gateway-rule">
            <a:extLst xmlns:a="http://schemas.openxmlformats.org/drawingml/2006/main">
              <a:ext uri="{FF2B5EF4-FFF2-40B4-BE49-F238E27FC236}">
                <a16:creationId xmlns:a16="http://schemas.microsoft.com/office/drawing/2014/main" id="{932EAED9-D9B2-4DE2-915B-5DCCF13C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5" name="gateway-value">
            <a:extLst xmlns:a="http://schemas.openxmlformats.org/drawingml/2006/main">
              <a:ext uri="{FF2B5EF4-FFF2-40B4-BE49-F238E27FC236}">
                <a16:creationId xmlns:a16="http://schemas.microsoft.com/office/drawing/2014/main" id="{1642AAF9-C0A4-4FB8-9A68-6E3B9A66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Healthy</a:t>
            </a:r>
          </a:p>
        </p:txBody>
      </p:sp>
      <p:sp>
        <p:nvSpPr>
          <p:cNvPr id="6" name="gateway-label">
            <a:extLst xmlns:a="http://schemas.openxmlformats.org/drawingml/2006/main">
              <a:ext uri="{FF2B5EF4-FFF2-40B4-BE49-F238E27FC236}">
                <a16:creationId xmlns:a16="http://schemas.microsoft.com/office/drawing/2014/main" id="{88F1F16E-5106-4E98-BC6D-792AFD3A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AI Gateway</a:t>
            </a:r>
          </a:p>
        </p:txBody>
      </p:sp>
      <p:sp>
        <p:nvSpPr>
          <p:cNvPr id="7" name="poller-box">
            <a:extLst xmlns:a="http://schemas.openxmlformats.org/drawingml/2006/main">
              <a:ext uri="{FF2B5EF4-FFF2-40B4-BE49-F238E27FC236}">
                <a16:creationId xmlns:a16="http://schemas.microsoft.com/office/drawing/2014/main" id="{EC13FC74-FAA2-41ED-8ABB-36CA6CF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0970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8" name="poller-rule">
            <a:extLst xmlns:a="http://schemas.openxmlformats.org/drawingml/2006/main">
              <a:ext uri="{FF2B5EF4-FFF2-40B4-BE49-F238E27FC236}">
                <a16:creationId xmlns:a16="http://schemas.microsoft.com/office/drawing/2014/main" id="{AC07741F-4A3D-4E54-9979-8AE07892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097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9" name="poller-value">
            <a:extLst xmlns:a="http://schemas.openxmlformats.org/drawingml/2006/main">
              <a:ext uri="{FF2B5EF4-FFF2-40B4-BE49-F238E27FC236}">
                <a16:creationId xmlns:a16="http://schemas.microsoft.com/office/drawing/2014/main" id="{D54F1CDE-03F1-4345-8B62-5647FC2F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Running</a:t>
            </a:r>
          </a:p>
        </p:txBody>
      </p:sp>
      <p:sp>
        <p:nvSpPr>
          <p:cNvPr id="10" name="poller-label">
            <a:extLst xmlns:a="http://schemas.openxmlformats.org/drawingml/2006/main">
              <a:ext uri="{FF2B5EF4-FFF2-40B4-BE49-F238E27FC236}">
                <a16:creationId xmlns:a16="http://schemas.microsoft.com/office/drawing/2014/main" id="{16658070-43CE-444F-BD3D-8510F03E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Community Poller</a:t>
            </a:r>
          </a:p>
        </p:txBody>
      </p:sp>
      <p:sp>
        <p:nvSpPr>
          <p:cNvPr id="11" name="http-box">
            <a:extLst xmlns:a="http://schemas.openxmlformats.org/drawingml/2006/main">
              <a:ext uri="{FF2B5EF4-FFF2-40B4-BE49-F238E27FC236}">
                <a16:creationId xmlns:a16="http://schemas.microsoft.com/office/drawing/2014/main" id="{4F6D55C9-ACEE-474C-B998-CFD36D38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970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2" name="http-rule">
            <a:extLst xmlns:a="http://schemas.openxmlformats.org/drawingml/2006/main">
              <a:ext uri="{FF2B5EF4-FFF2-40B4-BE49-F238E27FC236}">
                <a16:creationId xmlns:a16="http://schemas.microsoft.com/office/drawing/2014/main" id="{95BF0488-9FE7-4939-AEC0-DBD9FB9D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97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3" name="http-value">
            <a:extLst xmlns:a="http://schemas.openxmlformats.org/drawingml/2006/main">
              <a:ext uri="{FF2B5EF4-FFF2-40B4-BE49-F238E27FC236}">
                <a16:creationId xmlns:a16="http://schemas.microsoft.com/office/drawing/2014/main" id="{4890D19F-1951-4332-82B1-2333D4BE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200 × 3</a:t>
            </a:r>
          </a:p>
        </p:txBody>
      </p:sp>
      <p:sp>
        <p:nvSpPr>
          <p:cNvPr id="14" name="http-label">
            <a:extLst xmlns:a="http://schemas.openxmlformats.org/drawingml/2006/main">
              <a:ext uri="{FF2B5EF4-FFF2-40B4-BE49-F238E27FC236}">
                <a16:creationId xmlns:a16="http://schemas.microsoft.com/office/drawing/2014/main" id="{2441B546-5296-4604-B060-4B8A3A97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공개 Endpoint</a:t>
            </a:r>
          </a:p>
        </p:txBody>
      </p:sp>
      <p:sp>
        <p:nvSpPr>
          <p:cNvPr id="15" name="guard-box">
            <a:extLst xmlns:a="http://schemas.openxmlformats.org/drawingml/2006/main">
              <a:ext uri="{FF2B5EF4-FFF2-40B4-BE49-F238E27FC236}">
                <a16:creationId xmlns:a16="http://schemas.microsoft.com/office/drawing/2014/main" id="{B1301F12-1CF8-4D0E-8CAE-7B86BCA5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6" name="guard-rule">
            <a:extLst xmlns:a="http://schemas.openxmlformats.org/drawingml/2006/main">
              <a:ext uri="{FF2B5EF4-FFF2-40B4-BE49-F238E27FC236}">
                <a16:creationId xmlns:a16="http://schemas.microsoft.com/office/drawing/2014/main" id="{317EDF33-22DE-4CF6-A688-3C9D7D95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17" name="guard-value">
            <a:extLst xmlns:a="http://schemas.openxmlformats.org/drawingml/2006/main">
              <a:ext uri="{FF2B5EF4-FFF2-40B4-BE49-F238E27FC236}">
                <a16:creationId xmlns:a16="http://schemas.microsoft.com/office/drawing/2014/main" id="{FE3A8AC6-F0F6-4F54-9110-8B222A4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14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8" name="guard-label">
            <a:extLst xmlns:a="http://schemas.openxmlformats.org/drawingml/2006/main">
              <a:ext uri="{FF2B5EF4-FFF2-40B4-BE49-F238E27FC236}">
                <a16:creationId xmlns:a16="http://schemas.microsoft.com/office/drawing/2014/main" id="{4384DB86-1DEB-488D-B2EC-236CF94A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보호 서비스 변경</a:t>
            </a:r>
          </a:p>
        </p:txBody>
      </p:sp>
      <p:sp>
        <p:nvSpPr>
          <p:cNvPr id="19" name="check-0">
            <a:extLst xmlns:a="http://schemas.openxmlformats.org/drawingml/2006/main">
              <a:ext uri="{FF2B5EF4-FFF2-40B4-BE49-F238E27FC236}">
                <a16:creationId xmlns:a16="http://schemas.microsoft.com/office/drawing/2014/main" id="{109AFBAA-5AD0-48A6-AA71-A87C0CE9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1962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0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034F4F80-F358-427F-AE81-921E3D55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Community</a:t>
            </a:r>
          </a:p>
        </p:txBody>
      </p:sp>
      <p:sp>
        <p:nvSpPr>
          <p:cNvPr id="21" name="check-value-0">
            <a:extLst xmlns:a="http://schemas.openxmlformats.org/drawingml/2006/main">
              <a:ext uri="{FF2B5EF4-FFF2-40B4-BE49-F238E27FC236}">
                <a16:creationId xmlns:a16="http://schemas.microsoft.com/office/drawing/2014/main" id="{8C8871E1-67B8-4EE5-ADCC-DECFBF5E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HTTP 200</a:t>
            </a:r>
          </a:p>
        </p:txBody>
      </p:sp>
      <p:sp>
        <p:nvSpPr>
          <p:cNvPr id="22" name="check-1">
            <a:extLst xmlns:a="http://schemas.openxmlformats.org/drawingml/2006/main">
              <a:ext uri="{FF2B5EF4-FFF2-40B4-BE49-F238E27FC236}">
                <a16:creationId xmlns:a16="http://schemas.microsoft.com/office/drawing/2014/main" id="{85DBFF07-D642-462C-BE24-02210E4D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52850"/>
            <a:ext cx="1962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3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9E5D15CB-50E2-49F1-BAD5-BAB1B34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Chat</a:t>
            </a:r>
          </a:p>
        </p:txBody>
      </p:sp>
      <p:sp>
        <p:nvSpPr>
          <p:cNvPr id="24" name="check-value-1">
            <a:extLst xmlns:a="http://schemas.openxmlformats.org/drawingml/2006/main">
              <a:ext uri="{FF2B5EF4-FFF2-40B4-BE49-F238E27FC236}">
                <a16:creationId xmlns:a16="http://schemas.microsoft.com/office/drawing/2014/main" id="{9CC9413D-F93F-4A3E-B508-6637FBA6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HTTP 200</a:t>
            </a:r>
          </a:p>
        </p:txBody>
      </p:sp>
      <p:sp>
        <p:nvSpPr>
          <p:cNvPr id="25" name="check-2">
            <a:extLst xmlns:a="http://schemas.openxmlformats.org/drawingml/2006/main">
              <a:ext uri="{FF2B5EF4-FFF2-40B4-BE49-F238E27FC236}">
                <a16:creationId xmlns:a16="http://schemas.microsoft.com/office/drawing/2014/main" id="{F96885C9-AB24-4331-B76D-5EB98444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52850"/>
            <a:ext cx="1962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6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F4CB7280-ABA8-4F0F-BCAF-9BB428A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Activepieces</a:t>
            </a:r>
          </a:p>
        </p:txBody>
      </p:sp>
      <p:sp>
        <p:nvSpPr>
          <p:cNvPr id="27" name="check-value-2">
            <a:extLst xmlns:a="http://schemas.openxmlformats.org/drawingml/2006/main">
              <a:ext uri="{FF2B5EF4-FFF2-40B4-BE49-F238E27FC236}">
                <a16:creationId xmlns:a16="http://schemas.microsoft.com/office/drawing/2014/main" id="{495685CA-A4D1-4D69-98C8-4F9B2BF5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HTTP 200</a:t>
            </a:r>
          </a:p>
        </p:txBody>
      </p:sp>
      <p:sp>
        <p:nvSpPr>
          <p:cNvPr id="28" name="check-3">
            <a:extLst xmlns:a="http://schemas.openxmlformats.org/drawingml/2006/main">
              <a:ext uri="{FF2B5EF4-FFF2-40B4-BE49-F238E27FC236}">
                <a16:creationId xmlns:a16="http://schemas.microsoft.com/office/drawing/2014/main" id="{289C3B1D-DE95-44E2-A962-CFC9FE61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1962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9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9B97C18E-A3E7-4BD7-9896-C0EFC956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Poller</a:t>
            </a:r>
          </a:p>
        </p:txBody>
      </p:sp>
      <p:sp>
        <p:nvSpPr>
          <p:cNvPr id="30" name="check-value-3">
            <a:extLst xmlns:a="http://schemas.openxmlformats.org/drawingml/2006/main">
              <a:ext uri="{FF2B5EF4-FFF2-40B4-BE49-F238E27FC236}">
                <a16:creationId xmlns:a16="http://schemas.microsoft.com/office/drawing/2014/main" id="{EAE6AB55-66D3-4B6B-B2C5-68920D09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862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정상 67회</a:t>
            </a:r>
          </a:p>
        </p:txBody>
      </p:sp>
      <p:sp>
        <p:nvSpPr>
          <p:cNvPr id="31" name="check-4">
            <a:extLst xmlns:a="http://schemas.openxmlformats.org/drawingml/2006/main">
              <a:ext uri="{FF2B5EF4-FFF2-40B4-BE49-F238E27FC236}">
                <a16:creationId xmlns:a16="http://schemas.microsoft.com/office/drawing/2014/main" id="{8AB2F162-7DE0-46A0-800D-1A874F9A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52850"/>
            <a:ext cx="1962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32" name="check-title-4">
            <a:extLst xmlns:a="http://schemas.openxmlformats.org/drawingml/2006/main">
              <a:ext uri="{FF2B5EF4-FFF2-40B4-BE49-F238E27FC236}">
                <a16:creationId xmlns:a16="http://schemas.microsoft.com/office/drawing/2014/main" id="{F8128668-CC8B-4592-8AF3-C0D3A445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24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기동 실패</a:t>
            </a:r>
          </a:p>
        </p:txBody>
      </p:sp>
      <p:sp>
        <p:nvSpPr>
          <p:cNvPr id="33" name="check-value-4">
            <a:extLst xmlns:a="http://schemas.openxmlformats.org/drawingml/2006/main">
              <a:ext uri="{FF2B5EF4-FFF2-40B4-BE49-F238E27FC236}">
                <a16:creationId xmlns:a16="http://schemas.microsoft.com/office/drawing/2014/main" id="{8F7E9214-95B0-4189-993F-84943D56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862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1회 자동 복구</a:t>
            </a:r>
          </a:p>
        </p:txBody>
      </p:sp>
      <p:sp>
        <p:nvSpPr>
          <p:cNvPr id="34" name="backup">
            <a:extLst xmlns:a="http://schemas.openxmlformats.org/drawingml/2006/main">
              <a:ext uri="{FF2B5EF4-FFF2-40B4-BE49-F238E27FC236}">
                <a16:creationId xmlns:a16="http://schemas.microsoft.com/office/drawing/2014/main" id="{D036AF34-7665-438D-86E0-B912E22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Rollback backup · epic4-20260821T123826Z</a:t>
            </a:r>
          </a:p>
        </p:txBody>
      </p:sp>
    </p:spTree>
    <p:extLst>
      <p:ext uri="{BB962C8B-B14F-4D97-AF65-F5344CB8AC3E}">
        <p14:creationId xmlns:p14="http://schemas.microsoft.com/office/powerpoint/2010/main" val="1045898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6">
            <a:extLst xmlns:a="http://schemas.openxmlformats.org/drawingml/2006/main">
              <a:ext uri="{FF2B5EF4-FFF2-40B4-BE49-F238E27FC236}">
                <a16:creationId xmlns:a16="http://schemas.microsoft.com/office/drawing/2014/main" id="{2188D379-C5AF-4A0D-94B4-3A2636BA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Epic #5는 ABLESTACK Assist MVP 제품화입니다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B5249E2E-D72D-4552-B34B-255FC2C7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item-0">
            <a:extLst xmlns:a="http://schemas.openxmlformats.org/drawingml/2006/main">
              <a:ext uri="{FF2B5EF4-FFF2-40B4-BE49-F238E27FC236}">
                <a16:creationId xmlns:a16="http://schemas.microsoft.com/office/drawing/2014/main" id="{C09E0B61-2355-40D1-9954-7404ECBD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4" name="item-title-0">
            <a:extLst xmlns:a="http://schemas.openxmlformats.org/drawingml/2006/main">
              <a:ext uri="{FF2B5EF4-FFF2-40B4-BE49-F238E27FC236}">
                <a16:creationId xmlns:a16="http://schemas.microsoft.com/office/drawing/2014/main" id="{81B1FFB4-E463-4D2E-A0D7-DADF2FED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Tenant·RBAC</a:t>
            </a:r>
          </a:p>
        </p:txBody>
      </p:sp>
      <p:sp>
        <p:nvSpPr>
          <p:cNvPr id="5" name="item-copy-0">
            <a:extLst xmlns:a="http://schemas.openxmlformats.org/drawingml/2006/main">
              <a:ext uri="{FF2B5EF4-FFF2-40B4-BE49-F238E27FC236}">
                <a16:creationId xmlns:a16="http://schemas.microsoft.com/office/drawing/2014/main" id="{90441FFC-9F62-4868-AE7E-F9EAC78C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격리·보존·삭제</a:t>
            </a:r>
          </a:p>
        </p:txBody>
      </p:sp>
      <p:sp>
        <p:nvSpPr>
          <p:cNvPr id="6" name="item-1">
            <a:extLst xmlns:a="http://schemas.openxmlformats.org/drawingml/2006/main">
              <a:ext uri="{FF2B5EF4-FFF2-40B4-BE49-F238E27FC236}">
                <a16:creationId xmlns:a16="http://schemas.microsoft.com/office/drawing/2014/main" id="{DB754221-1EA8-4D1A-917B-4E0B2291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1445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7" name="item-title-1">
            <a:extLst xmlns:a="http://schemas.openxmlformats.org/drawingml/2006/main">
              <a:ext uri="{FF2B5EF4-FFF2-40B4-BE49-F238E27FC236}">
                <a16:creationId xmlns:a16="http://schemas.microsoft.com/office/drawing/2014/main" id="{5ED347AD-4434-4ED8-8053-D75FCED5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430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SSO·Identity</a:t>
            </a:r>
          </a:p>
        </p:txBody>
      </p:sp>
      <p:sp>
        <p:nvSpPr>
          <p:cNvPr id="8" name="item-copy-1">
            <a:extLst xmlns:a="http://schemas.openxmlformats.org/drawingml/2006/main">
              <a:ext uri="{FF2B5EF4-FFF2-40B4-BE49-F238E27FC236}">
                <a16:creationId xmlns:a16="http://schemas.microsoft.com/office/drawing/2014/main" id="{FA0B49A6-0E49-4D46-A5A2-F15CC510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288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세 채널 동일 권한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110E96E7-BD5C-4AA2-9D1D-761BEC0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1445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0" name="item-title-2">
            <a:extLst xmlns:a="http://schemas.openxmlformats.org/drawingml/2006/main">
              <a:ext uri="{FF2B5EF4-FFF2-40B4-BE49-F238E27FC236}">
                <a16:creationId xmlns:a16="http://schemas.microsoft.com/office/drawing/2014/main" id="{0384B77A-7CB6-4DA7-8595-18DC3C1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430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Release 지식</a:t>
            </a:r>
          </a:p>
        </p:txBody>
      </p:sp>
      <p:sp>
        <p:nvSpPr>
          <p:cNvPr id="11" name="item-copy-2">
            <a:extLst xmlns:a="http://schemas.openxmlformats.org/drawingml/2006/main">
              <a:ext uri="{FF2B5EF4-FFF2-40B4-BE49-F238E27FC236}">
                <a16:creationId xmlns:a16="http://schemas.microsoft.com/office/drawing/2014/main" id="{D77A9CDC-DD38-4491-AA50-0AD6EF29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Diplo 현재·Europa Preview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64DBBAC1-0901-4ED4-AC3A-1A225DC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3" name="item-title-3">
            <a:extLst xmlns:a="http://schemas.openxmlformats.org/drawingml/2006/main">
              <a:ext uri="{FF2B5EF4-FFF2-40B4-BE49-F238E27FC236}">
                <a16:creationId xmlns:a16="http://schemas.microsoft.com/office/drawing/2014/main" id="{0E3D2FC7-540F-482D-ACC4-57565E36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제품 UI Assist</a:t>
            </a:r>
          </a:p>
        </p:txBody>
      </p:sp>
      <p:sp>
        <p:nvSpPr>
          <p:cNvPr id="14" name="item-copy-3">
            <a:extLst xmlns:a="http://schemas.openxmlformats.org/drawingml/2006/main">
              <a:ext uri="{FF2B5EF4-FFF2-40B4-BE49-F238E27FC236}">
                <a16:creationId xmlns:a16="http://schemas.microsoft.com/office/drawing/2014/main" id="{647DE9BD-EDC8-46D1-84DE-671258AD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Case·Artifact·Conversation</a:t>
            </a:r>
          </a:p>
        </p:txBody>
      </p:sp>
      <p:sp>
        <p:nvSpPr>
          <p:cNvPr id="15" name="item-4">
            <a:extLst xmlns:a="http://schemas.openxmlformats.org/drawingml/2006/main">
              <a:ext uri="{FF2B5EF4-FFF2-40B4-BE49-F238E27FC236}">
                <a16:creationId xmlns:a16="http://schemas.microsoft.com/office/drawing/2014/main" id="{8478F24C-6250-4C2B-88FE-E950630A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6" name="item-title-4">
            <a:extLst xmlns:a="http://schemas.openxmlformats.org/drawingml/2006/main">
              <a:ext uri="{FF2B5EF4-FFF2-40B4-BE49-F238E27FC236}">
                <a16:creationId xmlns:a16="http://schemas.microsoft.com/office/drawing/2014/main" id="{0FEEEF20-179C-4FAC-B517-CA3A1F9B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HA·SLO·보안</a:t>
            </a:r>
          </a:p>
        </p:txBody>
      </p:sp>
      <p:sp>
        <p:nvSpPr>
          <p:cNvPr id="17" name="item-copy-4">
            <a:extLst xmlns:a="http://schemas.openxmlformats.org/drawingml/2006/main">
              <a:ext uri="{FF2B5EF4-FFF2-40B4-BE49-F238E27FC236}">
                <a16:creationId xmlns:a16="http://schemas.microsoft.com/office/drawing/2014/main" id="{E72C0334-E0D0-46B0-BE13-5EB37FFA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861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99.9%·복구 훈련</a:t>
            </a:r>
          </a:p>
        </p:txBody>
      </p:sp>
      <p:sp>
        <p:nvSpPr>
          <p:cNvPr id="18" name="item-5">
            <a:extLst xmlns:a="http://schemas.openxmlformats.org/drawingml/2006/main">
              <a:ext uri="{FF2B5EF4-FFF2-40B4-BE49-F238E27FC236}">
                <a16:creationId xmlns:a16="http://schemas.microsoft.com/office/drawing/2014/main" id="{B9D78299-1B20-48CB-86C9-6E8631D2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180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9" name="item-title-5">
            <a:extLst xmlns:a="http://schemas.openxmlformats.org/drawingml/2006/main">
              <a:ext uri="{FF2B5EF4-FFF2-40B4-BE49-F238E27FC236}">
                <a16:creationId xmlns:a16="http://schemas.microsoft.com/office/drawing/2014/main" id="{1B95C249-972C-42DB-A8B1-FBC262E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Pilot·Beta</a:t>
            </a:r>
          </a:p>
        </p:txBody>
      </p:sp>
      <p:sp>
        <p:nvSpPr>
          <p:cNvPr id="20" name="item-copy-5">
            <a:extLst xmlns:a="http://schemas.openxmlformats.org/drawingml/2006/main">
              <a:ext uri="{FF2B5EF4-FFF2-40B4-BE49-F238E27FC236}">
                <a16:creationId xmlns:a16="http://schemas.microsoft.com/office/drawing/2014/main" id="{67792C7D-8639-4DA7-8C42-33E8309C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861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90% 답변·95% 보류</a:t>
            </a:r>
          </a:p>
        </p:txBody>
      </p:sp>
      <p:sp>
        <p:nvSpPr>
          <p:cNvPr id="21" name="next">
            <a:extLst xmlns:a="http://schemas.openxmlformats.org/drawingml/2006/main">
              <a:ext uri="{FF2B5EF4-FFF2-40B4-BE49-F238E27FC236}">
                <a16:creationId xmlns:a16="http://schemas.microsoft.com/office/drawing/2014/main" id="{017FB8FF-3663-4995-9C66-15E40DE9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9067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22" name="next-text">
            <a:extLst xmlns:a="http://schemas.openxmlformats.org/drawingml/2006/main">
              <a:ext uri="{FF2B5EF4-FFF2-40B4-BE49-F238E27FC236}">
                <a16:creationId xmlns:a16="http://schemas.microsoft.com/office/drawing/2014/main" id="{258C7170-6526-443E-9522-5810928A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81625"/>
            <a:ext cx="849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첫 작업 · Tenant·RBAC 경계 + 제품 UX 계약 Architecture Baseline</a:t>
            </a:r>
          </a:p>
        </p:txBody>
      </p:sp>
    </p:spTree>
    <p:extLst>
      <p:ext uri="{BB962C8B-B14F-4D97-AF65-F5344CB8AC3E}">
        <p14:creationId xmlns:p14="http://schemas.microsoft.com/office/powerpoint/2010/main" val="1568925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2026-08-21T12:56:40.4530000Z</dcterms:created>
  <dcterms:modified xsi:type="dcterms:W3CDTF">2026-08-21T12:56:40.4530000Z</dcterms:modified>
</coreProperties>
</file>