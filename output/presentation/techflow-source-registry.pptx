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036359a48440ea" /><Relationship Type="http://schemas.openxmlformats.org/officeDocument/2006/relationships/extended-properties" Target="/docProps/app.xml" Id="Rcd3feece847d4a1d" /><Relationship Type="http://schemas.openxmlformats.org/officeDocument/2006/relationships/officeDocument" Target="/ppt/presentation.xml" Id="R55c9fce7d0e143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96aea2228b4ca9"/>
  </p:sldMasterIdLst>
  <p:notesMasterIdLst>
    <p:notesMasterId xmlns:r="http://schemas.openxmlformats.org/officeDocument/2006/relationships" r:id="R15bde44744e246ec"/>
  </p:notesMasterIdLst>
  <p:sldIdLst>
    <p:sldId xmlns:r="http://schemas.openxmlformats.org/officeDocument/2006/relationships" id="256" r:id="Rb2e7ec809e3c41e1"/>
    <p:sldId xmlns:r="http://schemas.openxmlformats.org/officeDocument/2006/relationships" id="257" r:id="Rdbc9f5fc7e3a4be1"/>
    <p:sldId xmlns:r="http://schemas.openxmlformats.org/officeDocument/2006/relationships" id="258" r:id="R9151a8a632f34516"/>
    <p:sldId xmlns:r="http://schemas.openxmlformats.org/officeDocument/2006/relationships" id="259" r:id="R4439098abee14a5e"/>
    <p:sldId xmlns:r="http://schemas.openxmlformats.org/officeDocument/2006/relationships" id="260" r:id="Rc4e39ee301d748f8"/>
    <p:sldId xmlns:r="http://schemas.openxmlformats.org/officeDocument/2006/relationships" id="261" r:id="R1423bb1148b94dcc"/>
    <p:sldId xmlns:r="http://schemas.openxmlformats.org/officeDocument/2006/relationships" id="262" r:id="R50335df91263466e"/>
    <p:sldId xmlns:r="http://schemas.openxmlformats.org/officeDocument/2006/relationships" id="263" r:id="R57a1cd71c80c45e2"/>
    <p:sldId xmlns:r="http://schemas.openxmlformats.org/officeDocument/2006/relationships" id="264" r:id="R9115715dc7e846ca"/>
    <p:sldId xmlns:r="http://schemas.openxmlformats.org/officeDocument/2006/relationships" id="265" r:id="Rc37b8cebb5584f8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9d43e2c836412e" /><Relationship Type="http://schemas.openxmlformats.org/officeDocument/2006/relationships/slideMaster" Target="/ppt/slideMasters/slideMaster1.xml" Id="R8f96aea2228b4ca9" /><Relationship Type="http://schemas.openxmlformats.org/officeDocument/2006/relationships/notesMaster" Target="/ppt/notesMasters/notesMaster1.xml" Id="R15bde44744e246ec" /><Relationship Type="http://schemas.openxmlformats.org/officeDocument/2006/relationships/presProps" Target="/ppt/presProps.xml" Id="R68af940af412454d" /><Relationship Type="http://schemas.openxmlformats.org/officeDocument/2006/relationships/tableStyles" Target="/ppt/tableStyles.xml" Id="R31ba860c17984fa0" /><Relationship Type="http://schemas.openxmlformats.org/officeDocument/2006/relationships/slide" Target="/ppt/slides/slide1.xml" Id="Rb2e7ec809e3c41e1" /><Relationship Type="http://schemas.openxmlformats.org/officeDocument/2006/relationships/slide" Target="/ppt/slides/slide2.xml" Id="Rdbc9f5fc7e3a4be1" /><Relationship Type="http://schemas.openxmlformats.org/officeDocument/2006/relationships/slide" Target="/ppt/slides/slide3.xml" Id="R9151a8a632f34516" /><Relationship Type="http://schemas.openxmlformats.org/officeDocument/2006/relationships/slide" Target="/ppt/slides/slide4.xml" Id="R4439098abee14a5e" /><Relationship Type="http://schemas.openxmlformats.org/officeDocument/2006/relationships/slide" Target="/ppt/slides/slide5.xml" Id="Rc4e39ee301d748f8" /><Relationship Type="http://schemas.openxmlformats.org/officeDocument/2006/relationships/slide" Target="/ppt/slides/slide6.xml" Id="R1423bb1148b94dcc" /><Relationship Type="http://schemas.openxmlformats.org/officeDocument/2006/relationships/slide" Target="/ppt/slides/slide7.xml" Id="R50335df91263466e" /><Relationship Type="http://schemas.openxmlformats.org/officeDocument/2006/relationships/slide" Target="/ppt/slides/slide8.xml" Id="R57a1cd71c80c45e2" /><Relationship Type="http://schemas.openxmlformats.org/officeDocument/2006/relationships/slide" Target="/ppt/slides/slide9.xml" Id="R9115715dc7e846ca" /><Relationship Type="http://schemas.openxmlformats.org/officeDocument/2006/relationships/slide" Target="/ppt/slides/slide10.xml" Id="Rc37b8cebb5584f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bcdf7a1a5545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ce726b7bad4434" /><Relationship Type="http://schemas.openxmlformats.org/officeDocument/2006/relationships/notesMaster" Target="/ppt/notesMasters/notesMaster1.xml" Id="R182fb920ae42429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e521d8bcc3440d" /><Relationship Type="http://schemas.openxmlformats.org/officeDocument/2006/relationships/notesMaster" Target="/ppt/notesMasters/notesMaster1.xml" Id="Rab4a8566d8c24d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39ccbfd93324c64" /><Relationship Type="http://schemas.openxmlformats.org/officeDocument/2006/relationships/notesMaster" Target="/ppt/notesMasters/notesMaster1.xml" Id="R885c3d820e5f45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07603845109452f" /><Relationship Type="http://schemas.openxmlformats.org/officeDocument/2006/relationships/notesMaster" Target="/ppt/notesMasters/notesMaster1.xml" Id="R31eee47b147e42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6a1f8849ed4730" /><Relationship Type="http://schemas.openxmlformats.org/officeDocument/2006/relationships/notesMaster" Target="/ppt/notesMasters/notesMaster1.xml" Id="Rd8e2a7f2ac9049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1ddba751df442d" /><Relationship Type="http://schemas.openxmlformats.org/officeDocument/2006/relationships/notesMaster" Target="/ppt/notesMasters/notesMaster1.xml" Id="Rce2d3c94e6b74f9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dfab073fcf04167" /><Relationship Type="http://schemas.openxmlformats.org/officeDocument/2006/relationships/notesMaster" Target="/ppt/notesMasters/notesMaster1.xml" Id="R9d64c1a80b2044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89a60669c94596" /><Relationship Type="http://schemas.openxmlformats.org/officeDocument/2006/relationships/notesMaster" Target="/ppt/notesMasters/notesMaster1.xml" Id="R524c7321235a4b2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18c6b61b9234d64" /><Relationship Type="http://schemas.openxmlformats.org/officeDocument/2006/relationships/notesMaster" Target="/ppt/notesMasters/notesMaster1.xml" Id="Rcfbf0633f023446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293847d2f8e4bde" /><Relationship Type="http://schemas.openxmlformats.org/officeDocument/2006/relationships/notesMaster" Target="/ppt/notesMasters/notesMaster1.xml" Id="R367b3e0686e5410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b80f8870e24b8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e877b3073b449a" /><Relationship Type="http://schemas.openxmlformats.org/officeDocument/2006/relationships/slideLayout" Target="/ppt/slideLayouts/slideLayout1.xml" Id="R37ef9c6331e945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ef9c6331e945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158eaf75544106" /><Relationship Type="http://schemas.openxmlformats.org/officeDocument/2006/relationships/notesSlide" Target="/ppt/notesSlides/notesSlide1.xml" Id="R78890ef776904c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734b565f6f4fbd" /><Relationship Type="http://schemas.openxmlformats.org/officeDocument/2006/relationships/notesSlide" Target="/ppt/notesSlides/notesSlide2.xml" Id="Rc05e1b370c0844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7b70aae0324a78" /><Relationship Type="http://schemas.openxmlformats.org/officeDocument/2006/relationships/notesSlide" Target="/ppt/notesSlides/notesSlide3.xml" Id="Rec167163048b4f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89784963214044" /><Relationship Type="http://schemas.openxmlformats.org/officeDocument/2006/relationships/notesSlide" Target="/ppt/notesSlides/notesSlide4.xml" Id="R7d7517bbe78c40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f8177668a940a5" /><Relationship Type="http://schemas.openxmlformats.org/officeDocument/2006/relationships/notesSlide" Target="/ppt/notesSlides/notesSlide5.xml" Id="R3b473994b72a48d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5a04f44bed4765" /><Relationship Type="http://schemas.openxmlformats.org/officeDocument/2006/relationships/notesSlide" Target="/ppt/notesSlides/notesSlide6.xml" Id="R0d2396f88fdb44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d06a5709c642d5" /><Relationship Type="http://schemas.openxmlformats.org/officeDocument/2006/relationships/notesSlide" Target="/ppt/notesSlides/notesSlide7.xml" Id="R5e8fa6c1d70f41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3f6bfe2cfb4342" /><Relationship Type="http://schemas.openxmlformats.org/officeDocument/2006/relationships/notesSlide" Target="/ppt/notesSlides/notesSlide8.xml" Id="Rfab7f54eeb4d4bc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3568ecbb56464c" /><Relationship Type="http://schemas.openxmlformats.org/officeDocument/2006/relationships/notesSlide" Target="/ppt/notesSlides/notesSlide9.xml" Id="Rdd125b3add2a402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e4cf625e754be2" /><Relationship Type="http://schemas.openxmlformats.org/officeDocument/2006/relationships/notesSlide" Target="/ppt/notesSlides/notesSlide10.xml" Id="R2911679ed93d4e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E40EF7-B7FE-4D64-B6DB-6F537D55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ABLESTACK TECHFLOW · ISSUE #42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E68D9E-AA91-4986-A9B5-0C4424FC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102870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Source Registry·영속 미러·검역</a:t>
            </a:r>
          </a:p>
          <a:p xmlns:a="http://schemas.openxmlformats.org/drawingml/2006/main">
            <a:pPr algn="l">
              <a:defRPr sz="4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보완 구현 완료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7BC500-7D6B-45D0-B9B6-4CABBCA5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19 API · 19 Table · 7 Persistent Mirrors · 9 Source Profiles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87BF33-3F85-4928-9EBA-3B07922C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102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Root 1,005 GiB · 실제 승인 0건 · OpenAI 호출 0건 · 2026-08-05</a:t>
            </a:r>
          </a:p>
        </p:txBody>
      </p:sp>
    </p:spTree>
    <p:extLst>
      <p:ext uri="{BB962C8B-B14F-4D97-AF65-F5344CB8AC3E}">
        <p14:creationId xmlns:p14="http://schemas.microsoft.com/office/powerpoint/2010/main" val="8898906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6EC6A0-C280-46DF-89A2-635B6113F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질의는 GitHub가 아닌 서버 로컬 자료를 사용합니다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EB88A3-73A4-45FC-9A53-2FC18797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055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6B8738-2A0F-4F48-B048-DC4955BD5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04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발견 단계만 온라인이며 검역·향후 검색은 로컬 자산을 사용합니다.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DC8362-BC64-4B67-8B03-2DF527A7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3562350" cy="2990850"/>
          </a:xfrm>
          <a:prstGeom xmlns:a="http://schemas.openxmlformats.org/drawingml/2006/main" prst="roundRect">
            <a:avLst>
              <a:gd name="adj" fmla="val 3822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F287E2-7D3E-4B0E-A3F8-8CD29812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952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54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184861-C1D0-494C-92EF-6A52FEE6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PERSISTENT MIRRORS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17336A-F552-49F3-ACD3-148CF35F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Repository별 Bare Mirror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34521-FDE0-4C5A-92D9-5FE790639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81300"/>
            <a:ext cx="3562350" cy="2990850"/>
          </a:xfrm>
          <a:prstGeom xmlns:a="http://schemas.openxmlformats.org/drawingml/2006/main" prst="roundRect">
            <a:avLst>
              <a:gd name="adj" fmla="val 3822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CD460F-B5C3-4B5E-9469-620B8161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143250"/>
            <a:ext cx="2952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54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6h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E09EAA-A1B8-4FE2-91DC-CB999525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4005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RECONCILIATION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5F9D97-7034-42BC-9FEF-6354A1FD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93395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24시간 초과 시 STALE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BEE577-FD1A-4B00-A6E2-B7EDC49A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562350" cy="2990850"/>
          </a:xfrm>
          <a:prstGeom xmlns:a="http://schemas.openxmlformats.org/drawingml/2006/main" prst="roundRect">
            <a:avLst>
              <a:gd name="adj" fmla="val 3822"/>
            </a:avLst>
          </a:prstGeom>
          <a:solidFill xmlns:a="http://schemas.openxmlformats.org/drawingml/2006/main">
            <a:srgbClr val="DD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CDA896-BC1C-4B34-8E09-2A8B25DD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143250"/>
            <a:ext cx="2952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540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0E29E9-69B6-4C4D-9FE6-CE31A7BB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4005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ONLINE QUERY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4A3104-FABE-4C88-B51E-951C121C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3395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고정 Commit·승인 Index 사용</a:t>
            </a:r>
          </a:p>
        </p:txBody>
      </p:sp>
    </p:spTree>
    <p:extLst>
      <p:ext uri="{BB962C8B-B14F-4D97-AF65-F5344CB8AC3E}">
        <p14:creationId xmlns:p14="http://schemas.microsoft.com/office/powerpoint/2010/main" val="12649444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8D46F6-E8E9-452A-9A37-769BFDD1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GitHub Fetch와 로컬 스캔을 명확히 분리했습니다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D6C455-3B90-4670-977E-6508F5A7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055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6F5787-7FE7-4876-AD23-ABCE99EEA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7ECA56-4429-40B9-829C-DE6523CC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90800"/>
            <a:ext cx="3562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9C045-149A-4EAE-8792-70553E89F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DISCOVERY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67E2F-E8EA-4104-84E7-437EB3AB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62350"/>
            <a:ext cx="33337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GitHub HTTPS</a:t>
            </a:r>
          </a:p>
          <a:p xmlns:a="http://schemas.openxmlformats.org/drawingml/2006/main">
            <a:pPr algn="l">
              <a:defRPr sz="180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허용 Branch만 증분 Fetch</a:t>
            </a:r>
          </a:p>
          <a:p xmlns:a="http://schemas.openxmlformats.org/drawingml/2006/main">
            <a:pPr algn="l">
              <a:defRPr sz="180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6시간 Reconciler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FE3CD7-BC5B-40F4-97FA-FCDA8640B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0002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C612D9-0FF2-44D0-85AD-C040F772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90800"/>
            <a:ext cx="3562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46B4CC-E43C-4F39-80D7-3C97DACFD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95275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PERSISTENT MIRROR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551936-4752-4196-92D8-EC8C599DA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562350"/>
            <a:ext cx="33337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7개 Bare Repository</a:t>
            </a:r>
          </a:p>
          <a:p xmlns:a="http://schemas.openxmlformats.org/drawingml/2006/main">
            <a:pPr algn="l">
              <a:defRPr sz="180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Profile별 Candidate Ref</a:t>
            </a:r>
          </a:p>
          <a:p xmlns:a="http://schemas.openxmlformats.org/drawingml/2006/main">
            <a:pPr algn="l">
              <a:defRPr sz="180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File Lock·fsck·gc --auto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BE237A-AD86-4C7F-AF34-BBD556544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002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44E2FD-9CFD-4D46-878E-BC393CDDB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90800"/>
            <a:ext cx="3562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9FB1AF-EA10-4CEE-9656-23EE2FFAE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LOCAL DATA PATH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B5F40C-70A5-47A0-A85B-86AF5464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62350"/>
            <a:ext cx="33337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ls-tree·cat-file Scan</a:t>
            </a:r>
          </a:p>
          <a:p xmlns:a="http://schemas.openxmlformats.org/drawingml/2006/main">
            <a:pPr algn="l">
              <a:defRPr sz="180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D0 Blob은 PostgreSQL</a:t>
            </a:r>
          </a:p>
          <a:p xmlns:a="http://schemas.openxmlformats.org/drawingml/2006/main">
            <a:pPr algn="l">
              <a:defRPr sz="180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#43 승인 Index 질의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15E341-7425-4CB6-9043-382DA0E9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rPr>
              <a:t>GitHub 장애 시 신규 Head만 지연되고 기존 Mirror·Blob·승인 Index는 유지됩니다.</a:t>
            </a:r>
          </a:p>
        </p:txBody>
      </p:sp>
    </p:spTree>
    <p:extLst>
      <p:ext uri="{BB962C8B-B14F-4D97-AF65-F5344CB8AC3E}">
        <p14:creationId xmlns:p14="http://schemas.microsoft.com/office/powerpoint/2010/main" val="866314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5D71B4-A6F1-4E06-832E-0DE89CF3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7개 저장소를 9개 독립 Profile로 고정했습니다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FE3F7A-025C-4F33-9D5F-B4A2E5B3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055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088374-7063-486B-A8BA-6D29E4E78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PROFILE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20A857-43DB-4B24-A682-5334572E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581150"/>
            <a:ext cx="3829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REPOSITORY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108E28-4AC8-4E80-95FE-39A0CD54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5811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BRANCH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F12B8C-FCB9-4B33-8709-D6ACF0F0C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14525"/>
            <a:ext cx="1139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B33F12-8217-4555-97C0-E8487062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526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SHARED_DOCS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5A1946-96E7-4C20-B5F0-A9A1E6D2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952625"/>
            <a:ext cx="3829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ablestack-docs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2F93A4-65AE-4CEE-B860-EC3969B9A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526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master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C21E4A-8EE5-4BBB-AB2D-5F3DBCFA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9077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CLOUD_MAIN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1526A1-144F-48DC-84B2-96C665F3C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390775"/>
            <a:ext cx="3829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ablestack-cloud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4309B6-DE71-4D9B-99BB-8CD29852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9077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main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3EB998-FBF8-4686-AAC3-92C32F11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90825"/>
            <a:ext cx="1139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4BEB26-7D79-4C88-9F19-87CA2824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289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CLOUD_DIPLO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3B33F2-CC76-4D70-B9B9-85E0D526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28925"/>
            <a:ext cx="3829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ablestack-cloud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63ACF0-47BB-4F33-9FC9-24781577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289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ablestack-diplo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D4AF4B-95F1-47D3-8558-CCBCFF52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6707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CLOUD_EUROPA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A48C3E-EDC9-4904-95D1-1ADD0363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267075"/>
            <a:ext cx="3829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ablestack-cloud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124BAF-425F-481E-BB38-C7878940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6707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ablestack-europa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BAEB79-C866-4EB5-9988-243FE1362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67125"/>
            <a:ext cx="1139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4733B4-9FCB-4823-9E62-F591254D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052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WALL_MAIN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6545BA-3116-401D-B12A-449B93AA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05225"/>
            <a:ext cx="3829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ablestack-wall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2E7A14-B317-478D-91D4-897CC0BA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052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main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C1B78C-55C3-4EC8-B7A2-C00C8940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4337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COCKPIT_DIPLO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9B43B2-4E27-4BC3-AAFE-AF31CA62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143375"/>
            <a:ext cx="3829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ablestack-cockpit-plugin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EFF566-B437-43F3-9D2B-35A9DF5D8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14337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ablestack-diplo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BCE721-23D3-4692-A0F7-9DDACE9E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43425"/>
            <a:ext cx="1139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84CBB9-9F7C-4AEE-88F3-83EF6043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815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GENIE_MASTER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1D33B1-037B-42E3-A905-C74B3062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581525"/>
            <a:ext cx="3829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ablestack-genie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449FC2-FB64-4802-9BAD-3EB54A38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5815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master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1789FF-F455-430F-9D72-4259E878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1967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KICKSTART_MASTER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B1B25A-BCD8-4299-AD90-AC4075E5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5019675"/>
            <a:ext cx="3829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ablestack-kickstart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1DADD6-D265-43D4-9D95-60DB91BC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01967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master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C4AE5A-599C-4B53-890F-6289B8A7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19725"/>
            <a:ext cx="1139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871F3F3-02EE-47F1-B6EB-EA659C9F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578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QEMU_EXEC_TOOLS_MAIN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6341C1F-5ACA-4634-8BFD-1D12EA24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5457825"/>
            <a:ext cx="3829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ablestack-qemu-exec-tools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EF5B9B8-984B-4402-B8E0-7DFFF6DE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4578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main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0086E2-CD11-4F56-9E14-4C37771E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952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Cloud 3개 Profile은 한 Mirror 안에서 Branch·Candidate Ref를 분리합니다.</a:t>
            </a:r>
          </a:p>
        </p:txBody>
      </p:sp>
    </p:spTree>
    <p:extLst>
      <p:ext uri="{BB962C8B-B14F-4D97-AF65-F5344CB8AC3E}">
        <p14:creationId xmlns:p14="http://schemas.microsoft.com/office/powerpoint/2010/main" val="8398814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56A8CA-7A31-4108-89C1-65C1B24F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6시간 동기화와 24시간 Stale 판정을 실제 운영합니다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929E33-318B-4F3B-9B6F-91126A7F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055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CF7CC9-7462-4767-9322-BBD8832E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0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13DDA9-55A8-4516-B2EC-77630DFF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10101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502403-3CD9-44B2-840A-30D36146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START / 6h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183C54-60CD-4162-809D-3F35352F1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9개 Profile</a:t>
            </a:r>
          </a:p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발견 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E920E6-2FC1-4660-BED9-777E0FEC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24802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10101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11B274-D4AD-4A3E-A03E-F13E3C57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955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FETCH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ED23F6-2B87-4F98-BF75-D4EFDDAB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9095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Branch → Mirror</a:t>
            </a:r>
          </a:p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보호 Ref 생성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C4ADF4-2CAF-4BC3-8903-56F4B494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4802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10101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1D1DB0-0503-4E0C-8ED5-95421A50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955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SCAN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2933BB-D82C-49B9-B2C9-950BB9DD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9095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로컬 Commit</a:t>
            </a:r>
          </a:p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네트워크 없음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9D6611-EA0D-4AB9-ABB7-0348D3637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24802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0101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0E39CA-0685-45DE-A492-6C177C59C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4955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STATE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44657E-C732-4141-81C2-75A89D9D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79095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성공 HEALTHY</a:t>
            </a:r>
          </a:p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24h 초과 STALE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53C6EA-AB67-49BD-8F04-4C2CED85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실패 → DEGRADED · 기존 데이터 유지  |  Push 즉시 갱신 → #45에서 Activepieces와 연결</a:t>
            </a:r>
          </a:p>
        </p:txBody>
      </p:sp>
    </p:spTree>
    <p:extLst>
      <p:ext uri="{BB962C8B-B14F-4D97-AF65-F5344CB8AC3E}">
        <p14:creationId xmlns:p14="http://schemas.microsoft.com/office/powerpoint/2010/main" val="14779232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73C629-A11E-48C2-8666-8D2BCB7E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새 Commit은 기존 승인을 상속하지 않고 전체 성공 후에만 활성화됩니다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C2CF06-E249-46DD-82C8-7B8D66E1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055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58F2B8-8AF9-436E-B9AA-F06E3B2B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0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90F0BC-6795-4F0E-AA65-C7C805B7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9565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10101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C084F-7DAF-49F3-8D5A-1ADF350A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REGISTERED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D529D2-4A3D-4DFB-BD99-C29071504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29050"/>
            <a:ext cx="180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Head 발견</a:t>
            </a:r>
          </a:p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Commit 고정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8FF337-7B80-4BC1-B9E0-725FBE4B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9565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10101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91DC1B-87A8-4161-A823-E7ECD7F2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717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QUARANTINED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1D79B3-6A3A-4C6D-8AB6-ACA36304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829050"/>
            <a:ext cx="180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로컬 검역</a:t>
            </a:r>
          </a:p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원문 실행 금지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EA5DAD-947B-4032-90C3-8ADE286B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29565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10101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2273C9-3CB3-4A78-8069-81ED7A2F9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5717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APPROVED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BAC19E-6115-4252-8E17-849E0C10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829050"/>
            <a:ext cx="180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dhslove</a:t>
            </a:r>
          </a:p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Commit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488505-D738-4749-9AB6-5E395452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29565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0101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945548-E16B-4F71-92A1-B265C17E0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717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INDEXING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A5455-A643-41FF-AAAC-70BC9B0F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829050"/>
            <a:ext cx="180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#43 Job</a:t>
            </a:r>
          </a:p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부분 성공 금지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21E765-073C-497F-8A0C-35466FE9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29565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0101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973EA2-09A2-4554-909C-50B2BC8C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5717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ACTIVE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74F5AF-F8EE-4519-99BB-D1E450C1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829050"/>
            <a:ext cx="180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원자 전환</a:t>
            </a:r>
          </a:p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이전 버전 철회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CB6B25-FDCB-42AB-9A2A-AA412451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실패 → APPROVED 복귀  |  File 수 불일치 → ACTIVE 거부  |  실제 승인·활성 0건</a:t>
            </a:r>
          </a:p>
        </p:txBody>
      </p:sp>
    </p:spTree>
    <p:extLst>
      <p:ext uri="{BB962C8B-B14F-4D97-AF65-F5344CB8AC3E}">
        <p14:creationId xmlns:p14="http://schemas.microsoft.com/office/powerpoint/2010/main" val="17788423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37B3F1-A99F-40B8-89BC-87F69667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Fetcher는 소스를 보존하지만 어떤 코드도 실행하지 않습니다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61846C-C006-4D28-BCEA-8AAE9D9E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055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4A387D-4833-4457-9485-FE718299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35623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5AC724-7620-488B-B1E2-5AE703B69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431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MIRROR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C14D54-80FA-4481-8651-5D22CB233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3048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Bare Repository</a:t>
            </a:r>
          </a:p>
          <a:p xmlns:a="http://schemas.openxmlformats.org/drawingml/2006/main">
            <a:pPr algn="l">
              <a:def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Candidate Ref 보호</a:t>
            </a:r>
          </a:p>
          <a:p xmlns:a="http://schemas.openxmlformats.org/drawingml/2006/main">
            <a:pPr algn="l">
              <a:def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Remote·Commit 검증</a:t>
            </a:r>
          </a:p>
          <a:p xmlns:a="http://schemas.openxmlformats.org/drawingml/2006/main">
            <a:pPr algn="l">
              <a:def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Repository File 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3AE5ED-C06C-4A26-8D1E-5AFE484D8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809750"/>
            <a:ext cx="35623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DAE61E-0961-4EBE-86CA-7DDF2003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1431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QUARANTINE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23D974-CE4E-49CC-874B-C41566B4F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876550"/>
            <a:ext cx="3048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D0 Allowlist</a:t>
            </a:r>
          </a:p>
          <a:p xmlns:a="http://schemas.openxmlformats.org/drawingml/2006/main">
            <a:pPr algn="l">
              <a:def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Binary·Encoding·1 MiB</a:t>
            </a:r>
          </a:p>
          <a:p xmlns:a="http://schemas.openxmlformats.org/drawingml/2006/main">
            <a:pPr algn="l">
              <a:def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Secret·PII·Injection</a:t>
            </a:r>
          </a:p>
          <a:p xmlns:a="http://schemas.openxmlformats.org/drawingml/2006/main">
            <a:pPr algn="l">
              <a:def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제외 원문 미저장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5B8A53-78B9-45BB-A72B-BDCD790D9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09750"/>
            <a:ext cx="35623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7AC612-56A7-433C-BA0C-127494B9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431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RUNTIME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C1FC59-8070-43DF-8C68-FFD34838A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3048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Named Volume 영속</a:t>
            </a:r>
          </a:p>
          <a:p xmlns:a="http://schemas.openxmlformats.org/drawingml/2006/main">
            <a:pPr algn="l">
              <a:def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UID 10001 · Read-only Root</a:t>
            </a:r>
          </a:p>
          <a:p xmlns:a="http://schemas.openxmlformats.org/drawingml/2006/main">
            <a:pPr algn="l">
              <a:def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Capability ALL Drop</a:t>
            </a:r>
          </a:p>
          <a:p xmlns:a="http://schemas.openxmlformats.org/drawingml/2006/main">
            <a:pPr algn="l">
              <a:def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Checkout·Hook·Build 금지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7A6BE6-5D40-48DD-A0E1-3734C47BA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rPr>
              <a:t>File API는 Content를 반환하지 않고 Path·Hash·Decision·Rule만 제공합니다.</a:t>
            </a:r>
          </a:p>
        </p:txBody>
      </p:sp>
    </p:spTree>
    <p:extLst>
      <p:ext uri="{BB962C8B-B14F-4D97-AF65-F5344CB8AC3E}">
        <p14:creationId xmlns:p14="http://schemas.microsoft.com/office/powerpoint/2010/main" val="15673041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4CBD22-42C8-40D3-8B1A-B23B36A1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영속성·오프라인·차단 동작을 시험 서버에서 함께 검증했습니다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542B7C-A297-4A81-B299-20DE1291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055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A5967F-D21D-4609-9657-72E8196DB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Gateway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4C7DF1-6A41-4ABC-A07E-28F5C938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266825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254EB3-C433-400A-AA3C-A322E1E3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33350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0.2.1 · Healthy · Image 36ee3c…b1b1c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A15243-5151-4C5D-8A22-EC9CD6FAC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7167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Database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F6FD02-821E-4DC2-B690-6358ADB7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05000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858095-5930-4FFE-81F4-E125762DD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971675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19 Table · 9 Profile · 7 Mirror State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92D5DA-36EB-4208-A316-BB655CB32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Reconciler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359745-B05E-4E2D-BC0D-EC193FB1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43175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58E777-3A14-4B30-9A84-1D522F74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098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9 / 9 성공 · 21,600초 · 7 HEALTHY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888397-54EC-4143-8809-81BA7BFC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4802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Persistence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83F649-438B-4FFC-BD0D-2E310171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181350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FD18C1-CBB9-45C0-AA2F-3AB133B34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248025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7 Mirror · 906 MiB · Gateway 재시작 후 유지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17A3DA-611E-4923-84AB-3390C31A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862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Offline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BAF02E-FA9C-40F4-9590-EF0634E2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819525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0F2264-D380-4CC3-A5C0-861C2FC4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8620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network none · GENIE 34 / 34 Eligible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A06691-442C-45CA-8E69-9FBC2516A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2437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Fail closed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CFB8BC-4540-42F4-B270-4EA8FC1F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457700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2E1309-F3BA-40C0-BDD1-333ACF37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524375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미승인 Ingestion HTTP 409 · Query ABSTAINED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963BFE-7D02-43F9-AC6F-A60D76B3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62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Isolation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25AC0C-0497-478C-9E2C-93ABE99E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095875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5465B4-AF2E-429A-9362-7DD95C29C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1625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기존 Activepieces 6 Container 모두 Healthy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667A9B-99CD-4997-843F-4310A268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626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실제 Source 승인·활성화·OpenAI Provider Call은 모두 0건입니다.</a:t>
            </a:r>
          </a:p>
        </p:txBody>
      </p:sp>
    </p:spTree>
    <p:extLst>
      <p:ext uri="{BB962C8B-B14F-4D97-AF65-F5344CB8AC3E}">
        <p14:creationId xmlns:p14="http://schemas.microsoft.com/office/powerpoint/2010/main" val="18282098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1819CB-AD7B-498D-97AD-46D7ABA53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시험 서버 Root를 1TB까지 온라인 확장했습니다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6008A9-0DBD-4CCF-A1C3-CD811244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055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D26365-9FE2-4E30-91BB-A3322851A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35623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BD9187-39E6-481E-9FAE-CABBE2C52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33625"/>
            <a:ext cx="304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46.9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500DF7-30D1-4A6D-94D3-6E9D6D19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GiB BEFORE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8779D4-BB3F-43D3-A8DC-140661DC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338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sda3 · PV · Root LV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EA4CD5-FFAB-4BD8-A5BE-BE7B8869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952625"/>
            <a:ext cx="35623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72BBB2-4594-43E8-A3B7-8AD782D6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333625"/>
            <a:ext cx="304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1,020.9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09A77A-F812-42AA-8232-0CC050B2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2956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GiB AFTER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9C2622-177A-48A6-B9F4-BB9C98ED7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7338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sda3 · ubuntu-lv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1E557D-8874-4AF2-80AF-234D01FC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52625"/>
            <a:ext cx="35623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DD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A96C6C-8727-4D08-B9EC-0F212B9E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33625"/>
            <a:ext cx="304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950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E2FE46-5313-493F-9381-9EF70A6B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956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GiB AVAILABLE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162C9E-3C4E-4722-9E92-D545EE47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338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Root ext4 사용률 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D0E951-F2CC-44F9-8D73-1552B7F1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14900"/>
            <a:ext cx="113919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DC5CE5-A852-4957-9FCF-B0738DE2A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14900"/>
            <a:ext cx="2286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605ADD-4986-4871-821D-A4886B3B1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38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14 GiB used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CA1631-D71E-4E1C-B95A-2ED5A173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387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1,005 GiB ext4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9C8D94-ED95-44C0-B2F2-5EFAE76E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293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rPr>
              <a:t>Partition Table·VG Metadata 백업 후 growpart → pvresize → lvextend -r</a:t>
            </a:r>
          </a:p>
        </p:txBody>
      </p:sp>
    </p:spTree>
    <p:extLst>
      <p:ext uri="{BB962C8B-B14F-4D97-AF65-F5344CB8AC3E}">
        <p14:creationId xmlns:p14="http://schemas.microsoft.com/office/powerpoint/2010/main" val="5583268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D0F334-BA2F-4AFB-9ADA-EEEEAB4E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NEXT · ISSUE #43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A06CC4-F590-490B-844F-F7FF26CEB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106680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로컬 Source 기반이 준비됐습니다.</a:t>
            </a:r>
          </a:p>
          <a:p xmlns:a="http://schemas.openxmlformats.org/drawingml/2006/main">
            <a:pPr algn="l">
              <a:defRPr sz="4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이제 검색 품질을 구현합니다.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10868D-16EA-42C6-8130-230D4FAD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검토 1  ·  7개 Mirror·6시간 주기·24시간 Stale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D2C4B0-1BE8-46EC-977C-8ABA75B6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검토 2  ·  Root 1,005 GiB·가용 950 GiB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72678C-53C8-48F3-8C83-5F5B51356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17A4B"/>
                </a:solidFill>
                <a:latin typeface="Malgun Gothic"/>
                <a:ea typeface="Malgun Gothic"/>
                <a:cs typeface="Malgun Gothic"/>
              </a:rPr>
              <a:t>다음  ·  Parser·Chunk·Embeddings·Hybrid Retrieval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8EB549-E159-4134-AB20-2D601C818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912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Source 승인은 #43 Dry-run·원자 활성화 검증 뒤 별도로 수행</a:t>
            </a:r>
          </a:p>
        </p:txBody>
      </p:sp>
    </p:spTree>
    <p:extLst>
      <p:ext uri="{BB962C8B-B14F-4D97-AF65-F5344CB8AC3E}">
        <p14:creationId xmlns:p14="http://schemas.microsoft.com/office/powerpoint/2010/main" val="7446217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2026-08-05T03:53:38.2010000Z</dcterms:created>
  <dcterms:modified xsi:type="dcterms:W3CDTF">2026-08-05T03:53:38.2010000Z</dcterms:modified>
</coreProperties>
</file>