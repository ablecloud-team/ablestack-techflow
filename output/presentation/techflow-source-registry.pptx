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2b84c0695421d" /><Relationship Type="http://schemas.openxmlformats.org/officeDocument/2006/relationships/extended-properties" Target="/docProps/app.xml" Id="Rb3be3d136b8e47b1" /><Relationship Type="http://schemas.openxmlformats.org/officeDocument/2006/relationships/officeDocument" Target="/ppt/presentation.xml" Id="Rb547614d0443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83d97162d44e4"/>
  </p:sldMasterIdLst>
  <p:notesMasterIdLst>
    <p:notesMasterId xmlns:r="http://schemas.openxmlformats.org/officeDocument/2006/relationships" r:id="Rfb772b72f45d47fd"/>
  </p:notesMasterIdLst>
  <p:sldIdLst>
    <p:sldId xmlns:r="http://schemas.openxmlformats.org/officeDocument/2006/relationships" id="256" r:id="Ra517a8d6f57b4c56"/>
    <p:sldId xmlns:r="http://schemas.openxmlformats.org/officeDocument/2006/relationships" id="257" r:id="R40253ffac39f44e8"/>
    <p:sldId xmlns:r="http://schemas.openxmlformats.org/officeDocument/2006/relationships" id="258" r:id="R57110a25873642af"/>
    <p:sldId xmlns:r="http://schemas.openxmlformats.org/officeDocument/2006/relationships" id="259" r:id="R12ef4e1c5585476d"/>
    <p:sldId xmlns:r="http://schemas.openxmlformats.org/officeDocument/2006/relationships" id="260" r:id="Rcbde2c6ec6d54905"/>
    <p:sldId xmlns:r="http://schemas.openxmlformats.org/officeDocument/2006/relationships" id="261" r:id="R7b7fc06164394a67"/>
    <p:sldId xmlns:r="http://schemas.openxmlformats.org/officeDocument/2006/relationships" id="262" r:id="R7c92ceff178947a2"/>
    <p:sldId xmlns:r="http://schemas.openxmlformats.org/officeDocument/2006/relationships" id="263" r:id="R18d7f0a8e8cc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b9324197c47b8" /><Relationship Type="http://schemas.openxmlformats.org/officeDocument/2006/relationships/slideMaster" Target="/ppt/slideMasters/slideMaster1.xml" Id="R10383d97162d44e4" /><Relationship Type="http://schemas.openxmlformats.org/officeDocument/2006/relationships/notesMaster" Target="/ppt/notesMasters/notesMaster1.xml" Id="Rfb772b72f45d47fd" /><Relationship Type="http://schemas.openxmlformats.org/officeDocument/2006/relationships/presProps" Target="/ppt/presProps.xml" Id="R81df387882284fd2" /><Relationship Type="http://schemas.openxmlformats.org/officeDocument/2006/relationships/tableStyles" Target="/ppt/tableStyles.xml" Id="R1cbea0e6cd8e4a3b" /><Relationship Type="http://schemas.openxmlformats.org/officeDocument/2006/relationships/slide" Target="/ppt/slides/slide1.xml" Id="Ra517a8d6f57b4c56" /><Relationship Type="http://schemas.openxmlformats.org/officeDocument/2006/relationships/slide" Target="/ppt/slides/slide2.xml" Id="R40253ffac39f44e8" /><Relationship Type="http://schemas.openxmlformats.org/officeDocument/2006/relationships/slide" Target="/ppt/slides/slide3.xml" Id="R57110a25873642af" /><Relationship Type="http://schemas.openxmlformats.org/officeDocument/2006/relationships/slide" Target="/ppt/slides/slide4.xml" Id="R12ef4e1c5585476d" /><Relationship Type="http://schemas.openxmlformats.org/officeDocument/2006/relationships/slide" Target="/ppt/slides/slide5.xml" Id="Rcbde2c6ec6d54905" /><Relationship Type="http://schemas.openxmlformats.org/officeDocument/2006/relationships/slide" Target="/ppt/slides/slide6.xml" Id="R7b7fc06164394a67" /><Relationship Type="http://schemas.openxmlformats.org/officeDocument/2006/relationships/slide" Target="/ppt/slides/slide7.xml" Id="R7c92ceff178947a2" /><Relationship Type="http://schemas.openxmlformats.org/officeDocument/2006/relationships/slide" Target="/ppt/slides/slide8.xml" Id="R18d7f0a8e8cc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3ea4950db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c7eeb70d3c40b2" /><Relationship Type="http://schemas.openxmlformats.org/officeDocument/2006/relationships/notesMaster" Target="/ppt/notesMasters/notesMaster1.xml" Id="Rf833620837c642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f3653d0bd4436d" /><Relationship Type="http://schemas.openxmlformats.org/officeDocument/2006/relationships/notesMaster" Target="/ppt/notesMasters/notesMaster1.xml" Id="Rc37d22cd4307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f9d5f286ea48d5" /><Relationship Type="http://schemas.openxmlformats.org/officeDocument/2006/relationships/notesMaster" Target="/ppt/notesMasters/notesMaster1.xml" Id="Rf6919662b5c3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399972a804412" /><Relationship Type="http://schemas.openxmlformats.org/officeDocument/2006/relationships/notesMaster" Target="/ppt/notesMasters/notesMaster1.xml" Id="Re1d46e88f02242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79e02ae9064bff" /><Relationship Type="http://schemas.openxmlformats.org/officeDocument/2006/relationships/notesMaster" Target="/ppt/notesMasters/notesMaster1.xml" Id="R37cd9f6b1c7e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804cb3f0d42a4" /><Relationship Type="http://schemas.openxmlformats.org/officeDocument/2006/relationships/notesMaster" Target="/ppt/notesMasters/notesMaster1.xml" Id="Rbbaaf5fc522a40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782b528e74eb0" /><Relationship Type="http://schemas.openxmlformats.org/officeDocument/2006/relationships/notesMaster" Target="/ppt/notesMasters/notesMaster1.xml" Id="R546c4d6ca554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9b63b239024921" /><Relationship Type="http://schemas.openxmlformats.org/officeDocument/2006/relationships/notesMaster" Target="/ppt/notesMasters/notesMaster1.xml" Id="R90e35a26ef3e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4ce313fab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8d4887975458b" /><Relationship Type="http://schemas.openxmlformats.org/officeDocument/2006/relationships/slideLayout" Target="/ppt/slideLayouts/slideLayout1.xml" Id="R009225aab2f546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225aab2f546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319bb77e42de" /><Relationship Type="http://schemas.openxmlformats.org/officeDocument/2006/relationships/notesSlide" Target="/ppt/notesSlides/notesSlide1.xml" Id="R1ec71e6910fc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a519ffe3d437e" /><Relationship Type="http://schemas.openxmlformats.org/officeDocument/2006/relationships/notesSlide" Target="/ppt/notesSlides/notesSlide2.xml" Id="R607568c0d2644e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a703318c24414" /><Relationship Type="http://schemas.openxmlformats.org/officeDocument/2006/relationships/notesSlide" Target="/ppt/notesSlides/notesSlide3.xml" Id="R9663ce34376b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036a33024f46" /><Relationship Type="http://schemas.openxmlformats.org/officeDocument/2006/relationships/notesSlide" Target="/ppt/notesSlides/notesSlide4.xml" Id="R56d4623746fb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88a708e004412" /><Relationship Type="http://schemas.openxmlformats.org/officeDocument/2006/relationships/notesSlide" Target="/ppt/notesSlides/notesSlide5.xml" Id="R9de03dea3242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e31e547484aa9" /><Relationship Type="http://schemas.openxmlformats.org/officeDocument/2006/relationships/notesSlide" Target="/ppt/notesSlides/notesSlide6.xml" Id="R6da51b671dd248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9fc09c71948e8" /><Relationship Type="http://schemas.openxmlformats.org/officeDocument/2006/relationships/notesSlide" Target="/ppt/notesSlides/notesSlide7.xml" Id="Rf3c591bd0ace43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315dfc015454c" /><Relationship Type="http://schemas.openxmlformats.org/officeDocument/2006/relationships/notesSlide" Target="/ppt/notesSlides/notesSlide8.xml" Id="Rb2b71d8d35f54d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5CD3B-27AB-480F-B75F-F96FDF5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 TECHFLOW · ISSUE #42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68B7B-40ED-4A9E-84F6-476BF453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001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Registry·검역·승인</a:t>
            </a:r>
          </a:p>
          <a:p xmlns:a="http://schemas.openxmlformats.org/drawingml/2006/main">
            <a:pPr algn="l">
              <a:def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파이프라인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1022D-F349-4C16-A298-B9388A4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18 API · 18 Table · 9 Source Profile · Reviewer dhslove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D399F-93B0-4F31-ADE6-6EAF6D5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실제 승인 0건 · OpenAI 호출 0건 · 2026-08-05</a:t>
            </a:r>
          </a:p>
        </p:txBody>
      </p:sp>
    </p:spTree>
    <p:extLst>
      <p:ext uri="{BB962C8B-B14F-4D97-AF65-F5344CB8AC3E}">
        <p14:creationId xmlns:p14="http://schemas.microsoft.com/office/powerpoint/2010/main" val="73488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B6052-4D90-41BD-81AF-68EDE71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후보를 수집할 수 있지만 사람 승인 없이는 색인할 수 없습니다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9A304-A06E-4719-9D16-8613C46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31DD0-C8A3-4BC6-8E89-9A192E3F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#42는 실행 가능한 Source Gate를 구현하고 실제 Source 승인은 보류했습니다.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ECBEC-10CA-4BCD-99F3-A5FF0E9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A0806-B33A-42A4-B94D-27D32D6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9240-53A6-4681-B4FB-E3BE107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37DB4-87CE-4783-8C49-510AC1AF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7개 저장소·Cloud 3개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8D70E-11E2-42E8-8592-27E57B1C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A9363-0ABF-4DFE-9D3C-809E66F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94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952C6-BE3C-43ED-8601-113F573D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38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ELIGIBLE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30675-D4E4-475B-82FF-72955CC7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53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GENIE_MASTER Canary·제외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7F1C3-5A8C-499F-8A7D-89AC95E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168AD-C4AE-45C0-AD95-92EED20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0998C-385C-4D89-8F07-E1248D4B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APPROVED / 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163BF-1314-40F5-8944-1675FCD8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Provider Call도 0건</a:t>
            </a:r>
          </a:p>
        </p:txBody>
      </p:sp>
    </p:spTree>
    <p:extLst>
      <p:ext uri="{BB962C8B-B14F-4D97-AF65-F5344CB8AC3E}">
        <p14:creationId xmlns:p14="http://schemas.microsoft.com/office/powerpoint/2010/main" val="466780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C3016-3DAF-4525-B511-5CC6E3F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Activepieces는 흐름을, AI Gateway는 정책과 상태를 소유합니다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BC84C-969A-46B3-96FA-4D19F1C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D00B1-0975-4554-B0AB-3587A7B5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E100C-CBD2-4224-ABC4-95CA7489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86D9A-5125-4D2E-A4F5-97C1F517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ACTIVEPIECES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7384E-90EA-4D5F-9DE3-E48F607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Branch Head 감지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승인 요청·Job 호출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재시도·알림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2FB3-2119-4E94-A660-0C0149B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75ED8-FCFB-4C3F-B992-10B42728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670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7D8BE-5E93-4BCF-A815-CAFDD5F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AI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C375E-915F-4C71-99F2-8E2926B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385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불변 Registry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고정 Commit Fetch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검역·멱등성·Gate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0DC8D-9AC4-411C-84D3-EFB47DB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EEA67-9E3F-495A-9972-FD0C8F9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3562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23643-7CAB-48A4-A942-D98F3A53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54D93-5EF0-46CE-B2D3-116E416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Version·Blob·File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Finding·Approval·Job</a:t>
            </a:r>
          </a:p>
          <a:p xmlns:a="http://schemas.openxmlformats.org/drawingml/2006/main">
            <a:pPr algn="l">
              <a:def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18개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A80BA-63AA-4588-9CF4-0A71C8B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Parser·Chunk·Embeddings는 #43에서 이 Gate 뒤에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728655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A45491-D982-406C-ADAC-892CE956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7개 저장소를 9개 독립 Profile로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D80AB-8858-4594-A639-905F79B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13A5C-7082-4756-BFBA-54A5FFDD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7F4D4-44BE-464C-B8E1-2C62EC57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811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10B25-3369-4977-94D5-25394C2E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26366-0323-495E-B117-3C2F067D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DF5B3-E246-4DC2-BE3D-32741B5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SHARED_DOCS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BFCBE-165A-45A8-84BF-31C8836B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212FA-5696-4C7A-97A5-1456A69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9BAAD-6264-46AE-B807-18C29D5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12973-A943-402A-81CC-42C75F4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9077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3DBDC-BEAD-4D0A-998F-7A3039A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90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B4775-AFD2-4ACF-97D4-7A6258B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69169-75BF-403F-982A-BC25BDF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CLOUD_DIPLO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E146F-D71E-4A3C-BEC5-9296104A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289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A5652-2FFD-4807-9FA4-D1959C9C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ablestack-diplo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BCB60-0523-4BA6-9369-3C555FC7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CLOUD_EUROPA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BBB88-F871-405A-BB77-F60E102A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3BA87-D8F8-422B-963D-0BEBDFC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67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ablestack-europa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E429D-E896-4C53-8512-9070A7A4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545AB-846E-4A2D-BCC0-425A54C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WALL_MAIN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65416-767C-48AC-BFF0-AB126CB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052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C1F3B-9A8C-41E2-928F-1327F2B6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05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49794-B8B7-4138-99B1-51ED0180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COCKPIT_DIPLO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7557B-EC6A-4C9C-8373-4C5B51D6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4337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ablestack-cockpit-plugin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67BF3-A09F-413C-8FB3-7B91A44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43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ablestack-diplo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8A2A3-B594-4AD0-9439-4FE09FE8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70E1E-9B33-4AA8-AA8E-F106944D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81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GENIE_MASTER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A1F66-33A8-420D-8D23-56C214C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815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ablestack-genie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11F08-7E48-4070-9CD2-71D448E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81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09DE6-3599-4D9C-8C6F-668D8C3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9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KICKSTART_MASTER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2847A-EF89-4779-917B-E18DE05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967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ablestack-kickstart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F30BA7-0C1F-4610-9D71-3851659E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9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master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5C0070-7D6C-4A75-B782-BD49EE9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9725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F0DE8A-3C2E-4A65-8C20-C6EE36A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57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QEMU_EXEC_TOOLS_MAIN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9238E-1930-41B4-8A1E-80D1897B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578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ablestack-qemu-exec-tools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AEE58-9CCD-4B27-8433-A4D8125C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57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8C66B-4140-4DA3-9BBC-D26B0FD7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모든 Profile: D0 · 7일 삭제 SLA · 초기 Reviewer dhslove</a:t>
            </a:r>
          </a:p>
        </p:txBody>
      </p:sp>
    </p:spTree>
    <p:extLst>
      <p:ext uri="{BB962C8B-B14F-4D97-AF65-F5344CB8AC3E}">
        <p14:creationId xmlns:p14="http://schemas.microsoft.com/office/powerpoint/2010/main" val="476665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60F28-5522-4466-90F5-F4816282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새 Commit은 기존 승인을 상속하지 않고 전체 성공 후에만 활성화됩니다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664A0-45C9-4B6E-AF81-43B4C70F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02C1B-B76C-4E46-A7A0-5CB74DD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3887-D814-47C1-9F17-B5F33424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6A582-ABA3-401F-B9B5-F979A53C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77993-4B3F-4D79-87C0-ED49F2B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Head 발견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Commit 고정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CDFF7-E665-45EC-84C1-093D9B64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832E2-C602-4534-8FA6-36FA2FF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QUARANTINED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ECCC0-D19A-463E-AE52-F9A0C0F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정적 검역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원문 실행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9981F-92F8-4CB2-BFE1-C6C9F0E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DD062-89E0-432C-87C9-0BF5BF74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5FCD2-C836-490B-9E49-AE777A3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dhslove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Commit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4213D-3E51-40D4-81CD-A75F207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89B72-8BA7-4F9C-8DA6-3812D57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INDEXING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6C11F-B435-4E89-8F79-FA6504A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#43 Job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부분 성공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0F855-48F9-4F6F-A7ED-99B18AD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95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0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E1B4C-4E3F-45EA-B172-85F25BBB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59E35-F7CD-44C2-8920-117716B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29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원자 전환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이전 버전 철회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A50F0-72A0-4DFD-A51D-8138607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실패 → APPROVED 복귀  |  File 수 불일치 → ACTIVE 거부  |  Head 변경 → 새 Version</a:t>
            </a:r>
          </a:p>
        </p:txBody>
      </p:sp>
    </p:spTree>
    <p:extLst>
      <p:ext uri="{BB962C8B-B14F-4D97-AF65-F5344CB8AC3E}">
        <p14:creationId xmlns:p14="http://schemas.microsoft.com/office/powerpoint/2010/main" val="1266261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452AA-1136-4C36-BC8A-0230BE24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Fetcher는 소스를 읽지만 어떤 코드도 실행하지 않습니다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8F051-B202-4A58-9989-0B19BC70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51B68-E57A-4FA7-9EC2-E25C54B7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19E76-565B-4544-8352-9F65DB8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FETCH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4226-9CEB-436E-A4B5-2157825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Bare Repository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40자 Commit Pin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ls-tree·cat-file만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Hook·Checkout·LFS·Submodule 금지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E7F05-9036-4300-ABF5-0EB8E7CD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E1B70-9EA1-4BE6-A870-2FF1FD49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QUARANTINE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67FF9-D5CD-41B7-BBAF-7ED4E64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765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D0 Allowlist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Binary·Encoding·1 MiB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Secret·PII·Injection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제외 원문 미저장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087D0-F7DC-4A25-B436-B3521B6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562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EE5F1-0036-4040-863F-4787260F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2CA6F-A207-4D33-9608-2C75F8CD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 GiB tmpfs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noexec · nosuid · nodev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UID 10001 · Read-only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Capability ALL Drop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C9763-E7A3-46FC-92DD-F9B4A1DE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파일 목록 API는 Content를 반환하지 않고 Path·Hash·Decision·Rule만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804880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E6368-6CF0-4784-8DD4-745C385B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시험 서버에서 배포·권한·차단 동작을 함께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93ABF-7641-4FC7-9150-C57A989C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1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8D9F9-F29F-4BF9-AEF5-7925ACC8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CA543-1FAE-4436-AE2A-FE2D3CD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4780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30FE0-B447-4404-82E5-13FE8687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240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0.2.0 · Healthy · Image b0c3fd…dd4b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285AF-C5F2-4546-975A-C306CB2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EA484-A0AE-41DE-BD1C-42F3F62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6217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3D72-13CA-48CF-9B81-75BA8D7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18 Table · 9 Profile · vector + pg_trgm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594B8-0966-4A42-AE18-70F0713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A482C-9FB1-45E7-815B-B27E98F2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19A4F-FCBF-4138-931C-DACA123C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GENIE 34 / 34 Eligible · Excluded 0 · Blocking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214A8-9978-46E0-81C7-EBD65D0D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D3F2F-F791-4A56-8804-8B3B6892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9092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E8D2A-53E0-488C-B746-538212FE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671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REGISTERED 8 · QUARANTINED 1 · APPROVED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067E2-006F-48A9-8EBD-5A117FA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Fail closed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20DFE-1A03-48AE-BF5E-4F76909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784B9-91AD-46DC-BA2D-6B2E94E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815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미승인 Ingestion HTTP 409 · Query ABSTAINED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F43F6-B782-40C9-93C3-D272815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E69C1-DB0C-4224-989D-0EDB512C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9675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EC7E1-2895-4DCF-A4B0-F403C72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958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기존 Activepieces 6 Container 모두 Healthy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43AF1-922D-4949-ABD8-619109D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백업 후 Migration·Canary를 수행했으며 Secret과 Source 원문은 산출물에 포함하지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093546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E28B0-82FE-4DFB-A77A-D9D9CBD4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NEXT · ISSUE #43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E9B76-1504-47FB-ADFD-5E9BCA7A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38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PR은 구현을 승인합니다.</a:t>
            </a:r>
          </a:p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승인은 별도입니다.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A40BC-3318-4E4E-B6BC-9333B90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검토 1  ·  9개 Profile·Reviewer dhslove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DDB9E-081B-482A-8F33-1EC7C9A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검토 2  ·  GENIE 34개 검역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F5975-E8D0-4F6C-852F-BE2B2C2C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7A4B"/>
                </a:solidFill>
                <a:latin typeface="Malgun Gothic"/>
                <a:ea typeface="Malgun Gothic"/>
                <a:cs typeface="Malgun Gothic"/>
              </a:rPr>
              <a:t>다음  ·  Parser·Chunk·Embeddings·Hybrid Retrieval</a:t>
            </a:r>
          </a:p>
        </p:txBody>
      </p:sp>
    </p:spTree>
    <p:extLst>
      <p:ext uri="{BB962C8B-B14F-4D97-AF65-F5344CB8AC3E}">
        <p14:creationId xmlns:p14="http://schemas.microsoft.com/office/powerpoint/2010/main" val="666659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2026-08-05T02:20:46.7440000Z</dcterms:created>
  <dcterms:modified xsi:type="dcterms:W3CDTF">2026-08-05T02:20:46.7440000Z</dcterms:modified>
</coreProperties>
</file>