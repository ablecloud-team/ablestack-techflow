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6a24f08204950" /><Relationship Type="http://schemas.openxmlformats.org/officeDocument/2006/relationships/extended-properties" Target="/docProps/app.xml" Id="R7a019ee3085f40a9" /><Relationship Type="http://schemas.openxmlformats.org/officeDocument/2006/relationships/officeDocument" Target="/ppt/presentation.xml" Id="R4acc5d531afe45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c99f83b8247bf"/>
  </p:sldMasterIdLst>
  <p:notesMasterIdLst>
    <p:notesMasterId xmlns:r="http://schemas.openxmlformats.org/officeDocument/2006/relationships" r:id="Re84b56e54b254fa0"/>
  </p:notesMasterIdLst>
  <p:sldIdLst>
    <p:sldId xmlns:r="http://schemas.openxmlformats.org/officeDocument/2006/relationships" id="256" r:id="R0c7357fb1f824c16"/>
    <p:sldId xmlns:r="http://schemas.openxmlformats.org/officeDocument/2006/relationships" id="257" r:id="R8e4ea332a7a941b8"/>
    <p:sldId xmlns:r="http://schemas.openxmlformats.org/officeDocument/2006/relationships" id="258" r:id="R652d5571b7b94f05"/>
    <p:sldId xmlns:r="http://schemas.openxmlformats.org/officeDocument/2006/relationships" id="259" r:id="R39f7faf10d9e464b"/>
    <p:sldId xmlns:r="http://schemas.openxmlformats.org/officeDocument/2006/relationships" id="260" r:id="R0a77802f745244f6"/>
    <p:sldId xmlns:r="http://schemas.openxmlformats.org/officeDocument/2006/relationships" id="261" r:id="Rccea2883fdd34430"/>
    <p:sldId xmlns:r="http://schemas.openxmlformats.org/officeDocument/2006/relationships" id="262" r:id="R73cf8854d3e44c95"/>
    <p:sldId xmlns:r="http://schemas.openxmlformats.org/officeDocument/2006/relationships" id="263" r:id="R95da7dcc42154107"/>
    <p:sldId xmlns:r="http://schemas.openxmlformats.org/officeDocument/2006/relationships" id="264" r:id="Rbc73450c8b734f5e"/>
    <p:sldId xmlns:r="http://schemas.openxmlformats.org/officeDocument/2006/relationships" id="265" r:id="R5bbbde0a2336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f440cce3f4319" /><Relationship Type="http://schemas.openxmlformats.org/officeDocument/2006/relationships/slideMaster" Target="/ppt/slideMasters/slideMaster1.xml" Id="Rf2fc99f83b8247bf" /><Relationship Type="http://schemas.openxmlformats.org/officeDocument/2006/relationships/notesMaster" Target="/ppt/notesMasters/notesMaster1.xml" Id="Re84b56e54b254fa0" /><Relationship Type="http://schemas.openxmlformats.org/officeDocument/2006/relationships/presProps" Target="/ppt/presProps.xml" Id="R72d9a9188a9e4fc6" /><Relationship Type="http://schemas.openxmlformats.org/officeDocument/2006/relationships/tableStyles" Target="/ppt/tableStyles.xml" Id="R70e573e4e5f8453a" /><Relationship Type="http://schemas.openxmlformats.org/officeDocument/2006/relationships/slide" Target="/ppt/slides/slide1.xml" Id="R0c7357fb1f824c16" /><Relationship Type="http://schemas.openxmlformats.org/officeDocument/2006/relationships/slide" Target="/ppt/slides/slide2.xml" Id="R8e4ea332a7a941b8" /><Relationship Type="http://schemas.openxmlformats.org/officeDocument/2006/relationships/slide" Target="/ppt/slides/slide3.xml" Id="R652d5571b7b94f05" /><Relationship Type="http://schemas.openxmlformats.org/officeDocument/2006/relationships/slide" Target="/ppt/slides/slide4.xml" Id="R39f7faf10d9e464b" /><Relationship Type="http://schemas.openxmlformats.org/officeDocument/2006/relationships/slide" Target="/ppt/slides/slide5.xml" Id="R0a77802f745244f6" /><Relationship Type="http://schemas.openxmlformats.org/officeDocument/2006/relationships/slide" Target="/ppt/slides/slide6.xml" Id="Rccea2883fdd34430" /><Relationship Type="http://schemas.openxmlformats.org/officeDocument/2006/relationships/slide" Target="/ppt/slides/slide7.xml" Id="R73cf8854d3e44c95" /><Relationship Type="http://schemas.openxmlformats.org/officeDocument/2006/relationships/slide" Target="/ppt/slides/slide8.xml" Id="R95da7dcc42154107" /><Relationship Type="http://schemas.openxmlformats.org/officeDocument/2006/relationships/slide" Target="/ppt/slides/slide9.xml" Id="Rbc73450c8b734f5e" /><Relationship Type="http://schemas.openxmlformats.org/officeDocument/2006/relationships/slide" Target="/ppt/slides/slide10.xml" Id="R5bbbde0a2336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74f21951c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82483a970244c3" /><Relationship Type="http://schemas.openxmlformats.org/officeDocument/2006/relationships/notesMaster" Target="/ppt/notesMasters/notesMaster1.xml" Id="R135727890c1f4b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883dbfa3c4d8a" /><Relationship Type="http://schemas.openxmlformats.org/officeDocument/2006/relationships/notesMaster" Target="/ppt/notesMasters/notesMaster1.xml" Id="Rfe2c8c4cd0664d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85d28fc074082" /><Relationship Type="http://schemas.openxmlformats.org/officeDocument/2006/relationships/notesMaster" Target="/ppt/notesMasters/notesMaster1.xml" Id="Rb47a81326ec0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7729a0b62e442b" /><Relationship Type="http://schemas.openxmlformats.org/officeDocument/2006/relationships/notesMaster" Target="/ppt/notesMasters/notesMaster1.xml" Id="Ra8b1ca10063f4c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4c7473317405f" /><Relationship Type="http://schemas.openxmlformats.org/officeDocument/2006/relationships/notesMaster" Target="/ppt/notesMasters/notesMaster1.xml" Id="Rf8cef1acac1e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0ee05667d2402d" /><Relationship Type="http://schemas.openxmlformats.org/officeDocument/2006/relationships/notesMaster" Target="/ppt/notesMasters/notesMaster1.xml" Id="R066bf86a58354a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0bf921fc714923" /><Relationship Type="http://schemas.openxmlformats.org/officeDocument/2006/relationships/notesMaster" Target="/ppt/notesMasters/notesMaster1.xml" Id="Rfe68b0441ab1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f47fee311e4984" /><Relationship Type="http://schemas.openxmlformats.org/officeDocument/2006/relationships/notesMaster" Target="/ppt/notesMasters/notesMaster1.xml" Id="R4c4164f08713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cc4d90ae874654" /><Relationship Type="http://schemas.openxmlformats.org/officeDocument/2006/relationships/notesMaster" Target="/ppt/notesMasters/notesMaster1.xml" Id="R484dc6842205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bd7af538ce4c48" /><Relationship Type="http://schemas.openxmlformats.org/officeDocument/2006/relationships/notesMaster" Target="/ppt/notesMasters/notesMaster1.xml" Id="R46533cd03b45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docs/reports/issue-46-golden-set-quality-security-e2e-validation.md</a:t>
            </a:r>
          </a:p>
          <a:p xmlns:a="http://schemas.openxmlformats.org/drawingml/2006/main">
            <a:r>
              <a:t>- output/issue-46-live-evaluation.json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output/issue-46-live-evaluation.json#summary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docs/runbooks/golden-set-quality-security-e2e.md</a:t>
            </a:r>
          </a:p>
          <a:p xmlns:a="http://schemas.openxmlformats.org/drawingml/2006/main">
            <a:r>
              <a:t>- docs/decisions/techflow-golden-evaluation.json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output/issue-46-server-evidence.json#sources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output/issue-46-live-evaluation.json#summary</a:t>
            </a:r>
          </a:p>
          <a:p xmlns:a="http://schemas.openxmlformats.org/drawingml/2006/main">
            <a:r>
              <a:t>- docs/decisions/techflow-golden-evaluation.json#qualityGates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services/ai-gateway/app/chunking.py</a:t>
            </a:r>
          </a:p>
          <a:p xmlns:a="http://schemas.openxmlformats.org/drawingml/2006/main">
            <a:r>
              <a:t>- services/ai-gateway/app/postgres_store.py</a:t>
            </a:r>
          </a:p>
          <a:p xmlns:a="http://schemas.openxmlformats.org/drawingml/2006/main">
            <a:r>
              <a:t>- services/ai-gateway/tests/test_chunking.py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docs/decisions/techflow-golden-evaluation.json#securityGates</a:t>
            </a:r>
          </a:p>
          <a:p xmlns:a="http://schemas.openxmlformats.org/drawingml/2006/main">
            <a:r>
              <a:t>- docs/runbooks/golden-set-quality-security-e2e.md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output/issue-46-live-evaluation.json#records</a:t>
            </a:r>
          </a:p>
          <a:p xmlns:a="http://schemas.openxmlformats.org/drawingml/2006/main">
            <a:r>
              <a:t>- docs/reports/issue-46-golden-set-quality-security-e2e-validation.md#7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output/issue-46-server-evidence.json</a:t>
            </a:r>
          </a:p>
          <a:p xmlns:a="http://schemas.openxmlformats.org/drawingml/2006/main">
            <a:r>
              <a:t>- docs/runbooks/golden-set-quality-security-e2e.md#7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docs/reports/issue-46-golden-set-quality-security-e2e-validation.md</a:t>
            </a:r>
          </a:p>
          <a:p xmlns:a="http://schemas.openxmlformats.org/drawingml/2006/main">
            <a:r>
              <a:t>- GitHub Issue #46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bdbd9c3034d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c40a480774f9c" /><Relationship Type="http://schemas.openxmlformats.org/officeDocument/2006/relationships/slideLayout" Target="/ppt/slideLayouts/slideLayout1.xml" Id="R4f7edb0375fd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7edb0375fd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bfe250ac845fb" /><Relationship Type="http://schemas.openxmlformats.org/officeDocument/2006/relationships/notesSlide" Target="/ppt/notesSlides/notesSlide1.xml" Id="R459e69d3f9f7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b5443d2af4d11" /><Relationship Type="http://schemas.openxmlformats.org/officeDocument/2006/relationships/notesSlide" Target="/ppt/notesSlides/notesSlide2.xml" Id="R5e557d846322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bb27c9b534e0d" /><Relationship Type="http://schemas.openxmlformats.org/officeDocument/2006/relationships/notesSlide" Target="/ppt/notesSlides/notesSlide3.xml" Id="R12847b263f434b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ebda1a06435d" /><Relationship Type="http://schemas.openxmlformats.org/officeDocument/2006/relationships/notesSlide" Target="/ppt/notesSlides/notesSlide4.xml" Id="Rb17bf18db5e5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83cbff37403d" /><Relationship Type="http://schemas.openxmlformats.org/officeDocument/2006/relationships/chart" Target="/ppt/slides/charts/chart1.xml" Id="Rb91b21ff7845497c" /><Relationship Type="http://schemas.openxmlformats.org/officeDocument/2006/relationships/notesSlide" Target="/ppt/notesSlides/notesSlide5.xml" Id="R24abf96546cb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af8d113b45b3" /><Relationship Type="http://schemas.openxmlformats.org/officeDocument/2006/relationships/notesSlide" Target="/ppt/notesSlides/notesSlide6.xml" Id="R587c67c437484a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c2f4e1673406b" /><Relationship Type="http://schemas.openxmlformats.org/officeDocument/2006/relationships/notesSlide" Target="/ppt/notesSlides/notesSlide7.xml" Id="R83046ab4c559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fe013cc7a4a1e" /><Relationship Type="http://schemas.openxmlformats.org/officeDocument/2006/relationships/notesSlide" Target="/ppt/notesSlides/notesSlide8.xml" Id="R0abf78f94afd4c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623f20ade4170" /><Relationship Type="http://schemas.openxmlformats.org/officeDocument/2006/relationships/notesSlide" Target="/ppt/notesSlides/notesSlide9.xml" Id="R3560b433ed834f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50465d1ef4988" /><Relationship Type="http://schemas.openxmlformats.org/officeDocument/2006/relationships/notesSlide" Target="/ppt/notesSlides/notesSlide10.xml" Id="Rbf758b72e9af435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실측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답변 수용</c:v>
              </c:pt>
              <c:pt idx="1">
                <c:v>보류 정확</c:v>
              </c:pt>
              <c:pt idx="2">
                <c:v>Citation</c:v>
              </c:pt>
              <c:pt idx="3">
                <c:v>Line 해석</c:v>
              </c:pt>
            </c:strLit>
          </c:cat>
          <c:val>
            <c:numLit>
              <c:formatCode>General</c:formatCode>
              <c:ptCount val="4"/>
              <c:pt idx="0">
                <c:v>63.33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A2DD9-3E28-40F3-B5FB-4A2FA84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210C7-4447-4F9A-8E83-A3E737F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66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Golden Set·품질·보안·E2E</a:t>
            </a:r>
          </a:p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검증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83DF7-B65F-4D03-A0EE-E22463F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4267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0F100-0A49-4E3D-BA52-15C7D13A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525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A4660-2B68-4AA0-B5B0-56A81985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실제 Golden Question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962900" y="32575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6B8D5-47E8-4A33-82C6-0A29E30F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질문 · 기대 답변 · 실제 답변</a:t>
            </a:r>
          </a:p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Citation · 자동 판정 · Codex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2488-6748-42E0-B91D-2947880A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AI Gateway 0.6.0 · Event Gateway 0.4.0</a:t>
            </a:r>
          </a:p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2026-08-10</a:t>
            </a:r>
          </a:p>
        </p:txBody>
      </p:sp>
    </p:spTree>
    <p:extLst>
      <p:ext uri="{BB962C8B-B14F-4D97-AF65-F5344CB8AC3E}">
        <p14:creationId xmlns:p14="http://schemas.microsoft.com/office/powerpoint/2010/main" val="1585379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293AE-7E30-4815-9A36-43C8DDB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6AAB5-4BD1-4202-AF72-44086D27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실제 Gateway 평가 결과가 완료 판단의 기준입니다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1599A-B918-4C75-B123-B63D604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87E14-EC2A-4DB0-978C-8783CCB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Reference Replay는 계약 검증용이며 아래 실측에 포함하지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6F41A-9AF3-46CB-9355-B92836D6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3D9F8-D034-4B93-8B72-11D7E682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81.7%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D4633-BE97-4684-9A6F-0CD2DF5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Codex 수용 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51E2D-55E0-4EDC-906A-F478317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자동 엄격 답변 63.3% · 불일치는 상세 보고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18EF9-DB0A-4D86-903C-F8C09B5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EC1D5-9812-4BF0-872C-B7D87AE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F56C6-27B9-4D4E-A368-D2A4CC0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올바른 보류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47008-42A0-4751-A74B-FFFF7F80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96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미지원·교차 범위 질문을 근거 없이 답하지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3BB7B-77A0-4985-84BD-35B874F1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F3855-C88F-4AA0-905A-885BB44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5CC3A-2DE0-4EC0-8F33-688923A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격리·보안 위반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722D7-3097-4A6A-9329-BF19122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Branch·Repository·Test·Prompt·Secret·Allowlist 경계</a:t>
            </a:r>
          </a:p>
        </p:txBody>
      </p:sp>
    </p:spTree>
    <p:extLst>
      <p:ext uri="{BB962C8B-B14F-4D97-AF65-F5344CB8AC3E}">
        <p14:creationId xmlns:p14="http://schemas.microsoft.com/office/powerpoint/2010/main" val="1029384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D9D17-939C-41F2-BA50-07FDA71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1F0A1-C88A-4A5E-9BD9-C25A4FBE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검증은 승인된 소스에서 판정 자산까지 한 경로로 추적됩니다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A6EF9-2861-4567-BFCC-71197AA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704850" y="33337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0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8D08C-630D-433D-A110-6AA8EB90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E94EA-6D44-42C8-B924-D3719B6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4867C-7BE3-4751-AAE7-76338C82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F8170-F063-4680-9C71-95BE0CC7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D0·Secret·PII·Prompt Injection 검역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C316D-E10B-4F31-8FA0-365ADA43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62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FF323-DBEE-4AFB-9B0A-7D993F9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C530B-BE09-43D9-8094-3C7C965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47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75A7F-9A81-4765-9ECF-7DCFEA3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528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Parser·Chunk·Embedding·원자적 활성화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7DE67-EB63-474F-925F-A8969F5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412E0-E2A9-414D-8123-A479DEC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9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1E4D7-E11A-493A-8F82-7180AEF3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9B99F-A718-4DF7-982B-231EBC65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고정 Source Profile 범위 Hybrid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23B57-2F72-45D7-913B-9B84F9C3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62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A45AE-FDAB-427D-B419-E469F67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32474-846D-4ECF-8590-D48B475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47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JUDGE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DF677-E157-4C12-A084-973F7BD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528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자동 판정 + Codex 검토 + PDF/PPTX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9EFBA-2EB9-40CF-AB6B-765E6193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Activepieces는 흐름을 실행하고, TechFlow AI Gateway가 정책·상태·검색·판정을 소유합니다.</a:t>
            </a:r>
          </a:p>
        </p:txBody>
      </p:sp>
    </p:spTree>
    <p:extLst>
      <p:ext uri="{BB962C8B-B14F-4D97-AF65-F5344CB8AC3E}">
        <p14:creationId xmlns:p14="http://schemas.microsoft.com/office/powerpoint/2010/main" val="1875522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693292F-D058-4EFF-A593-1807BD1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D630-8C64-44EB-86EC-EFD90F7F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9개 Source Profile을 고정 Commit으로 색인했습니다</a:t>
            </a:r>
          </a:p>
        </p:txBody>
      </p:sp>
      <p:cxnSp>
        <p:nvCxnSpPr>
          <p:cNvPr id="127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BA639-6CBE-42C4-8570-60DC4F6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0CC66-C9B5-4319-8BC8-5B7D6B5F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E92E9-7E98-4FC4-9234-7DA56D0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4A680-C235-40C3-9148-89257882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4A5A0-A46E-4CA0-B000-4177E75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52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3E8D8-D85A-4A22-AFE8-353D786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57350"/>
            <a:ext cx="125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9922A-42B0-4FBE-9143-49397363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D923F-63AC-4666-8298-89D7D6F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5B40-8919-42C8-870C-0764084E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35BA2-BB76-403E-A7F0-B590E78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64914-A31F-4EF9-98D5-F8C3DA30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SYMBOLS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05761-8805-4260-8319-841289B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6B0CE-D0D4-40FC-93B7-61B87BF4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22B0A-E8A3-4AE7-ADDA-8CF8258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572E6-1DED-4DCF-BC0D-CA72783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CLOUD_DIPLO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3BA8C-DA08-4294-B551-881FBA1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018AF-BC36-4A41-A782-16511FC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D2173-E0BC-456C-906E-0289A52B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9C033-C4E7-4571-9D07-AC433D4D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431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10286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26B59-AF80-4C61-B4FE-13B76F36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48B1F-0220-4549-937D-8610D64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23839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B172C-3FE2-4915-8855-8C9353A1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9DF1F-E21F-408F-B8DD-ACD8CC9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431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116109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18045-80E9-4C93-B2C6-F6B6677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9BE67-9129-4568-BF2F-61D9DDC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4312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471071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E00291-7E86-462B-A74F-B874BF12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E559FD-5D16-4C9E-B240-7F5A2A4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8127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CLOUD_EUROPA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AECCB-CEBF-4009-9019-44E66B0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2E899-D919-487B-B30A-B15A235D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8127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D5FC8-BED2-4610-BDFF-740372B3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89D815-2A00-4539-BE56-6C05B772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81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11188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FEE708-9B94-401C-B59E-D22B662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25770-A55D-415C-B842-95AC7AA8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27581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81454-F39D-4E88-9A4D-8B32F7A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765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5429A-B6D2-4ED4-A815-FB4EBB5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8127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129688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62712-BF8D-494C-93EA-803C16D4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B7120F-25EC-4D08-91FD-4ACE2FD2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812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529727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6F815-F89B-46BF-9B87-70AC6A8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FD248F-C919-4286-87D4-06FA0122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CLOUD_MAIN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867010-D25C-495F-8063-AFD5F4EE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88AE96-BC92-406D-BD89-F2B3443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194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37EAF9-6F61-42C0-8015-C8AB22F0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596CD7-DFE9-4714-B122-4A073059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194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10233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133ACD-9F40-41FE-A34C-2A44F12A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0D7246-A3FB-4A32-82F8-F44649D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23444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D753B6-BF28-4730-92E6-FC2BCA9E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7EBF42-9802-45C3-9C81-455DB43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194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117674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DC73E2-8931-4EF9-9A72-9D875C1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D0143B-8B74-4034-BD5C-C79DAE6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482175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88A244-0668-41E2-925A-DE9470A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50D601-14C3-4C03-9901-80B74B22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5757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COCKPIT_DIPLO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3E4C63-40F6-4224-9044-5140645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7B7C88-2ECF-449E-A755-DC99098D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5757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99D403-AC3B-4E45-A88A-04220FA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56997D-8702-41AD-B84C-E692FD12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575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CBC994-4ED5-4DF8-91F9-1896515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B6A40D-8C97-468A-B127-CB67F5F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1313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F04738-80DE-427B-AA93-A3AC5FA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528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B0042A-93A3-4304-A33B-D6CAB65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5757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1370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EEF51A-9E75-4616-91B1-169FC37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5D6379-237B-4197-82F4-6839366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5854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B70B44-F10A-43B6-BBE5-DE1CDC6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A3D198-1592-4924-8818-023145FF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9572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GENIE_MASTER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B63E2E-DC4E-4818-8830-B6CB055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909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C81F71-6561-4B10-B047-6458138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957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9D5695-516E-422C-8A63-FFF24A20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909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8B56D2-998D-43A0-B354-EBE59009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957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C04C10-6B61-435F-B128-5BEFDBF8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E9BA24-CBCD-46CA-BC7C-CC1A0B0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57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A943E1-5494-4EBE-8526-93FC7A5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909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E532C1-419C-4D91-ACAF-68E6967F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957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9F6430-C433-4626-993B-0EEC9F4B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DACD06-D5BB-4763-8B0F-367CD8BC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9572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031665-9F9E-44B7-B722-202A08E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A12D62-9E5C-4C24-B522-3D5E8942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KICKSTART_MASTER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0ED385-2B8C-4DC8-B736-E5FC8FC1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FF8D8A6-9071-4F53-8514-449A0693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1C8551-77C3-4971-9A56-A226CDB1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B90D06-C7FB-4A23-899D-221960EC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338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D3B93C-CF09-4395-AF54-C44652F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AEC535-7AA3-46BE-814F-0141D1C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338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A6F51B-1C74-4978-B4CD-F42EF320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291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A5C22E-037B-4623-93B1-601E645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3387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01B2F93-0699-4980-B8A7-6F042EF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8466EA8-30C1-49CD-A661-2C2D6AF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338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FA1C691-135A-43F8-AD0D-65CEC52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C36FEC-EE6E-4E9E-9973-3E66BEE1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7202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QEMU_EXEC_TOOLS_MAIN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2EC6740-B40E-4F4A-8AB4-799E86E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2904C4-6F87-4653-BBB1-7518B3D8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720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D4675A3-F911-4A75-AC6E-1B9B98F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63D1A8-AA15-4407-AF5C-A17D8FE3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720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214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D6D5DC-E902-4B53-8675-11E7AC76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614D3BA-1AE0-4999-B645-34ED82D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720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1634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14CBE3-AA14-4721-9D21-45CB872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672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BAE1007-4025-4910-ACA4-6247819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720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1508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16BCBB-7816-4664-B427-F42591D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B21D46-449E-4DBF-8AA4-9329FD2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3650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173F3A-084B-4D1B-B1BC-7FEB936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A0FADA-9CC8-4161-A71A-DCCC3B9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017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SHARED_DOCS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63BB3C-2876-403D-AE0B-0066959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B7ED03-EF0B-4C2A-B350-AAC0C81D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017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AB8658-6D6E-4E9F-8263-EE683FBE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054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7A1C970-7B38-4239-8AA9-7C47D255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01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272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D340FD0-9BEC-4A91-AEC9-ADAF7EA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05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351AB7C-883A-4EFC-8991-07F105D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01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2921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DBB414-C767-4725-9AD4-81200AE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054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FF544A-8C47-4EEC-8E7B-7A2E6768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1017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6032035-E7DF-4E88-9507-19058A10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1CD568-A841-49C2-BE50-89216286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101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5E14DC-1B61-4338-AB1E-C8423295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FBC25F-AB8E-41FE-8AE5-A5733B8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48325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WALL_MAIN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7403128-381D-4F76-8E03-E87C26B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C37218-2606-42C9-82A8-42C67E0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483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5347528-64DF-41B3-81EB-DE42D06F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43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EBFD8EB-B163-40C3-B1C7-C86A3D59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483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6336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1494FD1-694F-4CF9-9509-64F920E7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FEF9CF-E49F-44CE-84C4-1E318FC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483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13527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316306-3397-44E2-A8F0-38BADD1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4355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39E900-D61F-482D-9972-4795CC0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483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20555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C80AADA-837D-479B-96C3-78AFB77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43550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0F7ACAE-9F9D-4231-8AEA-9118482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4832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108722</a:t>
            </a:r>
          </a:p>
        </p:txBody>
      </p:sp>
    </p:spTree>
    <p:extLst>
      <p:ext uri="{BB962C8B-B14F-4D97-AF65-F5344CB8AC3E}">
        <p14:creationId xmlns:p14="http://schemas.microsoft.com/office/powerpoint/2010/main" val="713753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0D2C4-8462-4D07-87E6-6FBA5A2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5B4CE-E0CD-4BE5-B882-BD69B81A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품질 Gate는 답변 정확성과 안전한 보류를 함께 봅니다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4103-4983-41F9-8E06-21E1842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1b21ff784549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1E9D4-84FB-47FE-B0AF-C343EA1B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4076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37FB3-4C18-43E7-8B92-47CF4E3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6,028ms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A0A1A-9B25-48B0-ABDC-86649D7A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Provider P95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8020050" y="34861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5BEE3-34A9-468E-9725-3A26BF0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238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기준 ≤ 12,000ms</a:t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 Provider 호출 66건</a:t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격리·보안 위반 0건</a:t>
            </a:r>
          </a:p>
        </p:txBody>
      </p:sp>
    </p:spTree>
    <p:extLst>
      <p:ext uri="{BB962C8B-B14F-4D97-AF65-F5344CB8AC3E}">
        <p14:creationId xmlns:p14="http://schemas.microsoft.com/office/powerpoint/2010/main" val="1065068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EB0E9-330B-4C43-9D28-6571C854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9F7FF-E13F-45BE-B33B-BD366EF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23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실데이터 색인이 두 경계 결함을 드러냈고 모두 회귀 테스트로 고정했습니다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C8CD7-9AF7-400C-997F-34A0490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A95EC-6FF8-4323-A0BD-A48C628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발견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53C5-EBDB-41FB-9919-FFD0241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01D2E-6AA0-4E9C-873D-AA59AAA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CBFA8-27E5-443F-B5E7-12C3BB3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533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117A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05F27-D986-401A-8B29-682379B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  24KiB 입력이 OpenAI 8,192 token 초과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  공백 파일이 빈 임베딩 입력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  관계명 1,024자·중복 Chunk 충돌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  Mock 기본값과 실증 배포 모드 혼선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  예외 원문이 로그에 포함될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4B487-E96E-4C65-8242-E180B6F8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  7,936-byte 상한 + UTF-8 안전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  공백 파일은 청크 0개로 안전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  Hash 축약 + DB 계약 기준 중복 제거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  OpenAI Override + 무중단 REINDEX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  FK 인덱스 2개 + Batch 128/256KiB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BFFB5-CB1E-441D-963C-8843294A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19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Cockpit 203 files / QEMU 214 files 재색인 성공</a:t>
            </a:r>
          </a:p>
        </p:txBody>
      </p:sp>
    </p:spTree>
    <p:extLst>
      <p:ext uri="{BB962C8B-B14F-4D97-AF65-F5344CB8AC3E}">
        <p14:creationId xmlns:p14="http://schemas.microsoft.com/office/powerpoint/2010/main" val="1465737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695F2-D235-4A1C-81B7-F9B5451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A6257-79C3-49ED-8990-B9F36959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7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Q&amp;A는 검토 자산에만 남고 운영 DB와 Flow에는 남지 않습니다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8F687-2AC8-46FC-BF05-92689E26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9279E-2CCD-44EA-8637-5C2A484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0D369-7598-4C39-A9D3-578D974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E877C-D652-4CCF-A143-25241F0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2933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D0 전용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검역 제외 승인: dhslove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Secret·PII·Prompt Injection 격리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69078-1383-4A3C-9340-8B4E2BE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7A847-0178-4D64-897D-64E0B9CF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F1FBE-E87F-46F8-BFB4-F6CE7BE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2933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Responses store=false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Tool 0개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승인된 모델 프로필만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B73CB-4B4C-4958-818D-3EAE0CB6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F7534-5B6D-4526-899B-C9DF9807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7426E-4957-40C1-B463-74AE132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933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DB: 상태·판정·Citation ID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Flow: 원문 미보존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보고서: D0 Q&amp;A 전체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26FC7-1BFB-40BA-89D4-E6C8E17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ZDR은 사용하지 않으며 완료 Gate도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529020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40382-40ED-419C-B641-D37BFE2E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9A13-3FDC-47D8-9159-8D3BBB6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8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보고서에는 70개 질문과 실제 답변, Codex 판정을 모두 수록했습니다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3AAF8-92BF-4F33-93B5-00B1C41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C895C-C32D-4DD6-989C-D0024F3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E8AAC-F41F-4E26-945B-6B4FB21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DOC-NET-001 · ACCEPTED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B494-1D87-47AE-A686-73399F5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28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Cube 네트워크 본딩의 목적은 무엇인가?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4442E-3365-4F69-843C-AF5FA67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Cube 네트워크 본딩의 목적은 여러 네트워크 인터페이스를 결합·집계해 **더 높은 처리량** 또는 **중복성(장애 대비)** 을 제공하는 하나의 논리적 인터페이스를 만드는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D1426-95A5-400E-9F50-472A716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66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2,254ms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7F87D-CD5C-4758-818D-038EA4A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37FC2-9AC3-4A5B-AACD-2E9944AE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BRANCH-ISO-001 ·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5BA5-8296-488E-8999-37C34E5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76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main 브랜치의 StorageServiceHostCommand 동작을 설명해줘.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A2C89-DEF4-45A0-89A4-2328D4C0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보류: no-grounding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CFC87-FCCB-4A32-8669-3454F083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14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3,517ms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AD46A-CC36-4DA6-BB00-A2111417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ADF2-4796-477F-9483-3F58BBFB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DOC-VM-001 · ACCEPTED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7405F-95B4-4070-BE06-6786C4B2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24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Mold에서 VM 배포 인프라를 선택할 때 지정하는 계층은 무엇인가?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7AF3A-B3D1-4D77-AE7C-5BF9C2B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VM 배포 인프라 선택 시 **Zone, Pod, 클러스터, 호스트** 계층을 지정할 수 있습니다. 일반적으로 Zone은 데이터센터, Pod은 동일 관리 네트워크상의 자원을 의미합니다. 특별한 사유가 없으면 명시적으로 선택하지 않아도 Mold가 적합한 호스트를 자동으로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85BDB-D436-47AB-B3FE-D2563B0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3,116ms</a:t>
            </a:r>
          </a:p>
        </p:txBody>
      </p:sp>
    </p:spTree>
    <p:extLst>
      <p:ext uri="{BB962C8B-B14F-4D97-AF65-F5344CB8AC3E}">
        <p14:creationId xmlns:p14="http://schemas.microsoft.com/office/powerpoint/2010/main" val="1984083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E6566-4B76-4458-98AC-C57E3E3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D46B7-6EC5-4CC1-844A-E997E06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배포·백업·롤백을 같은 서버에서 실제로 재현했습니다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0438F-8A79-4F9A-ABE0-9538951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1C9F9-6EB9-4C45-84CC-3D86341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9F13D-EF28-456D-9C11-9AED905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BACKUP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BBCD8-7070-4373-B9B2-859A7C9F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AI 82MB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AP 83MB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2FB5B-1CBE-4DAB-8FC3-7024D348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95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23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9B19B-58A8-4FD5-A631-6679166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DF4AF-5314-4C39-AF48-242B7CD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33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2BF2F-4AAD-4C92-8635-71FF9B51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112 + 23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회귀 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19830-95AF-403D-826C-37FF3FC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95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23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6A42B-8E80-42BA-A3F2-12345CE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08856-9D5B-418C-9A84-679918B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AAC65-DE3C-4AD0-8615-D7B7BFF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AI 0.6.0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Event 0.4.0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E7570-F783-452E-9C2B-83747413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95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23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59C45-83CF-4206-B3A3-1911D36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DE297-B704-4A17-B833-B6B11BF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ROLLBACK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A9EBF-483D-4D47-8A70-3A09F7C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0.6→0.5→0.6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0.4→0.3→0.4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C315A-B56A-46BE-829F-727EDC9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Root volume 1,005GiB / 2% used · 현재 이미지는 issue-46 / 0.4.0</a:t>
            </a:r>
          </a:p>
        </p:txBody>
      </p:sp>
    </p:spTree>
    <p:extLst>
      <p:ext uri="{BB962C8B-B14F-4D97-AF65-F5344CB8AC3E}">
        <p14:creationId xmlns:p14="http://schemas.microsoft.com/office/powerpoint/2010/main" val="60622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8E268-7B89-4559-8028-3BC0C13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ISSUE #46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7D6F-E05C-491F-968D-AF50F484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완료 기준선이</a:t>
            </a:r>
          </a:p>
          <a:p xmlns:a="http://schemas.openxmlformats.org/drawingml/2006/main">
            <a:pPr algn="l">
              <a:def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생겼습니다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4019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8510C-BC4E-4D87-A734-DE6873C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다음: 고객 기술지원 질문 회귀 평가 · 관측 대시보드 · 운영 승인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2D8E9-13CD-495C-9FC5-660DCBF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실 평가 70건 · 자동 통과 48건 · Codex 수용 59건 · 상세 Q&amp;A는 보고서에 전체 수록</a:t>
            </a:r>
          </a:p>
        </p:txBody>
      </p:sp>
    </p:spTree>
    <p:extLst>
      <p:ext uri="{BB962C8B-B14F-4D97-AF65-F5344CB8AC3E}">
        <p14:creationId xmlns:p14="http://schemas.microsoft.com/office/powerpoint/2010/main" val="2030931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2026-08-10T11:08:26.2800000Z</dcterms:created>
  <dcterms:modified xsi:type="dcterms:W3CDTF">2026-08-10T11:08:26.2800000Z</dcterms:modified>
</coreProperties>
</file>