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02e6e07e964916" /><Relationship Type="http://schemas.openxmlformats.org/officeDocument/2006/relationships/extended-properties" Target="/docProps/app.xml" Id="Re1d8630b257e40ad" /><Relationship Type="http://schemas.openxmlformats.org/officeDocument/2006/relationships/officeDocument" Target="/ppt/presentation.xml" Id="R932a4edb1a5b41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674525787f4130"/>
  </p:sldMasterIdLst>
  <p:notesMasterIdLst>
    <p:notesMasterId xmlns:r="http://schemas.openxmlformats.org/officeDocument/2006/relationships" r:id="R2731e1cc120a48e5"/>
  </p:notesMasterIdLst>
  <p:sldIdLst>
    <p:sldId xmlns:r="http://schemas.openxmlformats.org/officeDocument/2006/relationships" id="256" r:id="R5f821feded7445f6"/>
    <p:sldId xmlns:r="http://schemas.openxmlformats.org/officeDocument/2006/relationships" id="257" r:id="R005aa54cd360407e"/>
    <p:sldId xmlns:r="http://schemas.openxmlformats.org/officeDocument/2006/relationships" id="258" r:id="R4145c09198fd45eb"/>
    <p:sldId xmlns:r="http://schemas.openxmlformats.org/officeDocument/2006/relationships" id="259" r:id="R2c0524fb52b34394"/>
    <p:sldId xmlns:r="http://schemas.openxmlformats.org/officeDocument/2006/relationships" id="260" r:id="R81a1cdd13b0c454b"/>
    <p:sldId xmlns:r="http://schemas.openxmlformats.org/officeDocument/2006/relationships" id="261" r:id="R7e91beb5893c489c"/>
    <p:sldId xmlns:r="http://schemas.openxmlformats.org/officeDocument/2006/relationships" id="262" r:id="R719e923db96b4395"/>
    <p:sldId xmlns:r="http://schemas.openxmlformats.org/officeDocument/2006/relationships" id="263" r:id="Rfae57b6de6c54e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2edaa537be49fa" /><Relationship Type="http://schemas.openxmlformats.org/officeDocument/2006/relationships/slideMaster" Target="/ppt/slideMasters/slideMaster1.xml" Id="Rf7674525787f4130" /><Relationship Type="http://schemas.openxmlformats.org/officeDocument/2006/relationships/notesMaster" Target="/ppt/notesMasters/notesMaster1.xml" Id="R2731e1cc120a48e5" /><Relationship Type="http://schemas.openxmlformats.org/officeDocument/2006/relationships/presProps" Target="/ppt/presProps.xml" Id="R58cefa0f8c0f4565" /><Relationship Type="http://schemas.openxmlformats.org/officeDocument/2006/relationships/tableStyles" Target="/ppt/tableStyles.xml" Id="R24b28fd77ea74fda" /><Relationship Type="http://schemas.openxmlformats.org/officeDocument/2006/relationships/slide" Target="/ppt/slides/slide1.xml" Id="R5f821feded7445f6" /><Relationship Type="http://schemas.openxmlformats.org/officeDocument/2006/relationships/slide" Target="/ppt/slides/slide2.xml" Id="R005aa54cd360407e" /><Relationship Type="http://schemas.openxmlformats.org/officeDocument/2006/relationships/slide" Target="/ppt/slides/slide3.xml" Id="R4145c09198fd45eb" /><Relationship Type="http://schemas.openxmlformats.org/officeDocument/2006/relationships/slide" Target="/ppt/slides/slide4.xml" Id="R2c0524fb52b34394" /><Relationship Type="http://schemas.openxmlformats.org/officeDocument/2006/relationships/slide" Target="/ppt/slides/slide5.xml" Id="R81a1cdd13b0c454b" /><Relationship Type="http://schemas.openxmlformats.org/officeDocument/2006/relationships/slide" Target="/ppt/slides/slide6.xml" Id="R7e91beb5893c489c" /><Relationship Type="http://schemas.openxmlformats.org/officeDocument/2006/relationships/slide" Target="/ppt/slides/slide7.xml" Id="R719e923db96b4395" /><Relationship Type="http://schemas.openxmlformats.org/officeDocument/2006/relationships/slide" Target="/ppt/slides/slide8.xml" Id="Rfae57b6de6c54e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6e0e460cc149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06426f95754827" /><Relationship Type="http://schemas.openxmlformats.org/officeDocument/2006/relationships/notesMaster" Target="/ppt/notesMasters/notesMaster1.xml" Id="Rccd6fff6452b48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0088b7bb3c4b58" /><Relationship Type="http://schemas.openxmlformats.org/officeDocument/2006/relationships/notesMaster" Target="/ppt/notesMasters/notesMaster1.xml" Id="R2a5d5f7db0634b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8434c227d9146d1" /><Relationship Type="http://schemas.openxmlformats.org/officeDocument/2006/relationships/notesMaster" Target="/ppt/notesMasters/notesMaster1.xml" Id="R19845fcc74cb47a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3b405404acb4e4c" /><Relationship Type="http://schemas.openxmlformats.org/officeDocument/2006/relationships/notesMaster" Target="/ppt/notesMasters/notesMaster1.xml" Id="Rad1268e872f34f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4ab9cabe864e25" /><Relationship Type="http://schemas.openxmlformats.org/officeDocument/2006/relationships/notesMaster" Target="/ppt/notesMasters/notesMaster1.xml" Id="R475c8b262c004e7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ebe95951704d78" /><Relationship Type="http://schemas.openxmlformats.org/officeDocument/2006/relationships/notesMaster" Target="/ppt/notesMasters/notesMaster1.xml" Id="Rde1810817fe8464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2aeaac42fc454f" /><Relationship Type="http://schemas.openxmlformats.org/officeDocument/2006/relationships/notesMaster" Target="/ppt/notesMasters/notesMaster1.xml" Id="Rb75e418b0e9f4af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30dae23e574307" /><Relationship Type="http://schemas.openxmlformats.org/officeDocument/2006/relationships/notesMaster" Target="/ppt/notesMasters/notesMaster1.xml" Id="Rf8b5b8a198d847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docs/reports/issues-56-58-assist-multimodal-validation.md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docs/plans/issues-56-58-assist-multimodal-design.md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docs/plans/issues-56-58-assist-multimodal-design.md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synthetic artifact: services/ai-gateway/app/data/golden-artifacts/synthetic-vm-error.png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output/issues-56-58-live-evaluation.json</a:t>
            </a:r>
          </a:p>
          <a:p xmlns:a="http://schemas.openxmlformats.org/drawingml/2006/main">
            <a:r>
              <a:t>- Internal: services/ai-gateway/openapi/techflow-ai-gateway-v1.json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output/issues-56-58-reference-evaluation.json</a:t>
            </a:r>
          </a:p>
          <a:p xmlns:a="http://schemas.openxmlformats.org/drawingml/2006/main">
            <a:r>
              <a:t>- Internal: output/issues-56-58-live-evaluation.json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docs/runbooks/assist-multimodal.md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docs/reports/issues-56-58-assist-multimodal-validation.md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43e3ec57204d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6e1e1858ce4b2a" /><Relationship Type="http://schemas.openxmlformats.org/officeDocument/2006/relationships/slideLayout" Target="/ppt/slideLayouts/slideLayout1.xml" Id="Rdbf046b40e5648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f046b40e5648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2c187c7d79450f" /><Relationship Type="http://schemas.openxmlformats.org/officeDocument/2006/relationships/notesSlide" Target="/ppt/notesSlides/notesSlide1.xml" Id="Rb02159254fb24c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11d82de7f4359" /><Relationship Type="http://schemas.openxmlformats.org/officeDocument/2006/relationships/notesSlide" Target="/ppt/notesSlides/notesSlide2.xml" Id="R729e3646eacf45b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9f98b435f464a" /><Relationship Type="http://schemas.openxmlformats.org/officeDocument/2006/relationships/notesSlide" Target="/ppt/notesSlides/notesSlide3.xml" Id="R8d22507844f34cd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289048627c4e58" /><Relationship Type="http://schemas.openxmlformats.org/officeDocument/2006/relationships/image" Target="/ppt/media/image.png" Id="Rfd4db410f3ce475c" /><Relationship Type="http://schemas.openxmlformats.org/officeDocument/2006/relationships/notesSlide" Target="/ppt/notesSlides/notesSlide4.xml" Id="R7623e7aa0dd443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93f59cd0ae4f98" /><Relationship Type="http://schemas.openxmlformats.org/officeDocument/2006/relationships/notesSlide" Target="/ppt/notesSlides/notesSlide5.xml" Id="R357fb1eed0af48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6b6774dbda4741" /><Relationship Type="http://schemas.openxmlformats.org/officeDocument/2006/relationships/notesSlide" Target="/ppt/notesSlides/notesSlide6.xml" Id="R678e2ad67bb244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853a4c7586428f" /><Relationship Type="http://schemas.openxmlformats.org/officeDocument/2006/relationships/notesSlide" Target="/ppt/notesSlides/notesSlide7.xml" Id="R5dfbca973a7f42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aff6613554ed9" /><Relationship Type="http://schemas.openxmlformats.org/officeDocument/2006/relationships/notesSlide" Target="/ppt/notesSlides/notesSlide8.xml" Id="R8d70048e62a04f2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B08ADD2C-F680-406B-BE40-78A2DED0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Assist 종합·
멀티모달 검증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85CC0AC8-AC54-40F5-838A-BA18FFD9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Issues #56–#58 완료 보고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799A7790-8519-432A-AF94-F0490ECA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ABLESTACK TechFlow · 2026.08.11</a:t>
            </a:r>
          </a:p>
        </p:txBody>
      </p:sp>
    </p:spTree>
    <p:extLst>
      <p:ext uri="{BB962C8B-B14F-4D97-AF65-F5344CB8AC3E}">
        <p14:creationId xmlns:p14="http://schemas.microsoft.com/office/powerpoint/2010/main" val="69401897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AB1EE637-55E9-46B6-8E69-3B16F790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50B23D26-DECC-4EC0-8045-AFD19A79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질문은 세 개의 증거 게이트를 통과한다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E9BFB167-4EAF-4A1F-A086-6FEACE5E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2865CA14-2032-4DB4-9E88-694534F1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E627A0A9-690E-49B6-B446-BD169588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E09DCBB3-F066-4048-B47A-F7BF29FD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01 · 계획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55D1FA32-F635-4414-9B5A-A5428557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 · 호환성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5402D4C8-81F7-4B06-83ED-FD9C5969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 · 합성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42E76A7C-290F-4AC1-B9AE-16B1579D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승인 세트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복수 저장소는 승인 조합만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8D8BA12E-06ED-4599-886F-0A33EE4F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영역·브랜치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불명확하면 추가 정보 요청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7D17634A-D09E-4646-8DCF-CC57B193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증거 보고서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관찰·진단·조치·미확인</a:t>
            </a:r>
          </a:p>
        </p:txBody>
      </p:sp>
    </p:spTree>
    <p:extLst>
      <p:ext uri="{BB962C8B-B14F-4D97-AF65-F5344CB8AC3E}">
        <p14:creationId xmlns:p14="http://schemas.microsoft.com/office/powerpoint/2010/main" val="201915545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3E202D57-C6EC-49C4-9E65-8141AF00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F64B21F6-04C6-4897-AB83-CA3C8438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책임을 분리해 자동화와 판단을 혼동하지 않는다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3E262E8D-7E4A-4685-B265-746C8A4C4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Activepieces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Webhook 수신
Correlation 전달
순차 실행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4025D3BE-8F44-46F7-BD36-5C7E8FAB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ABLESTACK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고정 Commit 소스
승인 호환성
최종 제품 맥락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05D12A6E-52E6-43E6-84C2-008E0552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 Gateway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Planner·Resolver
검색·증거 검증
보류 정책</a:t>
            </a:r>
          </a:p>
        </p:txBody>
      </p:sp>
    </p:spTree>
    <p:extLst>
      <p:ext uri="{BB962C8B-B14F-4D97-AF65-F5344CB8AC3E}">
        <p14:creationId xmlns:p14="http://schemas.microsoft.com/office/powerpoint/2010/main" val="110477801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F8039999-69C0-4DDA-BFB3-E90296B7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B4F9DDE-E455-4CC2-8D46-1D9F20D9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화면은 사실과 추정을 분리한다</a:t>
            </a:r>
          </a:p>
        </p:txBody>
      </p:sp>
      <p:sp>
        <p:nvSpPr>
          <p:cNvPr id="3" name="Picture-3-4-backing">
            <a:extLst xmlns:a="http://schemas.openxmlformats.org/drawingml/2006/main">
              <a:ext uri="{FF2B5EF4-FFF2-40B4-BE49-F238E27FC236}">
                <a16:creationId xmlns:a16="http://schemas.microsoft.com/office/drawing/2014/main" id="{06AF771F-D13A-4E82-BB63-16F70900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9069" y="396431"/>
            <a:ext cx="5539740" cy="5602034"/>
          </a:xfrm>
          <a:prstGeom xmlns:a="http://schemas.openxmlformats.org/drawingml/2006/main" prst="roundRect">
            <a:avLst>
              <a:gd name="adj" fmla="val 1376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0E3E0899-457F-414D-BE03-19201D92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실증 결과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ERROR 530과 Host allocation을 판독했다.
합성 자료 표기도 인식해 운영 장애로 단정하지 않았다.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4db410f3ce475c"/>
          <a:stretch xmlns:a="http://schemas.openxmlformats.org/drawingml/2006/main"/>
        </p:blipFill>
        <p:spPr>
          <a:xfrm xmlns:a="http://schemas.openxmlformats.org/drawingml/2006/main">
            <a:off x="6269069" y="1535525"/>
            <a:ext cx="5539740" cy="3323844"/>
          </a:xfrm>
          <a:prstGeom xmlns:a="http://schemas.openxmlformats.org/drawingml/2006/main" prst="roundRect">
            <a:avLst>
              <a:gd name="adj" fmla="val 2063"/>
            </a:avLst>
          </a:prstGeom>
        </p:spPr>
      </p:pic>
    </p:spTree>
    <p:extLst>
      <p:ext uri="{BB962C8B-B14F-4D97-AF65-F5344CB8AC3E}">
        <p14:creationId xmlns:p14="http://schemas.microsoft.com/office/powerpoint/2010/main" val="159418695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78CC3119-2D6D-481C-943F-CFA7FCB5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ABF8C13D-9917-4C64-ABB3-AC18EC75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F90722A8-4BA0-4BD5-B660-15A95E96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A284B142-E8C8-487D-BE2A-E8676AD3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3FFB5E7A-9C45-461C-85BD-4C1C8FF3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회귀·계약·오케스트레이션을 함께 통과했다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6C3944B3-C23B-4773-A03E-78149E4A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단위·계약 시험 PASS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D4A2AB8A-97A7-45D3-B2DF-EB6F4A07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Activepieces Flow ENABLED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2CEA6B8C-4E0A-4E88-AD8C-0493B958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OpenAPI Operations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9F0165D7-4FC6-428A-951A-8924DD6E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118 / 118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3D3A8AFE-ACD7-49B8-A591-897DA04C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27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FE30D113-51F2-4E2C-AA04-B4F75F82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4A90C668-9A0F-440A-B3FC-104304B5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검증 기준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코드 회귀, API 계약, 실제 Flow Run을 별도로 확인했다.</a:t>
            </a:r>
          </a:p>
        </p:txBody>
      </p:sp>
    </p:spTree>
    <p:extLst>
      <p:ext uri="{BB962C8B-B14F-4D97-AF65-F5344CB8AC3E}">
        <p14:creationId xmlns:p14="http://schemas.microsoft.com/office/powerpoint/2010/main" val="89838523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4BBFF5FB-A695-44EF-B88C-933C3E5C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59FF5EA8-41D2-41E3-B80B-14EDE7B3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Golden Set과 실서버 결과가 같은 경계를 가리킨다</a:t>
            </a:r>
          </a:p>
        </p:txBody>
      </p:sp>
      <p:sp>
        <p:nvSpPr>
          <p:cNvPr id="3" name="Content-Placeholder-15-4">
            <a:extLst xmlns:a="http://schemas.openxmlformats.org/drawingml/2006/main">
              <a:ext uri="{FF2B5EF4-FFF2-40B4-BE49-F238E27FC236}">
                <a16:creationId xmlns:a16="http://schemas.microsoft.com/office/drawing/2014/main" id="{0AD4859D-B7B0-43C3-8333-730062BC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057466"/>
            <a:ext cx="11404568" cy="10122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판정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종합 15건·멀티모달 12건의 질문, 허용 응답, 판정을 자산화했다.</a:t>
            </a:r>
          </a:p>
        </p:txBody>
      </p:sp>
      <p:graphicFrame>
        <p:nvGraphicFramePr>
          <p:cNvPr id="8" name="Google-Shape-644-p93-5"/>
          <p:cNvGraphicFramePr/>
          <p:nvPr/>
        </p:nvGraphicFramePr>
        <p:xfrm>
          <a:off xmlns:a="http://schemas.openxmlformats.org/drawingml/2006/main" x="393668" y="2251043"/>
          <a:ext xmlns:a="http://schemas.openxmlformats.org/drawingml/2006/main" cx="11404568" cy="3932587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857"/>
                <a:gridCol w="1341215"/>
                <a:gridCol w="1722215"/>
                <a:gridCol w="2103215"/>
                <a:gridCol w="2808065"/>
              </a:tblGrid>
              <a:tr h="436954">
                <a:tc>
                  <a:txBody>
                    <a:bodyPr/>
                    <a:lstStyle/>
                    <a:p>
                      <a:r>
                        <a:t>검증 영역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건수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상태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실서버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판정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종합 질문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2건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근거 경계 준수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멀티모달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2건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판독·보류 확인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단위·계약 시험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118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로컬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회귀 없음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OpenAPI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v0.7.0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계약 갱신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Activepieces Flow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ENABLED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Run 성공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내부 호출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Artifact 삭제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잔존 없음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보호 가드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전·후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Chat 동결 유지</a:t>
                      </a:r>
                    </a:p>
                  </a:txBody>
                  <a:tcPr marL="91440" marR="91440" marT="45720" marB="45720"/>
                </a:tc>
              </a:tr>
              <a:tr h="436954">
                <a:tc>
                  <a:txBody>
                    <a:bodyPr/>
                    <a:lstStyle/>
                    <a:p>
                      <a:r>
                        <a:t>서버 Health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READY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OpenAI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DB·Vector 정상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419684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4A82E25D-29F6-4619-A022-90453D0C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953E66BE-ABEC-484D-B53A-F907C4DA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배포는 백업과 보호 가드를 양쪽에 둔다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49734D4A-C923-49C9-8006-DDBE014A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BF62072E-D352-4703-B45E-58BADA60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BF80B9D3-A7CE-4481-9A27-A5D6DCC5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D5AF2C28-214E-47B7-B408-38E369BB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배포 전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64911C11-0520-4455-A2F3-7353F389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AI·Flow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6533F0C6-0819-41B2-BDAA-98D9A32E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배포 후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9E879315-A04B-46CF-A1B8-AD85CA5A4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0.7.0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Gateway만 교체
Assist Flow 2개 추가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667A8A4A-95FE-4FE5-9351-4C3E4EB6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Backup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DB·소스·Image ID
보호 가드 PASS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FFE62EA7-8975-4423-9CF4-557C984F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Verify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Health READY
Chat 동결 가드 PASS</a:t>
            </a:r>
          </a:p>
        </p:txBody>
      </p:sp>
    </p:spTree>
    <p:extLst>
      <p:ext uri="{BB962C8B-B14F-4D97-AF65-F5344CB8AC3E}">
        <p14:creationId xmlns:p14="http://schemas.microsoft.com/office/powerpoint/2010/main" val="195352646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64158463-0941-4219-9E9D-45E70FA0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질문 + 화면 + 소스
→ 근거 있는 한 보고서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7595FCBD-A27D-4B48-82B8-5F5FF1A3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다음 결정: 실제 지원 채널 Pilot 범위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A7685BED-8F65-47A2-BF21-74A4194F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ABLESTACK Assist MVP</a:t>
            </a:r>
          </a:p>
        </p:txBody>
      </p:sp>
    </p:spTree>
    <p:extLst>
      <p:ext uri="{BB962C8B-B14F-4D97-AF65-F5344CB8AC3E}">
        <p14:creationId xmlns:p14="http://schemas.microsoft.com/office/powerpoint/2010/main" val="3730493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2026-08-11T06:26:37.9680000Z</dcterms:created>
  <dcterms:modified xsi:type="dcterms:W3CDTF">2026-08-11T06:26:37.9680000Z</dcterms:modified>
</coreProperties>
</file>