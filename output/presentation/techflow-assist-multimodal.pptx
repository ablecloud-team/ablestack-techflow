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aee185b5fc4b4a" /><Relationship Type="http://schemas.openxmlformats.org/officeDocument/2006/relationships/extended-properties" Target="/docProps/app.xml" Id="R1df51265814f4d70" /><Relationship Type="http://schemas.openxmlformats.org/officeDocument/2006/relationships/officeDocument" Target="/ppt/presentation.xml" Id="R30efd0ee2d37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f245df35144d30"/>
  </p:sldMasterIdLst>
  <p:notesMasterIdLst>
    <p:notesMasterId xmlns:r="http://schemas.openxmlformats.org/officeDocument/2006/relationships" r:id="Rd12e22bd567f4772"/>
  </p:notesMasterIdLst>
  <p:sldIdLst>
    <p:sldId xmlns:r="http://schemas.openxmlformats.org/officeDocument/2006/relationships" id="256" r:id="R8c0e26ac6fba433f"/>
    <p:sldId xmlns:r="http://schemas.openxmlformats.org/officeDocument/2006/relationships" id="257" r:id="R1af9abf2f8c64f77"/>
    <p:sldId xmlns:r="http://schemas.openxmlformats.org/officeDocument/2006/relationships" id="258" r:id="R07d077bb31e240a4"/>
    <p:sldId xmlns:r="http://schemas.openxmlformats.org/officeDocument/2006/relationships" id="259" r:id="Rc50d68fba67d45ee"/>
    <p:sldId xmlns:r="http://schemas.openxmlformats.org/officeDocument/2006/relationships" id="260" r:id="R812ce2d66f8c496e"/>
    <p:sldId xmlns:r="http://schemas.openxmlformats.org/officeDocument/2006/relationships" id="261" r:id="R6a487e6bb1044316"/>
    <p:sldId xmlns:r="http://schemas.openxmlformats.org/officeDocument/2006/relationships" id="262" r:id="Rb5ac4d2ae80248d6"/>
    <p:sldId xmlns:r="http://schemas.openxmlformats.org/officeDocument/2006/relationships" id="263" r:id="R2117c06b27664e65"/>
    <p:sldId xmlns:r="http://schemas.openxmlformats.org/officeDocument/2006/relationships" id="264" r:id="R73c28341662f4f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9666479e94eac" /><Relationship Type="http://schemas.openxmlformats.org/officeDocument/2006/relationships/slideMaster" Target="/ppt/slideMasters/slideMaster1.xml" Id="Rbef245df35144d30" /><Relationship Type="http://schemas.openxmlformats.org/officeDocument/2006/relationships/notesMaster" Target="/ppt/notesMasters/notesMaster1.xml" Id="Rd12e22bd567f4772" /><Relationship Type="http://schemas.openxmlformats.org/officeDocument/2006/relationships/presProps" Target="/ppt/presProps.xml" Id="R9f466f8dc3d04bdd" /><Relationship Type="http://schemas.openxmlformats.org/officeDocument/2006/relationships/tableStyles" Target="/ppt/tableStyles.xml" Id="R249dab60f7974678" /><Relationship Type="http://schemas.openxmlformats.org/officeDocument/2006/relationships/slide" Target="/ppt/slides/slide1.xml" Id="R8c0e26ac6fba433f" /><Relationship Type="http://schemas.openxmlformats.org/officeDocument/2006/relationships/slide" Target="/ppt/slides/slide2.xml" Id="R1af9abf2f8c64f77" /><Relationship Type="http://schemas.openxmlformats.org/officeDocument/2006/relationships/slide" Target="/ppt/slides/slide3.xml" Id="R07d077bb31e240a4" /><Relationship Type="http://schemas.openxmlformats.org/officeDocument/2006/relationships/slide" Target="/ppt/slides/slide4.xml" Id="Rc50d68fba67d45ee" /><Relationship Type="http://schemas.openxmlformats.org/officeDocument/2006/relationships/slide" Target="/ppt/slides/slide5.xml" Id="R812ce2d66f8c496e" /><Relationship Type="http://schemas.openxmlformats.org/officeDocument/2006/relationships/slide" Target="/ppt/slides/slide6.xml" Id="R6a487e6bb1044316" /><Relationship Type="http://schemas.openxmlformats.org/officeDocument/2006/relationships/slide" Target="/ppt/slides/slide7.xml" Id="Rb5ac4d2ae80248d6" /><Relationship Type="http://schemas.openxmlformats.org/officeDocument/2006/relationships/slide" Target="/ppt/slides/slide8.xml" Id="R2117c06b27664e65" /><Relationship Type="http://schemas.openxmlformats.org/officeDocument/2006/relationships/slide" Target="/ppt/slides/slide9.xml" Id="R73c28341662f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a82a61421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afe2954a294f14" /><Relationship Type="http://schemas.openxmlformats.org/officeDocument/2006/relationships/notesMaster" Target="/ppt/notesMasters/notesMaster1.xml" Id="Rd37cd1a42aab46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4e13d14d2b4a9d" /><Relationship Type="http://schemas.openxmlformats.org/officeDocument/2006/relationships/notesMaster" Target="/ppt/notesMasters/notesMaster1.xml" Id="Rdabbc7ce9377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c6bc326c2411a" /><Relationship Type="http://schemas.openxmlformats.org/officeDocument/2006/relationships/notesMaster" Target="/ppt/notesMasters/notesMaster1.xml" Id="Rc525a44c6a994f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2fae594154aa3" /><Relationship Type="http://schemas.openxmlformats.org/officeDocument/2006/relationships/notesMaster" Target="/ppt/notesMasters/notesMaster1.xml" Id="R46536c3eabf4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0b1422567410a" /><Relationship Type="http://schemas.openxmlformats.org/officeDocument/2006/relationships/notesMaster" Target="/ppt/notesMasters/notesMaster1.xml" Id="R2b02de83e0fc4b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5f21a6d524284" /><Relationship Type="http://schemas.openxmlformats.org/officeDocument/2006/relationships/notesMaster" Target="/ppt/notesMasters/notesMaster1.xml" Id="R86758bcfc6f748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0b0fdfbc7f437a" /><Relationship Type="http://schemas.openxmlformats.org/officeDocument/2006/relationships/notesMaster" Target="/ppt/notesMasters/notesMaster1.xml" Id="Rc8c4b0dd593247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e6c7c7298a41ec" /><Relationship Type="http://schemas.openxmlformats.org/officeDocument/2006/relationships/notesMaster" Target="/ppt/notesMasters/notesMaster1.xml" Id="R2afef0b93f3b4c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80a0f3ae14a2d" /><Relationship Type="http://schemas.openxmlformats.org/officeDocument/2006/relationships/notesMaster" Target="/ppt/notesMasters/notesMaster1.xml" Id="Rfec90bf2b505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docs/reports/issues-56-58-assist-multimodal-validation.md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docs/plans/issues-56-58-assist-multimodal-design.md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docs/plans/issues-56-58-assist-multimodal-design.md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artifact: services/ai-gateway/app/data/golden-artifacts/synthetic-vm-error.png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artifact derived from output/issues-56-58-live-evaluation.json</a:t>
            </a:r>
          </a:p>
          <a:p xmlns:a="http://schemas.openxmlformats.org/drawingml/2006/main">
            <a:r>
              <a:t>- Internal: docs/reports/issues-56-58-assist-multimodal-validation.md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output/issues-56-58-live-evaluation.json</a:t>
            </a:r>
          </a:p>
          <a:p xmlns:a="http://schemas.openxmlformats.org/drawingml/2006/main">
            <a:r>
              <a:t>- Internal: services/ai-gateway/openapi/techflow-ai-gateway-v1.json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output/issues-56-58-reference-evaluation.json</a:t>
            </a:r>
          </a:p>
          <a:p xmlns:a="http://schemas.openxmlformats.org/drawingml/2006/main">
            <a:r>
              <a:t>- Internal: output/issues-56-58-live-evaluation.json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docs/runbooks/assist-multimodal.md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docs/reports/issues-56-58-assist-multimodal-validation.md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7b752faba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110ba8c194f54" /><Relationship Type="http://schemas.openxmlformats.org/officeDocument/2006/relationships/slideLayout" Target="/ppt/slideLayouts/slideLayout1.xml" Id="Re84657c2175a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4657c2175a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657f35fc846ca" /><Relationship Type="http://schemas.openxmlformats.org/officeDocument/2006/relationships/notesSlide" Target="/ppt/notesSlides/notesSlide1.xml" Id="Rcb5748352c6f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04b0b551c443a" /><Relationship Type="http://schemas.openxmlformats.org/officeDocument/2006/relationships/notesSlide" Target="/ppt/notesSlides/notesSlide2.xml" Id="R9c65f874435c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ee7b1e67c44dc" /><Relationship Type="http://schemas.openxmlformats.org/officeDocument/2006/relationships/notesSlide" Target="/ppt/notesSlides/notesSlide3.xml" Id="Ra42c9684fd6a45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1426cccdc4d64" /><Relationship Type="http://schemas.openxmlformats.org/officeDocument/2006/relationships/image" Target="/ppt/media/image.png" Id="R920689b3182a4046" /><Relationship Type="http://schemas.openxmlformats.org/officeDocument/2006/relationships/notesSlide" Target="/ppt/notesSlides/notesSlide4.xml" Id="Ra7b20ae4fc0f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f730c87294e0b" /><Relationship Type="http://schemas.openxmlformats.org/officeDocument/2006/relationships/notesSlide" Target="/ppt/notesSlides/notesSlide5.xml" Id="Re76cbc3f76a3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e893fd9714ac4" /><Relationship Type="http://schemas.openxmlformats.org/officeDocument/2006/relationships/notesSlide" Target="/ppt/notesSlides/notesSlide6.xml" Id="Rd0d3f29373be41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6910e675a480a" /><Relationship Type="http://schemas.openxmlformats.org/officeDocument/2006/relationships/notesSlide" Target="/ppt/notesSlides/notesSlide7.xml" Id="R967abc791f6d46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85bd2c174ae9" /><Relationship Type="http://schemas.openxmlformats.org/officeDocument/2006/relationships/notesSlide" Target="/ppt/notesSlides/notesSlide8.xml" Id="R18b49a1c17ae43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3b8f33fb44fe3" /><Relationship Type="http://schemas.openxmlformats.org/officeDocument/2006/relationships/notesSlide" Target="/ppt/notesSlides/notesSlide9.xml" Id="R317eb46fb3a547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08ADD2C-F680-406B-BE40-78A2DED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 종합·
멀티모달·로그 검증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5CC0AC8-AC54-40F5-838A-BA18FFD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Issues #56–#58 완료 보고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99A7790-8519-432A-AF94-F0490ECA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TechFlow · 2026.08.11</a:t>
            </a:r>
          </a:p>
        </p:txBody>
      </p:sp>
    </p:spTree>
    <p:extLst>
      <p:ext uri="{BB962C8B-B14F-4D97-AF65-F5344CB8AC3E}">
        <p14:creationId xmlns:p14="http://schemas.microsoft.com/office/powerpoint/2010/main" val="6940189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B1EE637-55E9-46B6-8E69-3B16F79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B23D26-DECC-4EC0-8045-AFD19A7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질문과 첨부물은 세 개의 증거 게이트를 통과한다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9BFB167-4EAF-4A1F-A086-6FEACE5E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865CA14-2032-4DB4-9E88-694534F1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627A0A9-690E-49B6-B446-BD16958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09DCBB3-F066-4048-B47A-F7BF29F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계획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5D1FA32-F635-4414-9B5A-A542855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호환성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402D4C8-81F7-4B06-83ED-FD9C59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합성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2E76A7C-290F-4AC1-B9AE-16B1579D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승인 세트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복수 저장소는 승인 조합만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D8BA12E-06ED-4599-886F-0A33EE4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영역·브랜치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불명확하면 추가 정보 요청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D17634A-D09E-4646-8DCF-CC57B193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증거 보고서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화면·로그·소스 종합</a:t>
            </a:r>
          </a:p>
        </p:txBody>
      </p:sp>
    </p:spTree>
    <p:extLst>
      <p:ext uri="{BB962C8B-B14F-4D97-AF65-F5344CB8AC3E}">
        <p14:creationId xmlns:p14="http://schemas.microsoft.com/office/powerpoint/2010/main" val="201915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E202D57-C6EC-49C4-9E65-8141AF0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64B21F6-04C6-4897-AB83-CA3C843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책임을 분리해 자동화와 판단을 혼동하지 않는다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E262E8D-7E4A-4685-B265-746C8A4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Activepieces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수신
Correlation 전달
순차 실행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025D3BE-8F44-46F7-BD36-5C7E8FA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고정 Commit 소스
승인 호환성
최종 제품 맥락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05D12A6E-52E6-43E6-84C2-008E0552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Gateway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Planner·Resolver
</a:t>
            </a:r>
            <a:r>
              <a:t>Archive 검증·마스킹</a:t>
            </a:r>
            <a:r>
              <a:t>
보류 정책</a:t>
            </a:r>
          </a:p>
        </p:txBody>
      </p:sp>
    </p:spTree>
    <p:extLst>
      <p:ext uri="{BB962C8B-B14F-4D97-AF65-F5344CB8AC3E}">
        <p14:creationId xmlns:p14="http://schemas.microsoft.com/office/powerpoint/2010/main" val="1104778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8039999-69C0-4DDA-BFB3-E90296B7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B4F9DDE-E455-4CC2-8D46-1D9F20D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화면은 사실과 추정을 분리한다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6AF771F-D13A-4E82-BB63-16F70900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E3E0899-457F-414D-BE03-19201D92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실증 결과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ERROR 530과 Host allocation을 판독했다.
합성 자료 표기도 인식해 운영 장애로 단정하지 않았다.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689b3182a4046"/>
          <a:stretch xmlns:a="http://schemas.openxmlformats.org/drawingml/2006/main"/>
        </p:blipFill>
        <p:spPr>
          <a:xfrm xmlns:a="http://schemas.openxmlformats.org/drawingml/2006/main">
            <a:off x="6269069" y="1535525"/>
            <a:ext cx="5539740" cy="332384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5941869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E202D57-C6EC-49C4-9E65-8141AF0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64B21F6-04C6-4897-AB83-CA3C843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로그는 검증된 구간만 AI 증거가 된다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E262E8D-7E4A-4685-B265-746C8A4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Upload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D0 Artifact 수신</a:t>
            </a:r>
            <a:br/>
            <a:r>
              <a:t>ID만 Flow 전달</a:t>
            </a:r>
            <a:br/>
            <a:r>
              <a:t>바이트 미보관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025D3BE-8F44-46F7-BD36-5C7E8FA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Member·행 범위</a:t>
            </a:r>
            <a:br/>
            <a:r>
              <a:t>소스와 종합</a:t>
            </a:r>
            <a:br/>
            <a:r>
              <a:t>근거 부족 시 보류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05D12A6E-52E6-43E6-84C2-008E0552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경로·압축률 검사</a:t>
            </a:r>
            <a:br/>
            <a:r>
              <a:t>비밀 마스킹</a:t>
            </a:r>
            <a:br/>
            <a:r>
              <a:t>오류 구간 선별</a:t>
            </a:r>
          </a:p>
        </p:txBody>
      </p:sp>
    </p:spTree>
    <p:extLst>
      <p:ext uri="{BB962C8B-B14F-4D97-AF65-F5344CB8AC3E}">
        <p14:creationId xmlns:p14="http://schemas.microsoft.com/office/powerpoint/2010/main" val="1104778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8CC3119-2D6D-481C-943F-CFA7FCB5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BF8C13D-9917-4C64-ABB3-AC18EC75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90722A8-4BA0-4BD5-B660-15A95E9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284B142-E8C8-487D-BE2A-E8676AD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FFB5E7A-9C45-461C-85BD-4C1C8FF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회귀·계약·오케스트레이션을 함께 통과했다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C3944B3-C23B-4773-A03E-78149E4A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단위·계약 시험 PASS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4A2AB8A-97A7-45D3-B2DF-EB6F4A0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Activepieces Flow ENABLED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CEA6B8C-4E0A-4E88-AD8C-0493B958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OpenAPI Operations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F0165D7-4FC6-428A-951A-8924DD6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131 / 131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D3A8AFE-ACD7-49B8-A591-897DA04C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E30D113-51F2-4E2C-AA04-B4F75F8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A90C668-9A0F-440A-B3FC-104304B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검증 기준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코드 회귀, API 계약, 실제 Flow Run을 별도로 확인했다.</a:t>
            </a:r>
          </a:p>
        </p:txBody>
      </p:sp>
    </p:spTree>
    <p:extLst>
      <p:ext uri="{BB962C8B-B14F-4D97-AF65-F5344CB8AC3E}">
        <p14:creationId xmlns:p14="http://schemas.microsoft.com/office/powerpoint/2010/main" val="8983852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BBFF5FB-A695-44EF-B88C-933C3E5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9FF5EA8-41D2-41E3-B80B-14EDE7B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Golden Set과 실서버 결과가 같은 경계를 가리킨다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AD4859D-B7B0-43C3-8333-730062B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판정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종합 15건·이미지 12건·로그 12건, 총 39건의 허용 응답과 판정을 자산화했다.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857"/>
                <a:gridCol w="1341215"/>
                <a:gridCol w="1722215"/>
                <a:gridCol w="2103215"/>
                <a:gridCol w="2808065"/>
              </a:tblGrid>
              <a:tr h="436954">
                <a:tc>
                  <a:txBody>
                    <a:bodyPr/>
                    <a:lstStyle/>
                    <a:p>
                      <a:r>
                        <a:t>검증 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건수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실서버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종합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근거 경계 준수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이미지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판독·보류 확인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로그·압축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마스킹·차단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단위·계약 시험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로컬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회귀 없음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OpenAPI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v0.8.0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갱신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Activepieces 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 성공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ID만 전달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Artifact 삭제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잔존 없음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Health·보호 가드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Chat 동결 유지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1968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A82E25D-29F6-4619-A022-90453D0C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53E66BE-ABEC-484D-B53A-F907C4DA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배포는 백업과 보호 가드를 양쪽에 둔다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9734D4A-C923-49C9-8006-DDBE014A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F62072E-D352-4703-B45E-58BADA60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F80B9D3-A7CE-4481-9A27-A5D6DCC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5AF2C28-214E-47B7-B408-38E369B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 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4911C11-0520-4455-A2F3-7353F38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AI·Flow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533F0C6-0819-41B2-BDAA-98D9A32E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 후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E879315-A04B-46CF-A1B8-AD85CA5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0.8.0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Gateway만 교체
</a:t>
            </a:r>
            <a:r>
              <a:t>Assist Flow 계약 유지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67A8A4A-95FE-4FE5-9351-4C3E4EB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DB·소스·Image ID
보호 가드 PASS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FE62EA7-8975-4423-9CF4-557C984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 healthy</a:t>
            </a:r>
            <a:r>
              <a:t>
Chat 동결 가드 PASS</a:t>
            </a:r>
          </a:p>
        </p:txBody>
      </p:sp>
    </p:spTree>
    <p:extLst>
      <p:ext uri="{BB962C8B-B14F-4D97-AF65-F5344CB8AC3E}">
        <p14:creationId xmlns:p14="http://schemas.microsoft.com/office/powerpoint/2010/main" val="19535264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4158463-0941-4219-9E9D-45E70FA0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질문 + 화면 + 로그 + 소스
→ 근거 있는 한 보고서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595FCBD-A27D-4B48-82B8-5F5FF1A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다음 결정: 실제 지원 채널 Pilot 범위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685BED-8F65-47A2-BF21-74A4194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Assist MVP</a:t>
            </a:r>
          </a:p>
        </p:txBody>
      </p:sp>
    </p:spTree>
    <p:extLst>
      <p:ext uri="{BB962C8B-B14F-4D97-AF65-F5344CB8AC3E}">
        <p14:creationId xmlns:p14="http://schemas.microsoft.com/office/powerpoint/2010/main" val="373049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2026-08-11T08:17:46.4230000Z</dcterms:created>
  <dcterms:modified xsi:type="dcterms:W3CDTF">2026-08-11T08:17:46.4230000Z</dcterms:modified>
</coreProperties>
</file>