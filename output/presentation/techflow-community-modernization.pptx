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c4acc5c534522" /><Relationship Type="http://schemas.openxmlformats.org/officeDocument/2006/relationships/extended-properties" Target="/docProps/app.xml" Id="Rac5d78fb78134fda" /><Relationship Type="http://schemas.openxmlformats.org/officeDocument/2006/relationships/officeDocument" Target="/ppt/presentation.xml" Id="Rc54c49e63b89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979bd2c82c4f19"/>
  </p:sldMasterIdLst>
  <p:notesMasterIdLst>
    <p:notesMasterId xmlns:r="http://schemas.openxmlformats.org/officeDocument/2006/relationships" r:id="R628103a59d634f94"/>
  </p:notesMasterIdLst>
  <p:sldIdLst>
    <p:sldId xmlns:r="http://schemas.openxmlformats.org/officeDocument/2006/relationships" id="256" r:id="R91dbdc5cfb17460c"/>
    <p:sldId xmlns:r="http://schemas.openxmlformats.org/officeDocument/2006/relationships" id="257" r:id="Ra694f391df65434d"/>
    <p:sldId xmlns:r="http://schemas.openxmlformats.org/officeDocument/2006/relationships" id="258" r:id="Rdff66ad821c046d4"/>
    <p:sldId xmlns:r="http://schemas.openxmlformats.org/officeDocument/2006/relationships" id="259" r:id="R0e4dc26eae624316"/>
    <p:sldId xmlns:r="http://schemas.openxmlformats.org/officeDocument/2006/relationships" id="260" r:id="Rd6569d914e89430c"/>
    <p:sldId xmlns:r="http://schemas.openxmlformats.org/officeDocument/2006/relationships" id="261" r:id="R5418861cc001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e42c079124421" /><Relationship Type="http://schemas.openxmlformats.org/officeDocument/2006/relationships/slideMaster" Target="/ppt/slideMasters/slideMaster1.xml" Id="R77979bd2c82c4f19" /><Relationship Type="http://schemas.openxmlformats.org/officeDocument/2006/relationships/notesMaster" Target="/ppt/notesMasters/notesMaster1.xml" Id="R628103a59d634f94" /><Relationship Type="http://schemas.openxmlformats.org/officeDocument/2006/relationships/presProps" Target="/ppt/presProps.xml" Id="R1f26fd2aa2404d4e" /><Relationship Type="http://schemas.openxmlformats.org/officeDocument/2006/relationships/tableStyles" Target="/ppt/tableStyles.xml" Id="Rf7d62b93e3ff4161" /><Relationship Type="http://schemas.openxmlformats.org/officeDocument/2006/relationships/slide" Target="/ppt/slides/slide1.xml" Id="R91dbdc5cfb17460c" /><Relationship Type="http://schemas.openxmlformats.org/officeDocument/2006/relationships/slide" Target="/ppt/slides/slide2.xml" Id="Ra694f391df65434d" /><Relationship Type="http://schemas.openxmlformats.org/officeDocument/2006/relationships/slide" Target="/ppt/slides/slide3.xml" Id="Rdff66ad821c046d4" /><Relationship Type="http://schemas.openxmlformats.org/officeDocument/2006/relationships/slide" Target="/ppt/slides/slide4.xml" Id="R0e4dc26eae624316" /><Relationship Type="http://schemas.openxmlformats.org/officeDocument/2006/relationships/slide" Target="/ppt/slides/slide5.xml" Id="Rd6569d914e89430c" /><Relationship Type="http://schemas.openxmlformats.org/officeDocument/2006/relationships/slide" Target="/ppt/slides/slide6.xml" Id="R5418861cc001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d228912ef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81ffd674d4de4" /><Relationship Type="http://schemas.openxmlformats.org/officeDocument/2006/relationships/notesMaster" Target="/ppt/notesMasters/notesMaster1.xml" Id="Re519947d9fdd4f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b32a9dbde42e2" /><Relationship Type="http://schemas.openxmlformats.org/officeDocument/2006/relationships/notesMaster" Target="/ppt/notesMasters/notesMaster1.xml" Id="R59ae6cf10cec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a829fa3954654" /><Relationship Type="http://schemas.openxmlformats.org/officeDocument/2006/relationships/notesMaster" Target="/ppt/notesMasters/notesMaster1.xml" Id="Rf4a37616c10344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bfd59bf114649" /><Relationship Type="http://schemas.openxmlformats.org/officeDocument/2006/relationships/notesMaster" Target="/ppt/notesMasters/notesMaster1.xml" Id="R3fd08539a24443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eaaae02554ec9" /><Relationship Type="http://schemas.openxmlformats.org/officeDocument/2006/relationships/notesMaster" Target="/ppt/notesMasters/notesMaster1.xml" Id="R79671b8347c6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2fd9e4aa964eec" /><Relationship Type="http://schemas.openxmlformats.org/officeDocument/2006/relationships/notesMaster" Target="/ppt/notesMasters/notesMaster1.xml" Id="R0f7c8eee743e41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docs/reports/epic-70-community-modernization-validation.md</a:t>
            </a:r>
          </a:p>
          <a:p xmlns:a="http://schemas.openxmlformats.org/drawingml/2006/main">
            <a:r>
              <a:t>- docs/evidence/epic-70/community-modernization-e2e.json</a:t>
            </a:r>
          </a:p>
          <a:p xmlns:a="http://schemas.openxmlformats.org/drawingml/2006/main">
            <a:r>
              <a:t>- docs/runbooks/community-platform-integrated-e2e.md</a:t>
            </a:r>
          </a:p>
          <a:p xmlns:a="http://schemas.openxmlformats.org/drawingml/2006/main">
            <a:r>
              <a:t>- https://community.ablecloud.io/d/174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b5d2c1d25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aa4ef82fb4a14" /><Relationship Type="http://schemas.openxmlformats.org/officeDocument/2006/relationships/slideLayout" Target="/ppt/slideLayouts/slideLayout1.xml" Id="R1fdea6d67dfe46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ea6d67dfe46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5bffc35cd48cf" /><Relationship Type="http://schemas.openxmlformats.org/officeDocument/2006/relationships/notesSlide" Target="/ppt/notesSlides/notesSlide1.xml" Id="R7c3e91b297b848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0e13afd284634" /><Relationship Type="http://schemas.openxmlformats.org/officeDocument/2006/relationships/notesSlide" Target="/ppt/notesSlides/notesSlide2.xml" Id="Rffc1e20b045f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07d7e76c4dc8" /><Relationship Type="http://schemas.openxmlformats.org/officeDocument/2006/relationships/image" Target="/ppt/media/image.jpeg" Id="R45b75ea6ecbc45b4" /><Relationship Type="http://schemas.openxmlformats.org/officeDocument/2006/relationships/notesSlide" Target="/ppt/notesSlides/notesSlide3.xml" Id="Rbaad733d91004b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9114759eb4637" /><Relationship Type="http://schemas.openxmlformats.org/officeDocument/2006/relationships/notesSlide" Target="/ppt/notesSlides/notesSlide4.xml" Id="R41a63bc7e8574b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e3fdde9674725" /><Relationship Type="http://schemas.openxmlformats.org/officeDocument/2006/relationships/notesSlide" Target="/ppt/notesSlides/notesSlide5.xml" Id="Rb89e2c2dfb8f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3e9b2033e4a08" /><Relationship Type="http://schemas.openxmlformats.org/officeDocument/2006/relationships/notesSlide" Target="/ppt/notesSlides/notesSlide6.xml" Id="R8b33d728769342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8A73F12-C7AB-4D01-A9D8-30CF81F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ABLESTACK TECHFLOW · EPIC #70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20E11F0-C621-407F-B2F8-106665E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 지원 흐름을</a:t>
            </a:r>
          </a:p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가능한 제품으로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CFD509E6-AC66-4255-BDCB-E1223AEF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업데이트 · 대용량 첨부 · 현대화 UI · 복구 가능한 운영</a:t>
            </a:r>
          </a:p>
        </p:txBody>
      </p:sp>
      <p:sp>
        <p:nvSpPr>
          <p:cNvPr id="4" name="cover-go">
            <a:extLst xmlns:a="http://schemas.openxmlformats.org/drawingml/2006/main">
              <a:ext uri="{FF2B5EF4-FFF2-40B4-BE49-F238E27FC236}">
                <a16:creationId xmlns:a16="http://schemas.microsoft.com/office/drawing/2014/main" id="{043190F6-4A7A-4B75-9C0D-5143FF80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over-go-text">
            <a:extLst xmlns:a="http://schemas.openxmlformats.org/drawingml/2006/main">
              <a:ext uri="{FF2B5EF4-FFF2-40B4-BE49-F238E27FC236}">
                <a16:creationId xmlns:a16="http://schemas.microsoft.com/office/drawing/2014/main" id="{514B7E99-5C39-45D9-A381-EA21B0D1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over-proof">
            <a:extLst xmlns:a="http://schemas.openxmlformats.org/drawingml/2006/main">
              <a:ext uri="{FF2B5EF4-FFF2-40B4-BE49-F238E27FC236}">
                <a16:creationId xmlns:a16="http://schemas.microsoft.com/office/drawing/2014/main" id="{B4C3F62F-8970-4509-B89E-BD2AA2A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Issue #71~#74</a:t>
            </a:r>
          </a:p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통합 E2E 통과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2DB5A1BE-0D0D-4E5E-B71C-F401C9F3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2026.08.21 · Production validated</a:t>
            </a:r>
          </a:p>
        </p:txBody>
      </p:sp>
    </p:spTree>
    <p:extLst>
      <p:ext uri="{BB962C8B-B14F-4D97-AF65-F5344CB8AC3E}">
        <p14:creationId xmlns:p14="http://schemas.microsoft.com/office/powerpoint/2010/main" val="1950881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2">
            <a:extLst xmlns:a="http://schemas.openxmlformats.org/drawingml/2006/main">
              <a:ext uri="{FF2B5EF4-FFF2-40B4-BE49-F238E27FC236}">
                <a16:creationId xmlns:a16="http://schemas.microsoft.com/office/drawing/2014/main" id="{28D05F0D-00DA-4449-91A7-6C68DF0A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질문이 해결 지식으로 이어지는 한 흐름을 완성했습니다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F03EB88D-F58C-470E-82CB-3C7614BA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arrow-0">
            <a:extLst xmlns:a="http://schemas.openxmlformats.org/drawingml/2006/main">
              <a:ext uri="{FF2B5EF4-FFF2-40B4-BE49-F238E27FC236}">
                <a16:creationId xmlns:a16="http://schemas.microsoft.com/office/drawing/2014/main" id="{EA49EDC1-3282-4E13-ACFB-B586A5B3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86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CE9D34E-B4B2-4271-A3E0-89092AA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5" name="no-0">
            <a:extLst xmlns:a="http://schemas.openxmlformats.org/drawingml/2006/main">
              <a:ext uri="{FF2B5EF4-FFF2-40B4-BE49-F238E27FC236}">
                <a16:creationId xmlns:a16="http://schemas.microsoft.com/office/drawing/2014/main" id="{CAE9CC28-75F4-4FC4-AFEF-67E830D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F13E4951-CBBD-402D-9414-0C26F8C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질문·첨부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6222CD0C-730E-480D-A7E3-AEE1AA7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30C0FE69-547B-4229-99FA-8810C07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9" name="no-1">
            <a:extLst xmlns:a="http://schemas.openxmlformats.org/drawingml/2006/main">
              <a:ext uri="{FF2B5EF4-FFF2-40B4-BE49-F238E27FC236}">
                <a16:creationId xmlns:a16="http://schemas.microsoft.com/office/drawing/2014/main" id="{5FC7EE0E-F043-4F80-B47E-0B50CF9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label-1">
            <a:extLst xmlns:a="http://schemas.openxmlformats.org/drawingml/2006/main">
              <a:ext uri="{FF2B5EF4-FFF2-40B4-BE49-F238E27FC236}">
                <a16:creationId xmlns:a16="http://schemas.microsoft.com/office/drawing/2014/main" id="{A9F85933-69D8-43F6-BA6B-6445C58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AI 분석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672C7222-056A-4014-934A-61D1D8BB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86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FC208CF1-A4F4-4B2A-A11E-37FDFFB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no-2">
            <a:extLst xmlns:a="http://schemas.openxmlformats.org/drawingml/2006/main">
              <a:ext uri="{FF2B5EF4-FFF2-40B4-BE49-F238E27FC236}">
                <a16:creationId xmlns:a16="http://schemas.microsoft.com/office/drawing/2014/main" id="{32B2F325-CD48-4001-9185-DA9492D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label-2">
            <a:extLst xmlns:a="http://schemas.openxmlformats.org/drawingml/2006/main">
              <a:ext uri="{FF2B5EF4-FFF2-40B4-BE49-F238E27FC236}">
                <a16:creationId xmlns:a16="http://schemas.microsoft.com/office/drawing/2014/main" id="{FD388581-BD84-4536-B897-960560FF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친절한 답변</a:t>
            </a:r>
          </a:p>
        </p:txBody>
      </p:sp>
      <p:sp>
        <p:nvSpPr>
          <p:cNvPr id="15" name="arrow-3">
            <a:extLst xmlns:a="http://schemas.openxmlformats.org/drawingml/2006/main">
              <a:ext uri="{FF2B5EF4-FFF2-40B4-BE49-F238E27FC236}">
                <a16:creationId xmlns:a16="http://schemas.microsoft.com/office/drawing/2014/main" id="{8095FCD5-94E2-43CE-B545-0074CD0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C1DA32DC-14AB-46F3-8B49-A65F831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7" name="no-3">
            <a:extLst xmlns:a="http://schemas.openxmlformats.org/drawingml/2006/main">
              <a:ext uri="{FF2B5EF4-FFF2-40B4-BE49-F238E27FC236}">
                <a16:creationId xmlns:a16="http://schemas.microsoft.com/office/drawing/2014/main" id="{07B544AC-50F0-4C6D-ABE6-1F5BBC5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label-3">
            <a:extLst xmlns:a="http://schemas.openxmlformats.org/drawingml/2006/main">
              <a:ext uri="{FF2B5EF4-FFF2-40B4-BE49-F238E27FC236}">
                <a16:creationId xmlns:a16="http://schemas.microsoft.com/office/drawing/2014/main" id="{0F0A35A7-48AF-4C4D-B670-8C6596A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후속 대화</a:t>
            </a:r>
          </a:p>
        </p:txBody>
      </p:sp>
      <p:sp>
        <p:nvSpPr>
          <p:cNvPr id="19" name="arrow-4">
            <a:extLst xmlns:a="http://schemas.openxmlformats.org/drawingml/2006/main">
              <a:ext uri="{FF2B5EF4-FFF2-40B4-BE49-F238E27FC236}">
                <a16:creationId xmlns:a16="http://schemas.microsoft.com/office/drawing/2014/main" id="{1474FFAF-4F43-4B2A-9645-746DC5B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860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C7A0C32F-AE9B-436D-BA20-7C1BED4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1" name="no-4">
            <a:extLst xmlns:a="http://schemas.openxmlformats.org/drawingml/2006/main">
              <a:ext uri="{FF2B5EF4-FFF2-40B4-BE49-F238E27FC236}">
                <a16:creationId xmlns:a16="http://schemas.microsoft.com/office/drawing/2014/main" id="{80347FB2-A2A1-4F2D-9EB1-B543429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label-4">
            <a:extLst xmlns:a="http://schemas.openxmlformats.org/drawingml/2006/main">
              <a:ext uri="{FF2B5EF4-FFF2-40B4-BE49-F238E27FC236}">
                <a16:creationId xmlns:a16="http://schemas.microsoft.com/office/drawing/2014/main" id="{2F0E6FBA-2658-4760-AD75-1D889E9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해결 선택</a:t>
            </a:r>
          </a:p>
        </p:txBody>
      </p:sp>
      <p:sp>
        <p:nvSpPr>
          <p:cNvPr id="23" name="step-5">
            <a:extLst xmlns:a="http://schemas.openxmlformats.org/drawingml/2006/main">
              <a:ext uri="{FF2B5EF4-FFF2-40B4-BE49-F238E27FC236}">
                <a16:creationId xmlns:a16="http://schemas.microsoft.com/office/drawing/2014/main" id="{1F8ABC65-2B9D-467B-8C2F-BC32C5A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24" name="no-5">
            <a:extLst xmlns:a="http://schemas.openxmlformats.org/drawingml/2006/main">
              <a:ext uri="{FF2B5EF4-FFF2-40B4-BE49-F238E27FC236}">
                <a16:creationId xmlns:a16="http://schemas.microsoft.com/office/drawing/2014/main" id="{EEF43742-A2EC-4125-98E0-6DCC02B1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526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5" name="label-5">
            <a:extLst xmlns:a="http://schemas.openxmlformats.org/drawingml/2006/main">
              <a:ext uri="{FF2B5EF4-FFF2-40B4-BE49-F238E27FC236}">
                <a16:creationId xmlns:a16="http://schemas.microsoft.com/office/drawing/2014/main" id="{DDDF39E8-3CC7-40D3-B0A6-E2A2630C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337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KB 최종본</a:t>
            </a:r>
          </a:p>
        </p:txBody>
      </p:sp>
      <p:sp>
        <p:nvSpPr>
          <p:cNvPr id="26" name="flow-foot">
            <a:extLst xmlns:a="http://schemas.openxmlformats.org/drawingml/2006/main">
              <a:ext uri="{FF2B5EF4-FFF2-40B4-BE49-F238E27FC236}">
                <a16:creationId xmlns:a16="http://schemas.microsoft.com/office/drawing/2014/main" id="{C81823F8-DC66-4A9E-8A9E-E138F02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Chat은 신규·후속·KB 완료와 장애·복구 전이에만 알립니다</a:t>
            </a:r>
          </a:p>
        </p:txBody>
      </p:sp>
    </p:spTree>
    <p:extLst>
      <p:ext uri="{BB962C8B-B14F-4D97-AF65-F5344CB8AC3E}">
        <p14:creationId xmlns:p14="http://schemas.microsoft.com/office/powerpoint/2010/main" val="844930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FADD12CB-EA5A-43F2-A06D-56A98DA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Discussion #174에서 전체 E2E가 실제로 통과했습니다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A95BAB23-A301-497E-A372-15882EE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75ea6ecbc45b4"/>
          <a:stretch xmlns:a="http://schemas.openxmlformats.org/drawingml/2006/main"/>
        </p:blipFill>
        <p:spPr>
          <a:xfrm xmlns:a="http://schemas.openxmlformats.org/drawingml/2006/main">
            <a:off x="457200" y="1503218"/>
            <a:ext cx="6572250" cy="3699164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80923B3B-9AC0-404A-B520-7E862DCD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4191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5" name="post-0">
            <a:extLst xmlns:a="http://schemas.openxmlformats.org/drawingml/2006/main">
              <a:ext uri="{FF2B5EF4-FFF2-40B4-BE49-F238E27FC236}">
                <a16:creationId xmlns:a16="http://schemas.microsoft.com/office/drawing/2014/main" id="{B8F957DF-774D-425B-9155-8AD425E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#404</a:t>
            </a:r>
          </a:p>
        </p:txBody>
      </p:sp>
      <p:sp>
        <p:nvSpPr>
          <p:cNvPr id="6" name="post-label-0">
            <a:extLst xmlns:a="http://schemas.openxmlformats.org/drawingml/2006/main">
              <a:ext uri="{FF2B5EF4-FFF2-40B4-BE49-F238E27FC236}">
                <a16:creationId xmlns:a16="http://schemas.microsoft.com/office/drawing/2014/main" id="{303AA162-110F-403B-B957-964F461E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81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이미지·로그 질문</a:t>
            </a:r>
          </a:p>
        </p:txBody>
      </p:sp>
      <p:sp>
        <p:nvSpPr>
          <p:cNvPr id="7" name="post-line-0">
            <a:extLst xmlns:a="http://schemas.openxmlformats.org/drawingml/2006/main">
              <a:ext uri="{FF2B5EF4-FFF2-40B4-BE49-F238E27FC236}">
                <a16:creationId xmlns:a16="http://schemas.microsoft.com/office/drawing/2014/main" id="{7D2D95DA-75B9-4D3D-9F26-5258CB9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19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post-1">
            <a:extLst xmlns:a="http://schemas.openxmlformats.org/drawingml/2006/main">
              <a:ext uri="{FF2B5EF4-FFF2-40B4-BE49-F238E27FC236}">
                <a16:creationId xmlns:a16="http://schemas.microsoft.com/office/drawing/2014/main" id="{2FF15D4D-E793-49B8-A468-5C89CCB4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#405</a:t>
            </a:r>
          </a:p>
        </p:txBody>
      </p:sp>
      <p:sp>
        <p:nvSpPr>
          <p:cNvPr id="9" name="post-label-1">
            <a:extLst xmlns:a="http://schemas.openxmlformats.org/drawingml/2006/main">
              <a:ext uri="{FF2B5EF4-FFF2-40B4-BE49-F238E27FC236}">
                <a16:creationId xmlns:a16="http://schemas.microsoft.com/office/drawing/2014/main" id="{56D0B2F0-BA62-4313-896E-E190A0E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첫 답변 + Chat</a:t>
            </a:r>
          </a:p>
        </p:txBody>
      </p:sp>
      <p:sp>
        <p:nvSpPr>
          <p:cNvPr id="10" name="post-line-1">
            <a:extLst xmlns:a="http://schemas.openxmlformats.org/drawingml/2006/main">
              <a:ext uri="{FF2B5EF4-FFF2-40B4-BE49-F238E27FC236}">
                <a16:creationId xmlns:a16="http://schemas.microsoft.com/office/drawing/2014/main" id="{CF43840F-3431-46ED-9992-8D9F1AE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19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1" name="post-2">
            <a:extLst xmlns:a="http://schemas.openxmlformats.org/drawingml/2006/main">
              <a:ext uri="{FF2B5EF4-FFF2-40B4-BE49-F238E27FC236}">
                <a16:creationId xmlns:a16="http://schemas.microsoft.com/office/drawing/2014/main" id="{94234B5E-72A7-41BA-A9E2-6DB3F36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90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#406</a:t>
            </a:r>
          </a:p>
        </p:txBody>
      </p:sp>
      <p:sp>
        <p:nvSpPr>
          <p:cNvPr id="12" name="post-label-2">
            <a:extLst xmlns:a="http://schemas.openxmlformats.org/drawingml/2006/main">
              <a:ext uri="{FF2B5EF4-FFF2-40B4-BE49-F238E27FC236}">
                <a16:creationId xmlns:a16="http://schemas.microsoft.com/office/drawing/2014/main" id="{79684ED0-DCF7-4199-A652-B90AEE3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후속 질문</a:t>
            </a:r>
          </a:p>
        </p:txBody>
      </p:sp>
      <p:sp>
        <p:nvSpPr>
          <p:cNvPr id="13" name="post-line-2">
            <a:extLst xmlns:a="http://schemas.openxmlformats.org/drawingml/2006/main">
              <a:ext uri="{FF2B5EF4-FFF2-40B4-BE49-F238E27FC236}">
                <a16:creationId xmlns:a16="http://schemas.microsoft.com/office/drawing/2014/main" id="{A2455B37-D8A5-4D7A-A615-AF56797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9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4" name="post-3">
            <a:extLst xmlns:a="http://schemas.openxmlformats.org/drawingml/2006/main">
              <a:ext uri="{FF2B5EF4-FFF2-40B4-BE49-F238E27FC236}">
                <a16:creationId xmlns:a16="http://schemas.microsoft.com/office/drawing/2014/main" id="{8C60C996-5C72-42BB-9008-39567740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#407</a:t>
            </a:r>
          </a:p>
        </p:txBody>
      </p:sp>
      <p:sp>
        <p:nvSpPr>
          <p:cNvPr id="15" name="post-label-3">
            <a:extLst xmlns:a="http://schemas.openxmlformats.org/drawingml/2006/main">
              <a:ext uri="{FF2B5EF4-FFF2-40B4-BE49-F238E27FC236}">
                <a16:creationId xmlns:a16="http://schemas.microsoft.com/office/drawing/2014/main" id="{13CBD6EF-CC1B-4C02-A83F-3DE6AE3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95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맥락 답변 + Chat</a:t>
            </a:r>
          </a:p>
        </p:txBody>
      </p:sp>
      <p:sp>
        <p:nvSpPr>
          <p:cNvPr id="16" name="post-line-3">
            <a:extLst xmlns:a="http://schemas.openxmlformats.org/drawingml/2006/main">
              <a:ext uri="{FF2B5EF4-FFF2-40B4-BE49-F238E27FC236}">
                <a16:creationId xmlns:a16="http://schemas.microsoft.com/office/drawing/2014/main" id="{4420410C-3ABC-4022-8CCD-DE22B7A2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19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7" name="post-4">
            <a:extLst xmlns:a="http://schemas.openxmlformats.org/drawingml/2006/main">
              <a:ext uri="{FF2B5EF4-FFF2-40B4-BE49-F238E27FC236}">
                <a16:creationId xmlns:a16="http://schemas.microsoft.com/office/drawing/2014/main" id="{2EE57154-7A63-42C3-8E7E-107873D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#408</a:t>
            </a:r>
          </a:p>
        </p:txBody>
      </p:sp>
      <p:sp>
        <p:nvSpPr>
          <p:cNvPr id="18" name="post-label-4">
            <a:extLst xmlns:a="http://schemas.openxmlformats.org/drawingml/2006/main">
              <a:ext uri="{FF2B5EF4-FFF2-40B4-BE49-F238E27FC236}">
                <a16:creationId xmlns:a16="http://schemas.microsoft.com/office/drawing/2014/main" id="{A175BB64-9BC5-408E-B0C0-B2471CE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KB + Best Answer</a:t>
            </a:r>
          </a:p>
        </p:txBody>
      </p:sp>
      <p:sp>
        <p:nvSpPr>
          <p:cNvPr id="19" name="case">
            <a:extLst xmlns:a="http://schemas.openxmlformats.org/drawingml/2006/main">
              <a:ext uri="{FF2B5EF4-FFF2-40B4-BE49-F238E27FC236}">
                <a16:creationId xmlns:a16="http://schemas.microsoft.com/office/drawing/2014/main" id="{AD74FFDF-B3F4-410E-99F5-A173DCB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같은 Case · contextVersion 5</a:t>
            </a:r>
          </a:p>
        </p:txBody>
      </p:sp>
    </p:spTree>
    <p:extLst>
      <p:ext uri="{BB962C8B-B14F-4D97-AF65-F5344CB8AC3E}">
        <p14:creationId xmlns:p14="http://schemas.microsoft.com/office/powerpoint/2010/main" val="1315496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1CBA5707-FD94-4979-A2EB-D5262D7F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제품 우선 증거를 쓰되 사용자는 필요한 답만 봅니다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70FBE84-A557-45B8-AEAD-86927D9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source-0">
            <a:extLst xmlns:a="http://schemas.openxmlformats.org/drawingml/2006/main">
              <a:ext uri="{FF2B5EF4-FFF2-40B4-BE49-F238E27FC236}">
                <a16:creationId xmlns:a16="http://schemas.microsoft.com/office/drawing/2014/main" id="{EE16DDAC-6607-4B1C-B153-D5168DB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4" name="source-no-0">
            <a:extLst xmlns:a="http://schemas.openxmlformats.org/drawingml/2006/main">
              <a:ext uri="{FF2B5EF4-FFF2-40B4-BE49-F238E27FC236}">
                <a16:creationId xmlns:a16="http://schemas.microsoft.com/office/drawing/2014/main" id="{E47C066C-3DD9-4155-9CE2-C09469B1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source-name-0">
            <a:extLst xmlns:a="http://schemas.openxmlformats.org/drawingml/2006/main">
              <a:ext uri="{FF2B5EF4-FFF2-40B4-BE49-F238E27FC236}">
                <a16:creationId xmlns:a16="http://schemas.microsoft.com/office/drawing/2014/main" id="{9EAC5F6F-DE81-424B-B884-AAF52C7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14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ABLESTACK 문서</a:t>
            </a:r>
          </a:p>
        </p:txBody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5D7DA7A1-010E-4640-B242-D21BF91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source-no-1">
            <a:extLst xmlns:a="http://schemas.openxmlformats.org/drawingml/2006/main">
              <a:ext uri="{FF2B5EF4-FFF2-40B4-BE49-F238E27FC236}">
                <a16:creationId xmlns:a16="http://schemas.microsoft.com/office/drawing/2014/main" id="{EF25DDD6-35C5-4B29-8300-09FBAB0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source-name-1">
            <a:extLst xmlns:a="http://schemas.openxmlformats.org/drawingml/2006/main">
              <a:ext uri="{FF2B5EF4-FFF2-40B4-BE49-F238E27FC236}">
                <a16:creationId xmlns:a16="http://schemas.microsoft.com/office/drawing/2014/main" id="{B1997992-C65A-4981-8A4E-40DA5D6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Cloud Diplo</a:t>
            </a:r>
          </a:p>
        </p:txBody>
      </p:sp>
      <p:sp>
        <p:nvSpPr>
          <p:cNvPr id="9" name="source-2">
            <a:extLst xmlns:a="http://schemas.openxmlformats.org/drawingml/2006/main">
              <a:ext uri="{FF2B5EF4-FFF2-40B4-BE49-F238E27FC236}">
                <a16:creationId xmlns:a16="http://schemas.microsoft.com/office/drawing/2014/main" id="{46B1C36F-5DCA-4363-9325-64158D85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" name="source-no-2">
            <a:extLst xmlns:a="http://schemas.openxmlformats.org/drawingml/2006/main">
              <a:ext uri="{FF2B5EF4-FFF2-40B4-BE49-F238E27FC236}">
                <a16:creationId xmlns:a16="http://schemas.microsoft.com/office/drawing/2014/main" id="{3BB130B4-CD54-4EE5-8F2B-28A9D53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source-name-2">
            <a:extLst xmlns:a="http://schemas.openxmlformats.org/drawingml/2006/main">
              <a:ext uri="{FF2B5EF4-FFF2-40B4-BE49-F238E27FC236}">
                <a16:creationId xmlns:a16="http://schemas.microsoft.com/office/drawing/2014/main" id="{2C2D45B0-2C39-49ED-AE2F-D20716B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146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연관 제품 코드</a:t>
            </a:r>
          </a:p>
        </p:txBody>
      </p:sp>
      <p:sp>
        <p:nvSpPr>
          <p:cNvPr id="12" name="source-3">
            <a:extLst xmlns:a="http://schemas.openxmlformats.org/drawingml/2006/main">
              <a:ext uri="{FF2B5EF4-FFF2-40B4-BE49-F238E27FC236}">
                <a16:creationId xmlns:a16="http://schemas.microsoft.com/office/drawing/2014/main" id="{C0DFFC74-880A-4937-9A3D-4D05FFC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source-no-3">
            <a:extLst xmlns:a="http://schemas.openxmlformats.org/drawingml/2006/main">
              <a:ext uri="{FF2B5EF4-FFF2-40B4-BE49-F238E27FC236}">
                <a16:creationId xmlns:a16="http://schemas.microsoft.com/office/drawing/2014/main" id="{4BB0FAEE-1E70-4C68-B88C-13CD1A5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source-name-3">
            <a:extLst xmlns:a="http://schemas.openxmlformats.org/drawingml/2006/main">
              <a:ext uri="{FF2B5EF4-FFF2-40B4-BE49-F238E27FC236}">
                <a16:creationId xmlns:a16="http://schemas.microsoft.com/office/drawing/2014/main" id="{B1DB1627-2967-455A-B534-CA4EAC7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147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Europa Preview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913518DA-4B19-4E21-965A-5CD7275E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source-no-4">
            <a:extLst xmlns:a="http://schemas.openxmlformats.org/drawingml/2006/main">
              <a:ext uri="{FF2B5EF4-FFF2-40B4-BE49-F238E27FC236}">
                <a16:creationId xmlns:a16="http://schemas.microsoft.com/office/drawing/2014/main" id="{E9400FE4-4808-46BE-9A25-19CB09F8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source-name-4">
            <a:extLst xmlns:a="http://schemas.openxmlformats.org/drawingml/2006/main">
              <a:ext uri="{FF2B5EF4-FFF2-40B4-BE49-F238E27FC236}">
                <a16:creationId xmlns:a16="http://schemas.microsoft.com/office/drawing/2014/main" id="{54B9E815-3393-48FA-97C6-C405B9CB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14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libvirt·QEMU 공식 자료</a:t>
            </a:r>
          </a:p>
        </p:txBody>
      </p:sp>
      <p:sp>
        <p:nvSpPr>
          <p:cNvPr id="18" name="user-output">
            <a:extLst xmlns:a="http://schemas.openxmlformats.org/drawingml/2006/main">
              <a:ext uri="{FF2B5EF4-FFF2-40B4-BE49-F238E27FC236}">
                <a16:creationId xmlns:a16="http://schemas.microsoft.com/office/drawing/2014/main" id="{40E3240E-FC65-46EF-94A8-734D5BCC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71600"/>
            <a:ext cx="54292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19" name="user-head">
            <a:extLst xmlns:a="http://schemas.openxmlformats.org/drawingml/2006/main">
              <a:ext uri="{FF2B5EF4-FFF2-40B4-BE49-F238E27FC236}">
                <a16:creationId xmlns:a16="http://schemas.microsoft.com/office/drawing/2014/main" id="{BD02B615-3BED-4AB4-9153-D48593D0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사용자에게 보이는 답변</a:t>
            </a:r>
          </a:p>
        </p:txBody>
      </p:sp>
      <p:sp>
        <p:nvSpPr>
          <p:cNvPr id="20" name="user-copy">
            <a:extLst xmlns:a="http://schemas.openxmlformats.org/drawingml/2006/main">
              <a:ext uri="{FF2B5EF4-FFF2-40B4-BE49-F238E27FC236}">
                <a16:creationId xmlns:a16="http://schemas.microsoft.com/office/drawing/2014/main" id="{2F730875-2BBA-49C2-9985-B8D1DA1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476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친절한 전문 엔지니어 문장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현재 원인과 조치 순서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실행 전·중·후 CLI 확인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필요한 추가 자료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내부 경로·Commit·Citation은 숨김</a:t>
            </a:r>
          </a:p>
        </p:txBody>
      </p:sp>
      <p:sp>
        <p:nvSpPr>
          <p:cNvPr id="21" name="kb">
            <a:extLst xmlns:a="http://schemas.openxmlformats.org/drawingml/2006/main">
              <a:ext uri="{FF2B5EF4-FFF2-40B4-BE49-F238E27FC236}">
                <a16:creationId xmlns:a16="http://schemas.microsoft.com/office/drawing/2014/main" id="{8CB860B5-BF64-4ED4-9058-C41341C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KB: 증상 · 원인 · 해결 방법 · 추가 고려사항 · 적용 버전</a:t>
            </a:r>
          </a:p>
        </p:txBody>
      </p:sp>
    </p:spTree>
    <p:extLst>
      <p:ext uri="{BB962C8B-B14F-4D97-AF65-F5344CB8AC3E}">
        <p14:creationId xmlns:p14="http://schemas.microsoft.com/office/powerpoint/2010/main" val="1724622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5">
            <a:extLst xmlns:a="http://schemas.openxmlformats.org/drawingml/2006/main">
              <a:ext uri="{FF2B5EF4-FFF2-40B4-BE49-F238E27FC236}">
                <a16:creationId xmlns:a16="http://schemas.microsoft.com/office/drawing/2014/main" id="{DCA134E7-CF2C-4603-A63C-1FFD4EB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복구·관측·보안과 보호 서비스 불변성을 함께 확인했습니다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5AA53B05-D5A9-4D87-B6D6-D0876DA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tests-box">
            <a:extLst xmlns:a="http://schemas.openxmlformats.org/drawingml/2006/main">
              <a:ext uri="{FF2B5EF4-FFF2-40B4-BE49-F238E27FC236}">
                <a16:creationId xmlns:a16="http://schemas.microsoft.com/office/drawing/2014/main" id="{8630EF64-041E-43F7-8749-30F9730A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tests-rule">
            <a:extLst xmlns:a="http://schemas.openxmlformats.org/drawingml/2006/main">
              <a:ext uri="{FF2B5EF4-FFF2-40B4-BE49-F238E27FC236}">
                <a16:creationId xmlns:a16="http://schemas.microsoft.com/office/drawing/2014/main" id="{49CA09DF-1C3F-46B9-B664-249577E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tests-value">
            <a:extLst xmlns:a="http://schemas.openxmlformats.org/drawingml/2006/main">
              <a:ext uri="{FF2B5EF4-FFF2-40B4-BE49-F238E27FC236}">
                <a16:creationId xmlns:a16="http://schemas.microsoft.com/office/drawing/2014/main" id="{3D41342F-4256-4DD4-8801-B49AF044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175</a:t>
            </a:r>
          </a:p>
        </p:txBody>
      </p:sp>
      <p:sp>
        <p:nvSpPr>
          <p:cNvPr id="6" name="tests-label">
            <a:extLst xmlns:a="http://schemas.openxmlformats.org/drawingml/2006/main">
              <a:ext uri="{FF2B5EF4-FFF2-40B4-BE49-F238E27FC236}">
                <a16:creationId xmlns:a16="http://schemas.microsoft.com/office/drawing/2014/main" id="{0A73CE04-7A8F-40EE-A794-995DDDA2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Repository tests</a:t>
            </a:r>
          </a:p>
        </p:txBody>
      </p:sp>
      <p:sp>
        <p:nvSpPr>
          <p:cNvPr id="7" name="restore-box">
            <a:extLst xmlns:a="http://schemas.openxmlformats.org/drawingml/2006/main">
              <a:ext uri="{FF2B5EF4-FFF2-40B4-BE49-F238E27FC236}">
                <a16:creationId xmlns:a16="http://schemas.microsoft.com/office/drawing/2014/main" id="{B06E7D9E-B013-4BB7-AA7A-1C45401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restore-rule">
            <a:extLst xmlns:a="http://schemas.openxmlformats.org/drawingml/2006/main">
              <a:ext uri="{FF2B5EF4-FFF2-40B4-BE49-F238E27FC236}">
                <a16:creationId xmlns:a16="http://schemas.microsoft.com/office/drawing/2014/main" id="{48C3B0CD-8143-411C-9BB4-E35BFBCE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8C52D4FC-8C07-4AD8-BACF-699B78E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11초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B86F5340-DFB5-418F-955B-EC98BB61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WSL 전체 복원</a:t>
            </a:r>
          </a:p>
        </p:txBody>
      </p:sp>
      <p:sp>
        <p:nvSpPr>
          <p:cNvPr id="11" name="files-box">
            <a:extLst xmlns:a="http://schemas.openxmlformats.org/drawingml/2006/main">
              <a:ext uri="{FF2B5EF4-FFF2-40B4-BE49-F238E27FC236}">
                <a16:creationId xmlns:a16="http://schemas.microsoft.com/office/drawing/2014/main" id="{C9C96B2B-E0C4-4EFD-A438-D63FA7B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2" name="files-rule">
            <a:extLst xmlns:a="http://schemas.openxmlformats.org/drawingml/2006/main">
              <a:ext uri="{FF2B5EF4-FFF2-40B4-BE49-F238E27FC236}">
                <a16:creationId xmlns:a16="http://schemas.microsoft.com/office/drawing/2014/main" id="{79C3C76B-3A59-4883-AB0C-9B3CFC1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8E8"/>
          </a:solidFill>
          <a:ln xmlns:a="http://schemas.openxmlformats.org/drawingml/2006/main" w="9525">
            <a:solidFill>
              <a:srgbClr val="25B8E8"/>
            </a:solidFill>
            <a:prstDash val="solid"/>
          </a:ln>
        </p:spPr>
      </p:sp>
      <p:sp>
        <p:nvSpPr>
          <p:cNvPr id="13" name="files-value">
            <a:extLst xmlns:a="http://schemas.openxmlformats.org/drawingml/2006/main">
              <a:ext uri="{FF2B5EF4-FFF2-40B4-BE49-F238E27FC236}">
                <a16:creationId xmlns:a16="http://schemas.microsoft.com/office/drawing/2014/main" id="{0CE1FC85-B1BA-4F8F-9A4A-B23DE86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rPr>
              <a:t>11,336</a:t>
            </a:r>
          </a:p>
        </p:txBody>
      </p:sp>
      <p:sp>
        <p:nvSpPr>
          <p:cNvPr id="14" name="files-label">
            <a:extLst xmlns:a="http://schemas.openxmlformats.org/drawingml/2006/main">
              <a:ext uri="{FF2B5EF4-FFF2-40B4-BE49-F238E27FC236}">
                <a16:creationId xmlns:a16="http://schemas.microsoft.com/office/drawing/2014/main" id="{BD859DE0-FE5D-4862-9FF3-CA08259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복원 File</a:t>
            </a:r>
          </a:p>
        </p:txBody>
      </p:sp>
      <p:sp>
        <p:nvSpPr>
          <p:cNvPr id="15" name="alerts-box">
            <a:extLst xmlns:a="http://schemas.openxmlformats.org/drawingml/2006/main">
              <a:ext uri="{FF2B5EF4-FFF2-40B4-BE49-F238E27FC236}">
                <a16:creationId xmlns:a16="http://schemas.microsoft.com/office/drawing/2014/main" id="{ACF8B1E0-2643-446C-AA96-82A19D0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476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alerts-rule">
            <a:extLst xmlns:a="http://schemas.openxmlformats.org/drawingml/2006/main">
              <a:ext uri="{FF2B5EF4-FFF2-40B4-BE49-F238E27FC236}">
                <a16:creationId xmlns:a16="http://schemas.microsoft.com/office/drawing/2014/main" id="{66EA51CD-D5ED-4A43-9ABE-7AA0917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7620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7" name="alerts-value">
            <a:extLst xmlns:a="http://schemas.openxmlformats.org/drawingml/2006/main">
              <a:ext uri="{FF2B5EF4-FFF2-40B4-BE49-F238E27FC236}">
                <a16:creationId xmlns:a16="http://schemas.microsoft.com/office/drawing/2014/main" id="{4C3D956C-BA8A-4EFF-8F41-5B8C402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8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0501A31A-FA4B-457F-9DD6-820F7E3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정상 주기 알림</a:t>
            </a:r>
          </a:p>
        </p:txBody>
      </p:sp>
      <p:sp>
        <p:nvSpPr>
          <p:cNvPr id="19" name="check-0">
            <a:extLst xmlns:a="http://schemas.openxmlformats.org/drawingml/2006/main">
              <a:ext uri="{FF2B5EF4-FFF2-40B4-BE49-F238E27FC236}">
                <a16:creationId xmlns:a16="http://schemas.microsoft.com/office/drawing/2014/main" id="{A7BD972C-3EA3-4D6E-9BC3-BD4774FC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362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0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ADD74894-8ADE-44E9-B1CE-6C5D4453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21" name="check-value-0">
            <a:extLst xmlns:a="http://schemas.openxmlformats.org/drawingml/2006/main">
              <a:ext uri="{FF2B5EF4-FFF2-40B4-BE49-F238E27FC236}">
                <a16:creationId xmlns:a16="http://schemas.microsoft.com/office/drawing/2014/main" id="{BFBB1A32-EFD5-4781-AD29-77EF543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3/3 active</a:t>
            </a:r>
          </a:p>
        </p:txBody>
      </p:sp>
      <p:sp>
        <p:nvSpPr>
          <p:cNvPr id="22" name="check-1">
            <a:extLst xmlns:a="http://schemas.openxmlformats.org/drawingml/2006/main">
              <a:ext uri="{FF2B5EF4-FFF2-40B4-BE49-F238E27FC236}">
                <a16:creationId xmlns:a16="http://schemas.microsoft.com/office/drawing/2014/main" id="{DBABE3EF-FC48-4D1E-9C4D-12B726CB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33800"/>
            <a:ext cx="2362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3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77D6D786-56D5-41D9-91DD-50DC7627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HTTP</a:t>
            </a:r>
          </a:p>
        </p:txBody>
      </p:sp>
      <p:sp>
        <p:nvSpPr>
          <p:cNvPr id="24" name="check-value-1">
            <a:extLst xmlns:a="http://schemas.openxmlformats.org/drawingml/2006/main">
              <a:ext uri="{FF2B5EF4-FFF2-40B4-BE49-F238E27FC236}">
                <a16:creationId xmlns:a16="http://schemas.microsoft.com/office/drawing/2014/main" id="{50BBF39D-2FBA-4293-B766-E061CB9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200/200/200</a:t>
            </a:r>
          </a:p>
        </p:txBody>
      </p:sp>
      <p:sp>
        <p:nvSpPr>
          <p:cNvPr id="25" name="check-2">
            <a:extLst xmlns:a="http://schemas.openxmlformats.org/drawingml/2006/main">
              <a:ext uri="{FF2B5EF4-FFF2-40B4-BE49-F238E27FC236}">
                <a16:creationId xmlns:a16="http://schemas.microsoft.com/office/drawing/2014/main" id="{35DEB87B-D284-4DEA-9D5C-F0E1048E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362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6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5CCF2347-8DD2-41CB-82FE-B5FD5306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Backup</a:t>
            </a:r>
          </a:p>
        </p:txBody>
      </p:sp>
      <p:sp>
        <p:nvSpPr>
          <p:cNvPr id="27" name="check-value-2">
            <a:extLst xmlns:a="http://schemas.openxmlformats.org/drawingml/2006/main">
              <a:ext uri="{FF2B5EF4-FFF2-40B4-BE49-F238E27FC236}">
                <a16:creationId xmlns:a16="http://schemas.microsoft.com/office/drawing/2014/main" id="{BA116468-9656-400B-944F-9961D328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integrity true</a:t>
            </a:r>
          </a:p>
        </p:txBody>
      </p:sp>
      <p:sp>
        <p:nvSpPr>
          <p:cNvPr id="28" name="check-3">
            <a:extLst xmlns:a="http://schemas.openxmlformats.org/drawingml/2006/main">
              <a:ext uri="{FF2B5EF4-FFF2-40B4-BE49-F238E27FC236}">
                <a16:creationId xmlns:a16="http://schemas.microsoft.com/office/drawing/2014/main" id="{AA21F318-6C6C-468C-B436-19E6012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362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9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579E4B0D-6587-4714-A96A-07DABF2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Security</a:t>
            </a:r>
          </a:p>
        </p:txBody>
      </p:sp>
      <p:sp>
        <p:nvSpPr>
          <p:cNvPr id="30" name="check-value-3">
            <a:extLst xmlns:a="http://schemas.openxmlformats.org/drawingml/2006/main">
              <a:ext uri="{FF2B5EF4-FFF2-40B4-BE49-F238E27FC236}">
                <a16:creationId xmlns:a16="http://schemas.microsoft.com/office/drawing/2014/main" id="{0FF15DE7-A4FC-41CD-A9B5-11A9436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Header 5 · WW 0</a:t>
            </a:r>
          </a:p>
        </p:txBody>
      </p:sp>
      <p:sp>
        <p:nvSpPr>
          <p:cNvPr id="31" name="guard">
            <a:extLst xmlns:a="http://schemas.openxmlformats.org/drawingml/2006/main">
              <a:ext uri="{FF2B5EF4-FFF2-40B4-BE49-F238E27FC236}">
                <a16:creationId xmlns:a16="http://schemas.microsoft.com/office/drawing/2014/main" id="{B92DE5FB-C9FE-4896-8990-84D33BBC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GitHub→Chat Guard passed / passed · Container ID·Image·StartedAt 동일</a:t>
            </a:r>
          </a:p>
        </p:txBody>
      </p:sp>
    </p:spTree>
    <p:extLst>
      <p:ext uri="{BB962C8B-B14F-4D97-AF65-F5344CB8AC3E}">
        <p14:creationId xmlns:p14="http://schemas.microsoft.com/office/powerpoint/2010/main" val="1124946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BCE94874-9795-4AD3-88CA-289E8987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EPIC #70 ·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A671AE4-3CB0-412E-915A-B910B656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 현대화는</a:t>
            </a:r>
          </a:p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GO입니다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47C49E8F-E0D6-4CD2-ACF6-729E253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Issue #71~#74 완료</a:t>
            </a:r>
          </a:p>
          <a:p xmlns:a="http://schemas.openxmlformats.org/drawingml/2006/main">
            <a:pPr algn="l">
              <a:def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운영 통합 E2E 완료</a:t>
            </a:r>
          </a:p>
          <a:p xmlns:a="http://schemas.openxmlformats.org/drawingml/2006/main">
            <a:pPr algn="l">
              <a:def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MD · PDF · PPTX/PDF 자산화 완료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A2907399-784C-4BFE-8F1D-7EED0A1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3143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lose-go">
            <a:extLst xmlns:a="http://schemas.openxmlformats.org/drawingml/2006/main">
              <a:ext uri="{FF2B5EF4-FFF2-40B4-BE49-F238E27FC236}">
                <a16:creationId xmlns:a16="http://schemas.microsoft.com/office/drawing/2014/main" id="{C1127FFE-0C79-49A7-A1DD-8F040AB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lose-data">
            <a:extLst xmlns:a="http://schemas.openxmlformats.org/drawingml/2006/main">
              <a:ext uri="{FF2B5EF4-FFF2-40B4-BE49-F238E27FC236}">
                <a16:creationId xmlns:a16="http://schemas.microsoft.com/office/drawing/2014/main" id="{216F51BF-8514-45A8-BB3E-8499F09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질문 → KB</a:t>
            </a:r>
          </a:p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하나의 운영 흐름</a:t>
            </a:r>
          </a:p>
        </p:txBody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25624CC7-68EE-421F-A27A-338BE34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다음: Draft PR #65 최신 main 정합성·품질·통합 결과 최종 검토</a:t>
            </a:r>
          </a:p>
        </p:txBody>
      </p:sp>
    </p:spTree>
    <p:extLst>
      <p:ext uri="{BB962C8B-B14F-4D97-AF65-F5344CB8AC3E}">
        <p14:creationId xmlns:p14="http://schemas.microsoft.com/office/powerpoint/2010/main" val="1229639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2026-08-21T09:49:53.4900000Z</dcterms:created>
  <dcterms:modified xsi:type="dcterms:W3CDTF">2026-08-21T09:49:53.4900000Z</dcterms:modified>
</coreProperties>
</file>