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063a2af4dd4f77" /><Relationship Type="http://schemas.openxmlformats.org/officeDocument/2006/relationships/extended-properties" Target="/docProps/app.xml" Id="Ra0aa2edf38164e8e" /><Relationship Type="http://schemas.openxmlformats.org/officeDocument/2006/relationships/officeDocument" Target="/ppt/presentation.xml" Id="Rab159219d37643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f12090c5b184a03"/>
  </p:sldMasterIdLst>
  <p:notesMasterIdLst>
    <p:notesMasterId xmlns:r="http://schemas.openxmlformats.org/officeDocument/2006/relationships" r:id="R0bcf2bcf4f214bf8"/>
  </p:notesMasterIdLst>
  <p:sldIdLst>
    <p:sldId xmlns:r="http://schemas.openxmlformats.org/officeDocument/2006/relationships" id="256" r:id="R6b1f5095ba9d47bf"/>
    <p:sldId xmlns:r="http://schemas.openxmlformats.org/officeDocument/2006/relationships" id="257" r:id="R267f8697ab164d14"/>
    <p:sldId xmlns:r="http://schemas.openxmlformats.org/officeDocument/2006/relationships" id="258" r:id="R9a82ccfdd8cd4033"/>
    <p:sldId xmlns:r="http://schemas.openxmlformats.org/officeDocument/2006/relationships" id="259" r:id="Ra3e7fa29e9b74afe"/>
    <p:sldId xmlns:r="http://schemas.openxmlformats.org/officeDocument/2006/relationships" id="260" r:id="R55b0bb52da8a4d47"/>
    <p:sldId xmlns:r="http://schemas.openxmlformats.org/officeDocument/2006/relationships" id="261" r:id="R80da9aea0f654446"/>
    <p:sldId xmlns:r="http://schemas.openxmlformats.org/officeDocument/2006/relationships" id="262" r:id="Ra8744c77319844cc"/>
    <p:sldId xmlns:r="http://schemas.openxmlformats.org/officeDocument/2006/relationships" id="263" r:id="R58de0843326f41b8"/>
    <p:sldId xmlns:r="http://schemas.openxmlformats.org/officeDocument/2006/relationships" id="264" r:id="Rd84d165f502f49d3"/>
    <p:sldId xmlns:r="http://schemas.openxmlformats.org/officeDocument/2006/relationships" id="265" r:id="R018b9627bb694c4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f0d0881b66422c" /><Relationship Type="http://schemas.openxmlformats.org/officeDocument/2006/relationships/slideMaster" Target="/ppt/slideMasters/slideMaster1.xml" Id="Rff12090c5b184a03" /><Relationship Type="http://schemas.openxmlformats.org/officeDocument/2006/relationships/notesMaster" Target="/ppt/notesMasters/notesMaster1.xml" Id="R0bcf2bcf4f214bf8" /><Relationship Type="http://schemas.openxmlformats.org/officeDocument/2006/relationships/presProps" Target="/ppt/presProps.xml" Id="Re40e104c85b847d2" /><Relationship Type="http://schemas.openxmlformats.org/officeDocument/2006/relationships/tableStyles" Target="/ppt/tableStyles.xml" Id="R20b029bd75ed4e21" /><Relationship Type="http://schemas.openxmlformats.org/officeDocument/2006/relationships/slide" Target="/ppt/slides/slide1.xml" Id="R6b1f5095ba9d47bf" /><Relationship Type="http://schemas.openxmlformats.org/officeDocument/2006/relationships/slide" Target="/ppt/slides/slide2.xml" Id="R267f8697ab164d14" /><Relationship Type="http://schemas.openxmlformats.org/officeDocument/2006/relationships/slide" Target="/ppt/slides/slide3.xml" Id="R9a82ccfdd8cd4033" /><Relationship Type="http://schemas.openxmlformats.org/officeDocument/2006/relationships/slide" Target="/ppt/slides/slide4.xml" Id="Ra3e7fa29e9b74afe" /><Relationship Type="http://schemas.openxmlformats.org/officeDocument/2006/relationships/slide" Target="/ppt/slides/slide5.xml" Id="R55b0bb52da8a4d47" /><Relationship Type="http://schemas.openxmlformats.org/officeDocument/2006/relationships/slide" Target="/ppt/slides/slide6.xml" Id="R80da9aea0f654446" /><Relationship Type="http://schemas.openxmlformats.org/officeDocument/2006/relationships/slide" Target="/ppt/slides/slide7.xml" Id="Ra8744c77319844cc" /><Relationship Type="http://schemas.openxmlformats.org/officeDocument/2006/relationships/slide" Target="/ppt/slides/slide8.xml" Id="R58de0843326f41b8" /><Relationship Type="http://schemas.openxmlformats.org/officeDocument/2006/relationships/slide" Target="/ppt/slides/slide9.xml" Id="Rd84d165f502f49d3" /><Relationship Type="http://schemas.openxmlformats.org/officeDocument/2006/relationships/slide" Target="/ppt/slides/slide10.xml" Id="R018b9627bb694c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b8f343931f40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29f6a8c8364ee6" /><Relationship Type="http://schemas.openxmlformats.org/officeDocument/2006/relationships/notesMaster" Target="/ppt/notesMasters/notesMaster1.xml" Id="R4e75c51a1dfd428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846f4f4027d4f7a" /><Relationship Type="http://schemas.openxmlformats.org/officeDocument/2006/relationships/notesMaster" Target="/ppt/notesMasters/notesMaster1.xml" Id="R2664e37839a04b8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adeda95a3ad4aa2" /><Relationship Type="http://schemas.openxmlformats.org/officeDocument/2006/relationships/notesMaster" Target="/ppt/notesMasters/notesMaster1.xml" Id="R6637c972ef964bf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9e46681ab445eb" /><Relationship Type="http://schemas.openxmlformats.org/officeDocument/2006/relationships/notesMaster" Target="/ppt/notesMasters/notesMaster1.xml" Id="R25f733069f104ef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5bc5ef289e4cd6" /><Relationship Type="http://schemas.openxmlformats.org/officeDocument/2006/relationships/notesMaster" Target="/ppt/notesMasters/notesMaster1.xml" Id="Re9f616d746f14c3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58fb8158ff5495c" /><Relationship Type="http://schemas.openxmlformats.org/officeDocument/2006/relationships/notesMaster" Target="/ppt/notesMasters/notesMaster1.xml" Id="Re82484e90eff4c5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da9d377823a4038" /><Relationship Type="http://schemas.openxmlformats.org/officeDocument/2006/relationships/notesMaster" Target="/ppt/notesMasters/notesMaster1.xml" Id="R43bc5f234163480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5fa7e929a43409b" /><Relationship Type="http://schemas.openxmlformats.org/officeDocument/2006/relationships/notesMaster" Target="/ppt/notesMasters/notesMaster1.xml" Id="R515d684658734cf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938bbc59c8f47ba" /><Relationship Type="http://schemas.openxmlformats.org/officeDocument/2006/relationships/notesMaster" Target="/ppt/notesMasters/notesMaster1.xml" Id="Rbc44cf8ea6ed47b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c6ac062ca9c477d" /><Relationship Type="http://schemas.openxmlformats.org/officeDocument/2006/relationships/notesMaster" Target="/ppt/notesMasters/notesMaster1.xml" Id="R5703bf42d85d47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Issue #14는 외부 HTTPS 전환과 신뢰 가능한 Webhook 수신 경로를 실서버에 구현하고 검증한 작업입니다.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docs/decisions/https-webhook-ingress.json</a:t>
            </a:r>
          </a:p>
          <a:p xmlns:a="http://schemas.openxmlformats.org/drawingml/2006/main">
            <a:r>
              <a:t>- docs/reports/issue-14-https-webhook-validation.md</a:t>
            </a:r>
          </a:p>
          <a:p xmlns:a="http://schemas.openxmlformats.org/drawingml/2006/main">
            <a:r>
              <a:t>- docs/runbooks/https-webhook-ingress.md</a:t>
            </a:r>
          </a:p>
          <a:p xmlns:a="http://schemas.openxmlformats.org/drawingml/2006/main">
            <a:r>
              <a:t>- https://github.com/ablecloud-team/ablestack-techflow/issues/14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완료 판정은 HTTPS 응답뿐 아니라 서명 수락, 중복·위조 거부와 재부팅 복구를 포함합니다.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docs/decisions/https-webhook-ingress.json</a:t>
            </a:r>
          </a:p>
          <a:p xmlns:a="http://schemas.openxmlformats.org/drawingml/2006/main">
            <a:r>
              <a:t>- docs/reports/issue-14-https-webhook-validation.md</a:t>
            </a:r>
          </a:p>
          <a:p xmlns:a="http://schemas.openxmlformats.org/drawingml/2006/main">
            <a:r>
              <a:t>- docs/runbooks/https-webhook-ingress.md</a:t>
            </a:r>
          </a:p>
          <a:p xmlns:a="http://schemas.openxmlformats.org/drawingml/2006/main">
            <a:r>
              <a:t>- https://github.com/ablecloud-team/ablestack-techflow/issues/14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Cloudflare, Origin, Caddy, Event Gateway와 Activepieces의 책임을 홉별로 분리했습니다.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docs/decisions/https-webhook-ingress.json</a:t>
            </a:r>
          </a:p>
          <a:p xmlns:a="http://schemas.openxmlformats.org/drawingml/2006/main">
            <a:r>
              <a:t>- docs/reports/issue-14-https-webhook-validation.md</a:t>
            </a:r>
          </a:p>
          <a:p xmlns:a="http://schemas.openxmlformats.org/drawingml/2006/main">
            <a:r>
              <a:t>- docs/runbooks/https-webhook-ingress.md</a:t>
            </a:r>
          </a:p>
          <a:p xmlns:a="http://schemas.openxmlformats.org/drawingml/2006/main">
            <a:r>
              <a:t>- https://github.com/ablecloud-team/ablestack-techflow/issues/14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Webhook 판정 계약은 HMAC-SHA256, 300초 시각차와 Redis 기반 24시간 중복 방지입니다.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docs/decisions/https-webhook-ingress.json</a:t>
            </a:r>
          </a:p>
          <a:p xmlns:a="http://schemas.openxmlformats.org/drawingml/2006/main">
            <a:r>
              <a:t>- docs/reports/issue-14-https-webhook-validation.md</a:t>
            </a:r>
          </a:p>
          <a:p xmlns:a="http://schemas.openxmlformats.org/drawingml/2006/main">
            <a:r>
              <a:t>- docs/runbooks/https-webhook-ingress.md</a:t>
            </a:r>
          </a:p>
          <a:p xmlns:a="http://schemas.openxmlformats.org/drawingml/2006/main">
            <a:r>
              <a:t>- https://github.com/ablecloud-team/ablestack-techflow/issues/14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Edge 설정부터 서버 재부팅 복구까지 동일 Runbook으로 반복할 수 있습니다.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docs/decisions/https-webhook-ingress.json</a:t>
            </a:r>
          </a:p>
          <a:p xmlns:a="http://schemas.openxmlformats.org/drawingml/2006/main">
            <a:r>
              <a:t>- docs/reports/issue-14-https-webhook-validation.md</a:t>
            </a:r>
          </a:p>
          <a:p xmlns:a="http://schemas.openxmlformats.org/drawingml/2006/main">
            <a:r>
              <a:t>- docs/runbooks/https-webhook-ingress.md</a:t>
            </a:r>
          </a:p>
          <a:p xmlns:a="http://schemas.openxmlformats.org/drawingml/2006/main">
            <a:r>
              <a:t>- https://github.com/ablecloud-team/ablestack-techflow/issues/14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Gateway에서 검증하기 전 요청은 Activepieces Flow에 전달되지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docs/decisions/https-webhook-ingress.json</a:t>
            </a:r>
          </a:p>
          <a:p xmlns:a="http://schemas.openxmlformats.org/drawingml/2006/main">
            <a:r>
              <a:t>- docs/reports/issue-14-https-webhook-validation.md</a:t>
            </a:r>
          </a:p>
          <a:p xmlns:a="http://schemas.openxmlformats.org/drawingml/2006/main">
            <a:r>
              <a:t>- docs/runbooks/https-webhook-ingress.md</a:t>
            </a:r>
          </a:p>
          <a:p xmlns:a="http://schemas.openxmlformats.org/drawingml/2006/main">
            <a:r>
              <a:t>- https://github.com/ablecloud-team/ablestack-techflow/issues/14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정상, 거부, 단위, 재시작, 재부팅과 비밀정보 노출 검사를 모두 통과했습니다.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docs/decisions/https-webhook-ingress.json</a:t>
            </a:r>
          </a:p>
          <a:p xmlns:a="http://schemas.openxmlformats.org/drawingml/2006/main">
            <a:r>
              <a:t>- docs/reports/issue-14-https-webhook-validation.md</a:t>
            </a:r>
          </a:p>
          <a:p xmlns:a="http://schemas.openxmlformats.org/drawingml/2006/main">
            <a:r>
              <a:t>- docs/runbooks/https-webhook-ingress.md</a:t>
            </a:r>
          </a:p>
          <a:p xmlns:a="http://schemas.openxmlformats.org/drawingml/2006/main">
            <a:r>
              <a:t>- https://github.com/ablecloud-team/ablestack-techflow/issues/14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코드, Runbook, JSON, PDF, PPTX와 Manifest를 하나의 일관된 검증 자산으로 관리합니다.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docs/decisions/https-webhook-ingress.json</a:t>
            </a:r>
          </a:p>
          <a:p xmlns:a="http://schemas.openxmlformats.org/drawingml/2006/main">
            <a:r>
              <a:t>- docs/reports/issue-14-https-webhook-validation.md</a:t>
            </a:r>
          </a:p>
          <a:p xmlns:a="http://schemas.openxmlformats.org/drawingml/2006/main">
            <a:r>
              <a:t>- docs/runbooks/https-webhook-ingress.md</a:t>
            </a:r>
          </a:p>
          <a:p xmlns:a="http://schemas.openxmlformats.org/drawingml/2006/main">
            <a:r>
              <a:t>- https://github.com/ablecloud-team/ablestack-techflow/issues/14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다음 단계는 Secret 수명주기와 백업·관측 기반을 보완한 뒤 첫 GitHub 업무 Flow를 실증하는 것입니다.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docs/decisions/https-webhook-ingress.json</a:t>
            </a:r>
          </a:p>
          <a:p xmlns:a="http://schemas.openxmlformats.org/drawingml/2006/main">
            <a:r>
              <a:t>- docs/reports/issue-14-https-webhook-validation.md</a:t>
            </a:r>
          </a:p>
          <a:p xmlns:a="http://schemas.openxmlformats.org/drawingml/2006/main">
            <a:r>
              <a:t>- docs/runbooks/https-webhook-ingress.md</a:t>
            </a:r>
          </a:p>
          <a:p xmlns:a="http://schemas.openxmlformats.org/drawingml/2006/main">
            <a:r>
              <a:t>- https://github.com/ablecloud-team/ablestack-techflow/issues/14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Issue #14는 외부 이벤트를 안전하게 받을 수 있는 검증된 Ingress 기반을 확보한 상태로 종료합니다.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docs/decisions/https-webhook-ingress.json</a:t>
            </a:r>
          </a:p>
          <a:p xmlns:a="http://schemas.openxmlformats.org/drawingml/2006/main">
            <a:r>
              <a:t>- docs/reports/issue-14-https-webhook-validation.md</a:t>
            </a:r>
          </a:p>
          <a:p xmlns:a="http://schemas.openxmlformats.org/drawingml/2006/main">
            <a:r>
              <a:t>- docs/runbooks/https-webhook-ingress.md</a:t>
            </a:r>
          </a:p>
          <a:p xmlns:a="http://schemas.openxmlformats.org/drawingml/2006/main">
            <a:r>
              <a:t>- https://github.com/ablecloud-team/ablestack-techflow/issues/14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6c866dbfa548a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e4ab45602c4381" /><Relationship Type="http://schemas.openxmlformats.org/officeDocument/2006/relationships/slideLayout" Target="/ppt/slideLayouts/slideLayout1.xml" Id="R97177ba35b7b41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177ba35b7b41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d8c6fc0b2a437f" /><Relationship Type="http://schemas.openxmlformats.org/officeDocument/2006/relationships/notesSlide" Target="/ppt/notesSlides/notesSlide1.xml" Id="R67c6aff8d3da4a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92d64f507e40e5" /><Relationship Type="http://schemas.openxmlformats.org/officeDocument/2006/relationships/notesSlide" Target="/ppt/notesSlides/notesSlide2.xml" Id="Rda0dd04011ad4c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9cfd4b806b4d76" /><Relationship Type="http://schemas.openxmlformats.org/officeDocument/2006/relationships/notesSlide" Target="/ppt/notesSlides/notesSlide3.xml" Id="R0517f6ccf44245a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10aabe9a4249d4" /><Relationship Type="http://schemas.openxmlformats.org/officeDocument/2006/relationships/notesSlide" Target="/ppt/notesSlides/notesSlide4.xml" Id="R64056a28c71b46f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baf612a0dc4793" /><Relationship Type="http://schemas.openxmlformats.org/officeDocument/2006/relationships/notesSlide" Target="/ppt/notesSlides/notesSlide5.xml" Id="Rd790d66622814c3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213fd933514c00" /><Relationship Type="http://schemas.openxmlformats.org/officeDocument/2006/relationships/notesSlide" Target="/ppt/notesSlides/notesSlide6.xml" Id="R79702d8cd3d343a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a0a2b78b334559" /><Relationship Type="http://schemas.openxmlformats.org/officeDocument/2006/relationships/notesSlide" Target="/ppt/notesSlides/notesSlide7.xml" Id="Rc72f39f0e6f2405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9c2163db104fca" /><Relationship Type="http://schemas.openxmlformats.org/officeDocument/2006/relationships/notesSlide" Target="/ppt/notesSlides/notesSlide8.xml" Id="R53e85ac0fcbe456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a416cdb95a4c45" /><Relationship Type="http://schemas.openxmlformats.org/officeDocument/2006/relationships/notesSlide" Target="/ppt/notesSlides/notesSlide9.xml" Id="Reb6df865dbed473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57bf50bb40408d" /><Relationship Type="http://schemas.openxmlformats.org/officeDocument/2006/relationships/notesSlide" Target="/ppt/notesSlides/notesSlide10.xml" Id="Rcd1f108e42ff40d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EEE9FD-B18E-4ED0-B668-360621E5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"/>
            <a:ext cx="6667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ABLESTACK TECHFLOW · ISSUE #14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E944CD-7DA2-491C-A6BF-B83C8FF9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99060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4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HTTPS·Webhook</a:t>
            </a:r>
          </a:p>
          <a:p xmlns:a="http://schemas.openxmlformats.org/drawingml/2006/main">
            <a:pPr algn="l">
              <a:buNone/>
              <a:defRPr sz="54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Ingress 검증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6BFD25-2D6B-457D-B7B8-680BFD6C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95825"/>
            <a:ext cx="8191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외부 HTTPS 전환과 서명·중복 방지 Webhook 수신 경로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8C5CC3-4548-4957-A10A-8A1E025F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6CBF99-3C39-44A2-9B41-95CE9174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0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Ubuntu 24.04 · Activepieces 0.86.3 · 2026-07-31</a:t>
            </a:r>
          </a:p>
        </p:txBody>
      </p:sp>
    </p:spTree>
    <p:extLst>
      <p:ext uri="{BB962C8B-B14F-4D97-AF65-F5344CB8AC3E}">
        <p14:creationId xmlns:p14="http://schemas.microsoft.com/office/powerpoint/2010/main" val="65430769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F26C80-8258-4D6A-82CF-63E00669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결과: 외부 HTTPS와 서명 Webhook 경로가 검증되었습니다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6CBBAD-755E-4BED-88B4-8D1C8638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96698B-69EF-4F89-8B93-5BD14942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144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HTTP 308 전환, 엄격한 Origin TLS, HMAC·Timestamp·중복 방지를 재시작과 재부팅 이후까지 확인했습니다.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858E16-608A-48ED-AA88-BFED3412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54483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1A4724-CF48-4AB9-8D24-F541919E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7925"/>
            <a:ext cx="48577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외부 경로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905CF1-33BC-448D-A972-4B67554B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2275"/>
            <a:ext cx="47625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HTTPS UI 200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HTTP 308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TLS verify PASS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FBB472-D9B1-44A3-90D9-9B270D96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71700"/>
            <a:ext cx="554355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E17DCE-2760-41ED-BF57-EED6E714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447925"/>
            <a:ext cx="49530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Webhook 판정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22CAA6-CDCD-4107-8E72-AA26C6A3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962275"/>
            <a:ext cx="4857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Accepted 202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Duplicate 409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Invalid·Stale 401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C6B94D-D42E-45E0-B300-E7C9F40A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48175"/>
            <a:ext cx="113919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9A8170-C91A-4450-9DEF-D6D05BC5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524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최종 결과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08A07A-45E4-4C8B-A23B-70FF6612A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07251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6 Services Healthy  |  Worker Polling Ready  |  Reboot Recovery PASS</a:t>
            </a:r>
          </a:p>
        </p:txBody>
      </p:sp>
    </p:spTree>
    <p:extLst>
      <p:ext uri="{BB962C8B-B14F-4D97-AF65-F5344CB8AC3E}">
        <p14:creationId xmlns:p14="http://schemas.microsoft.com/office/powerpoint/2010/main" val="12322018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CBC855-FE48-4C34-8587-52A8E0F4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외부 Edge와 내부 실행 경로를 분리했습니다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1664BC-95C4-4AB7-BBCC-AD1E3DFAC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5602DC-081D-40AE-B4AC-58723F83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144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Cloudflare는 HTTPS와 호스트 정책을, Gateway는 이벤트 신뢰 검증을, Activepieces는 Flow 실행을 담당합니다.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81D7C6-C014-4F27-954B-3996BF5C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28800"/>
            <a:ext cx="342900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57A265-89AE-490A-B266-99E6C75E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666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BE9AD0-110D-416A-85B0-D4433B64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6670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Cloudflare·Origin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2A83EF-7A21-4345-86D8-C27B2C0A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27241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HTTP 308</a:t>
            </a:r>
          </a:p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Full (strict)</a:t>
            </a:r>
          </a:p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유효한 Origin TLS</a:t>
            </a:r>
          </a:p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호스트 범위 제한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B26769-5142-496B-8B93-996B1968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28800"/>
            <a:ext cx="342900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CE8E6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6FA64C-AEC6-4716-8638-407E6760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76450"/>
            <a:ext cx="666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>
                <a:solidFill>
                  <a:srgbClr val="A52714"/>
                </a:solidFill>
                <a:latin typeface="Malgun Gothic"/>
                <a:ea typeface="Malgun Gothic"/>
                <a:cs typeface="Malgun Gothic"/>
              </a:defRPr>
            </a:pPr>
            <a: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912F2A-6379-4C2C-9C66-3A746CE6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86050"/>
            <a:ext cx="26670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Ingress·Gateway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9C59BF-A641-421B-BA00-818D3CC6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19450"/>
            <a:ext cx="27241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경로 분기</a:t>
            </a:r>
          </a:p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HMAC-SHA256</a:t>
            </a:r>
          </a:p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Timestamp 300초</a:t>
            </a:r>
          </a:p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Redis 중복 방지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2CF8CC-A0D1-497B-B167-65A37778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28800"/>
            <a:ext cx="342900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FF4D6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77852E-5627-43FE-9C74-E70CFC82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76450"/>
            <a:ext cx="666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>
                <a:solidFill>
                  <a:srgbClr val="8A5A00"/>
                </a:solidFill>
                <a:latin typeface="Malgun Gothic"/>
                <a:ea typeface="Malgun Gothic"/>
                <a:cs typeface="Malgun Gothic"/>
              </a:defRPr>
            </a:pPr>
            <a: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9E73ED-3AB1-4358-94F8-0B27A9553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86050"/>
            <a:ext cx="26670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9609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Activepieces Runtime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1C6B0D-C121-4580-9D53-3FD2BAC50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219450"/>
            <a:ext cx="27241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App 공개 기준 URL</a:t>
            </a:r>
          </a:p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Worker 내부 URL</a:t>
            </a:r>
          </a:p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6 Services Healthy</a:t>
            </a:r>
          </a:p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DB·Redis 비공개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B2DCD6-27F9-488B-9D11-2F581B7E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0"/>
            <a:ext cx="8763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배포 자산  |  Compose · Caddyfile · Gateway · 3개 운영 스크립트 · Runbook</a:t>
            </a:r>
          </a:p>
        </p:txBody>
      </p:sp>
    </p:spTree>
    <p:extLst>
      <p:ext uri="{BB962C8B-B14F-4D97-AF65-F5344CB8AC3E}">
        <p14:creationId xmlns:p14="http://schemas.microsoft.com/office/powerpoint/2010/main" val="639136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CBA5AF-24B4-4EE4-8654-5B8C2D7B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서명·중복·실패 정책을 명시적으로 고정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74AA26-8423-42C4-BC3C-16269DD4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513D8B-234D-4223-A8D6-C9186B488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144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정상 이벤트뿐 아니라 위조, 재전송, 오래된 요청과 상태 저장소 장애의 판정 규칙을 코드로 구현했습니다.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400050" y="1714500"/>
          <a:ext xmlns:a="http://schemas.openxmlformats.org/drawingml/2006/main" cx="11401425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2095500"/>
                <a:gridCol w="2095500"/>
                <a:gridCol w="4162425"/>
              </a:tblGrid>
              <a:tr h="449792">
                <a:tc>
                  <a:txBody>
                    <a:bodyPr/>
                    <a:lstStyle/>
                    <a:p>
                      <a:r>
                        <a:t>판정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구현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정상 응답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실패 정책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HTTPS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Cloudflare + Origin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TLS 검증 실패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HTTP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Host Redirect Rule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308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경로·쿼리 보존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서명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HMAC-SHA256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202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401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Timestamp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허용차 300초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202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401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중복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Redis SET NX EX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202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409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상태 저장소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Redis 인증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202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503 Fail Closed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Body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최대 1 MiB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202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크기 초과 거부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로그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ID·상태만 기록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leaks 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Body·Secret 미기록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564AA2-FF16-42A9-BD86-FD450E49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53125"/>
            <a:ext cx="628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Secret 값은 서버 .env 0600에만 존재하며 보고서·로그·저장소에는 포함하지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21125019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5721FF-CBD3-4FB9-8A80-F18837A1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설정부터 복구까지 하나의 Runbook으로 반복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4B0C49-F38A-4701-B999-C71EC515A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95118E-F8F7-4005-ACD4-7B9BFB3E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144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호스트 한정 Edge 규칙과 서버 배포 자산을 함께 관리하고 각 단계에 성공 판정을 둡니다.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3D74B3-6D4E-4D93-9054-CD4BB628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55435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C6E615-FC1C-45CF-BBA7-53C895FC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71675"/>
            <a:ext cx="552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1E9480-24BD-4E6D-A42C-144C2CBBC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71675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Edge 설정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E8A11F-4691-4309-8866-E7D42C0A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990725"/>
            <a:ext cx="14287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Cloudflare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DD9D53-B09F-49A8-BEA8-FF3085645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400300"/>
            <a:ext cx="428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308 · Full strict · Host 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A22FF2-130D-41DF-92AE-CFBB8D54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62125"/>
            <a:ext cx="55435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F60C40-1268-4A79-B569-92A671F6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71675"/>
            <a:ext cx="552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EC27C5-52E4-469A-9214-4722D8F3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71675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서버 구성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F00EE8-077A-416E-A45A-57170A7B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990725"/>
            <a:ext cx="14287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configure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D02B2C-B9D7-43A7-962A-089E5B55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00300"/>
            <a:ext cx="428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URL · Gateway · Secret 생성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FFD58A-4EBC-4882-BF43-63AA0381D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55435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98087B-0CDF-41D7-A2A8-81BA2DC2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52800"/>
            <a:ext cx="552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D807BD-D4CE-480C-88C9-E8DC6C703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52800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Compose 배포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9996CB-AF8C-4ED5-8D4B-D500B902F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371850"/>
            <a:ext cx="14287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6 Services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85FBCB-7087-44F0-90DA-7B8096E9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81425"/>
            <a:ext cx="428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Build · Health · Polling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A26FF0-631A-4632-9B98-9EF52ACF6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43250"/>
            <a:ext cx="55435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39721A-2506-49B0-9ECF-7FFAC4AF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52800"/>
            <a:ext cx="552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671A61-A324-4E03-B4E6-3E65FE987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52800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Webhook 검증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3263D7-2E15-4E36-9D67-3BBB3E1F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371850"/>
            <a:ext cx="14287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5 Cases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13BD74-3239-4178-BE7E-65C3FC3E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81425"/>
            <a:ext cx="428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202 · 409 · 401 · 401 · 400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0B9494-4048-41F4-BD88-733168E3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24375"/>
            <a:ext cx="55435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350F23-693D-49D4-AC62-07D2BE0A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33925"/>
            <a:ext cx="552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4BEED3-5EB1-4A82-89ED-46F266C8F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733925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복구 검증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B73802-9A68-40D9-AC88-9DF3EBA2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52975"/>
            <a:ext cx="14287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Restart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84701E-DDC2-4FA9-88BE-B4F02663A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62550"/>
            <a:ext cx="428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Ingress · Gateway 재검증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4E5CE8-458E-43EF-9496-8BBEFA15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24375"/>
            <a:ext cx="55435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0CF8EB-742B-4543-9133-C7A746A8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33925"/>
            <a:ext cx="552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F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1245E4-F803-4DEF-9F07-509E1184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33925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호스트 복구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C30563-09C0-48AA-8B63-2A539C373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752975"/>
            <a:ext cx="14287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Reboot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F9512A-0BA0-4AD7-80F1-0C115547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162550"/>
            <a:ext cx="428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전체 서비스 · HTTPS · Webhook</a:t>
            </a:r>
          </a:p>
        </p:txBody>
      </p:sp>
    </p:spTree>
    <p:extLst>
      <p:ext uri="{BB962C8B-B14F-4D97-AF65-F5344CB8AC3E}">
        <p14:creationId xmlns:p14="http://schemas.microsoft.com/office/powerpoint/2010/main" val="136655788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0D67D5-DF5D-4C54-A9DB-DB36EC76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검증 전 이벤트는 Activepieces에 도달하지 않습니다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66BC46-26B6-46EB-900E-B07A8578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18F9CA-F2A9-4C4B-8C43-E307E88A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144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Edge에서 HTTPS를 보장하고 Gateway가 신뢰를 판정한 신규 이벤트만 선택적 Upstream으로 전달합니다.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012F46-6B83-4CA2-B65A-C42B676D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971800"/>
            <a:ext cx="9334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E92168-0D3E-4A4A-81C6-50F01DEE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971800"/>
            <a:ext cx="9334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C7AFE3-78E6-4F1B-909C-60B967DBF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971800"/>
            <a:ext cx="9334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C03CC4-EB2E-4AD5-84F6-5B0BD7C8A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962400"/>
            <a:ext cx="666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18513D-1A21-4D46-AC8A-E06DF1404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2009775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819D05-A8AE-41A2-BA6B-24EF7267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62225"/>
            <a:ext cx="152400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외부 요청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A40DCE-952F-4D36-9539-9A4CFDCC9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971800"/>
            <a:ext cx="1524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25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GitHub · Community</a:t>
            </a:r>
          </a:p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Messenger Webhook</a:t>
            </a:r>
          </a:p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HTTPS only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73FE3F-964B-47BF-BAF0-BD919A1E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133600"/>
            <a:ext cx="2486025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732925-205D-4C6B-B9F4-C056E9FD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00300"/>
            <a:ext cx="197167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Cloudflare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C72E7-69D4-4461-BB9C-F3F731213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43225"/>
            <a:ext cx="19716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308 Redirect</a:t>
            </a:r>
          </a:p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Full (strict)</a:t>
            </a:r>
          </a:p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Host-scoped rules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1A758D-F54E-4582-B39B-C63D8A19E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24100"/>
            <a:ext cx="245745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3FAFE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4CE148-F724-41B0-B2C8-13F09CFB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62225"/>
            <a:ext cx="194310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Event Gateway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419741-F93E-4D62-96B5-5E2622AC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48000"/>
            <a:ext cx="1943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Timestamp · HMAC</a:t>
            </a:r>
          </a:p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Redis SET NX EX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62E193-A908-4283-979F-BE84CCE9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324100"/>
            <a:ext cx="16383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73DF87-4D18-4EED-8126-34A160E39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562225"/>
            <a:ext cx="12001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Activepieces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1B645D-6E3D-4960-AD8F-0FA3ABBF6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0"/>
            <a:ext cx="12001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023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검증 완료 이벤트</a:t>
            </a:r>
          </a:p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시각적 Flow 실행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7C9691-B7B3-41CD-93B5-D1F19F422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67250"/>
            <a:ext cx="28384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CCBC8D-4988-4E14-91B7-D00BA373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76800"/>
            <a:ext cx="230505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Decision Gate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1F2154-C9C2-4C9D-B6C4-E3C593E0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219700"/>
            <a:ext cx="2305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202 / 400 / 401 / 409 / 503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0A97FF-BCB4-4EBE-8899-AE06B3A1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67200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공개 TLS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D55353-EEE1-4B7C-AD47-E7D1FA61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267200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내부 실행</a:t>
            </a:r>
          </a:p>
        </p:txBody>
      </p:sp>
    </p:spTree>
    <p:extLst>
      <p:ext uri="{BB962C8B-B14F-4D97-AF65-F5344CB8AC3E}">
        <p14:creationId xmlns:p14="http://schemas.microsoft.com/office/powerpoint/2010/main" val="116491192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A5577D-4871-4696-B5A7-EDECB6343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정상·거부·복구 시나리오를 실제 서버에서 통과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4F56C6-093F-49C2-B564-6EE7CF04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44C9D8-F2AC-4C28-A23A-0700C123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3524250" cy="358140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A79AE6-143F-4E8F-9710-3340A55B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57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547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V1–4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5CFC18-BB73-49B4-A082-9AEB8AA4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2762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외부 경로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8644BA-0268-4463-9DBD-29BFC2EA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26670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HTTP 308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HTTPS·Health 200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TLS verify PASS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Signed event 202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861F2B-80F5-4EE2-B0BC-A308A247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57350"/>
            <a:ext cx="3524250" cy="358140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1D5A24-C4AA-4C57-9FB2-89D097534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24050"/>
            <a:ext cx="857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547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V5–8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FC7E9A-A295-46DB-9B32-3004DB3D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609850"/>
            <a:ext cx="2762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거부 판정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9AB8F9-B2B3-43C0-8FE6-9F026BBC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219450"/>
            <a:ext cx="26670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Duplicate 409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Invalid 401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Stale 401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Missing 400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4AA18A-00E2-4B4B-B8CF-B8BFC18E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57350"/>
            <a:ext cx="3524250" cy="358140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858CA2-9B0F-427E-B5FD-682A6BE5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24050"/>
            <a:ext cx="1524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V9-V12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6474BB-B8C7-4D6A-8BE0-B7230279D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09850"/>
            <a:ext cx="2762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내구성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CB629F-7E6E-4A4D-B61F-398D9C3F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19450"/>
            <a:ext cx="26670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Unit 4/4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Restart PASS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Reboot PASS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Secret leaks 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E59655-61D1-4EA3-8B81-5F40AFFD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81650"/>
            <a:ext cx="1428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외부 경로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2C028D-9995-416D-B962-6C8EA26FD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724525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245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D98CF5-BCA8-43A9-A419-ECF79BF0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58165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거부 정책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B1A584-C93B-495C-8D4C-8B065E4C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724525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6EEB15-B349-49DC-A48D-500CC11C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58165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복구·보안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1667F1-9C29-4871-9EE5-85A3BABC6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5724525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555"/>
          </a:solidFill>
        </p:spPr>
      </p:sp>
    </p:spTree>
    <p:extLst>
      <p:ext uri="{BB962C8B-B14F-4D97-AF65-F5344CB8AC3E}">
        <p14:creationId xmlns:p14="http://schemas.microsoft.com/office/powerpoint/2010/main" val="56395402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2D6A2B-2E40-40C0-A97B-AC9A82C1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구현과 운영 증적을 일관된 자산으로 관리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392829-1390-4AD6-9B9E-3C9A6EFF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CD6764-3020-460E-8152-052DB952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144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다음 운영자가 동일한 설정·검증·복구를 수행할 수 있도록 실행 코드와 문서, 구조화 증적을 함께 제공합니다.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3EA417-5A56-47F7-B679-B7F32882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35433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CE8E6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B5ED3E-0E61-47F3-8AFE-C9EC0E9A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333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A52714"/>
                </a:solidFill>
                <a:latin typeface="Malgun Gothic"/>
                <a:ea typeface="Malgun Gothic"/>
                <a:cs typeface="Malgun Gothic"/>
              </a:defRPr>
            </a:pPr>
            <a:r>
              <a:t>실행 자산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7275DB-FC12-4A36-908F-B17C25B3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857500" cy="1485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Compose · Caddyfile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Gateway · Unit Tests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Configure · Verify Scripts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서버 파일 Hash 일치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36BF9A-2C09-491B-A934-19433B46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90700"/>
            <a:ext cx="35433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9A266B-CCD9-4ABE-B8C9-F991D9A0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76450"/>
            <a:ext cx="1428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운영 문서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D82E5F-F3A3-4EF7-AB15-52EF6B06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86050"/>
            <a:ext cx="2857500" cy="1485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HTTPS·Webhook Runbook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환경 기준선 갱신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완료 보고서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롤백·장애 분석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5A9AC7-F1EA-4DB1-AF56-E20935B1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90700"/>
            <a:ext cx="35433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2C37A2-7A58-482F-BD14-70CBEF493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76450"/>
            <a:ext cx="1428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검증 증적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BC7345-AFB0-4EC3-ACFB-CF2E643D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86050"/>
            <a:ext cx="2857500" cy="1485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구조화 JSON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PDF 보고서 · PPTX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SHA-256 Manifest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시각·Overflow 검사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ACD722-0D4C-414C-BE50-0C617598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13919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09B91D-EE98-4D8B-96FF-8F140E19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820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보안 기준  |  Secret 미커밋 · 요청 Body/서명 미로그 · DB/Redis 비공개 · Gateway Fail Closed</a:t>
            </a:r>
          </a:p>
        </p:txBody>
      </p:sp>
    </p:spTree>
    <p:extLst>
      <p:ext uri="{BB962C8B-B14F-4D97-AF65-F5344CB8AC3E}">
        <p14:creationId xmlns:p14="http://schemas.microsoft.com/office/powerpoint/2010/main" val="131418453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776455-FC13-451C-B4CD-A5FBD1A6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신뢰 경로 다음에는 Secret 수명주기와 첫 업무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7E9953-46AD-4C7D-93EC-2E35741B7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B47D9E-796E-498A-883B-CBCF969B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144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Issue #14로 외부 이벤트 수신 기반을 확보했습니다. 다음 단계는 Secret 운영 통제 후 GitHub PR Merge Flow를 실증하는 것입니다.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15FCFD-C208-4E9F-AC87-FF599FC7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62300"/>
            <a:ext cx="914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2C98E5-2E0D-4E60-BC95-44841FE7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7177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776299-3531-463A-BF89-96F88C85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8001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2EEF62-8034-4A55-AE5D-21ADFBA8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77177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96D5B9-066A-4407-A86A-7AEE3E4F8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914650"/>
            <a:ext cx="8001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AC0F53-882B-471E-8FE6-58F9DE56E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7177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4D6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DCDC30-06F7-4E6B-9432-EB3E08B02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14650"/>
            <a:ext cx="8001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>
                <a:solidFill>
                  <a:srgbClr val="8A5A00"/>
                </a:solidFill>
                <a:latin typeface="Malgun Gothic"/>
                <a:ea typeface="Malgun Gothic"/>
                <a:cs typeface="Malgun Gothic"/>
              </a:defRPr>
            </a:pPr>
            <a: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8ACE41-28AA-49B1-AD35-F128E2C9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7177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CE8E6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3992AC-E2ED-4201-8D57-FC3937339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914650"/>
            <a:ext cx="8001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>
                <a:solidFill>
                  <a:srgbClr val="A52714"/>
                </a:solidFill>
                <a:latin typeface="Malgun Gothic"/>
                <a:ea typeface="Malgun Gothic"/>
                <a:cs typeface="Malgun Gothic"/>
              </a:defRPr>
            </a:pPr>
            <a: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EEA6C8-4F82-4990-8F97-E985BBF8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86200"/>
            <a:ext cx="1619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Secret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F4CB69-C727-4F50-ACAF-DCF10D09D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24350"/>
            <a:ext cx="1619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#15 저장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교체 · 폐기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7BB84A-CE40-4B87-B6BD-CF6BED61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86200"/>
            <a:ext cx="1619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Backup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34D941-FB4D-431A-B759-3777E25F9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324350"/>
            <a:ext cx="1619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#16 DB·Redis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복구 훈련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C49A0F-4A98-4689-808E-E169CC40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86200"/>
            <a:ext cx="1619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Observe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48E3CC-DE56-424F-ABE0-8CFD03934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24350"/>
            <a:ext cx="1619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#17 로그·메트릭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#18 버전 정책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1BDBAE-D211-487C-9FB5-868A89ED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886200"/>
            <a:ext cx="1619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First Flow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9297C2-4ABB-491B-A666-17E18819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324350"/>
            <a:ext cx="1619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#19 GitHub PR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Merge Webhook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F18BB9-616B-4AD5-9A2B-2E0630BE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11391900" cy="600075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C59DDF-1419-471F-8C30-A314E89C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0225"/>
            <a:ext cx="108204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Issue #14 완료 기준 = Signed Webhook 202 + 거부 정책 + 재시작·재부팅 복구 + 운영 자산화</a:t>
            </a:r>
          </a:p>
        </p:txBody>
      </p:sp>
    </p:spTree>
    <p:extLst>
      <p:ext uri="{BB962C8B-B14F-4D97-AF65-F5344CB8AC3E}">
        <p14:creationId xmlns:p14="http://schemas.microsoft.com/office/powerpoint/2010/main" val="107129334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A2A986-4257-4BD0-9F33-8D5ACFFD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7620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최종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163DBB-8F7E-4C46-B6B7-25A5D5F98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10858500" cy="167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4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외부 HTTPS와</a:t>
            </a:r>
          </a:p>
          <a:p xmlns:a="http://schemas.openxmlformats.org/drawingml/2006/main">
            <a:pPr algn="l">
              <a:buNone/>
              <a:defRPr sz="44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신뢰 가능한 이벤트 경로를 확보했습니다.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76C677-4100-47D9-8FC8-D33A43D4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62375"/>
            <a:ext cx="11391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BBE370-8BD6-41D5-B1AB-6ED4E8E6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1619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ISSUE #14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A9894D-13FA-447B-9FDD-23632E1D6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48175"/>
            <a:ext cx="107251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VALIDATED · HTTPS 200 · HTTP 308 · SIGNED WEBHOOK 202 · REBOOT PASS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F000B4-AE2D-4E6C-93AC-F998C288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43575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011F15-05A5-4CFC-B018-A813A365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476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ABLESTACK TechFlow · Secure Event Ingress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C2E9F4-EEC3-4CD4-A1FE-A2B3BF3E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981700"/>
            <a:ext cx="269557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Issue #14 · 2026-07-31</a:t>
            </a:r>
          </a:p>
        </p:txBody>
      </p:sp>
    </p:spTree>
    <p:extLst>
      <p:ext uri="{BB962C8B-B14F-4D97-AF65-F5344CB8AC3E}">
        <p14:creationId xmlns:p14="http://schemas.microsoft.com/office/powerpoint/2010/main" val="17634668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2026-07-31T03:48:14.5030000Z</dcterms:created>
  <dcterms:modified xsi:type="dcterms:W3CDTF">2026-07-31T03:48:14.5030000Z</dcterms:modified>
</coreProperties>
</file>