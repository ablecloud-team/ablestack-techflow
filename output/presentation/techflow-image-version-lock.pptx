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a4d1a016ec4110" /><Relationship Type="http://schemas.openxmlformats.org/officeDocument/2006/relationships/extended-properties" Target="/docProps/app.xml" Id="R3a19831d9ac04a60" /><Relationship Type="http://schemas.openxmlformats.org/officeDocument/2006/relationships/officeDocument" Target="/ppt/presentation.xml" Id="Rc08acebe3c084e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258d598c7942c7"/>
  </p:sldMasterIdLst>
  <p:notesMasterIdLst>
    <p:notesMasterId xmlns:r="http://schemas.openxmlformats.org/officeDocument/2006/relationships" r:id="R2b927a84470c4248"/>
  </p:notesMasterIdLst>
  <p:sldIdLst>
    <p:sldId xmlns:r="http://schemas.openxmlformats.org/officeDocument/2006/relationships" id="256" r:id="R386fdebe98f6411e"/>
    <p:sldId xmlns:r="http://schemas.openxmlformats.org/officeDocument/2006/relationships" id="257" r:id="Ra2eadef3a4234e11"/>
    <p:sldId xmlns:r="http://schemas.openxmlformats.org/officeDocument/2006/relationships" id="258" r:id="R76292c17a6e14af7"/>
    <p:sldId xmlns:r="http://schemas.openxmlformats.org/officeDocument/2006/relationships" id="259" r:id="R52f7c7315fef4f8b"/>
    <p:sldId xmlns:r="http://schemas.openxmlformats.org/officeDocument/2006/relationships" id="260" r:id="Rada8bcc09bee4e01"/>
    <p:sldId xmlns:r="http://schemas.openxmlformats.org/officeDocument/2006/relationships" id="261" r:id="Rd364a571045c420b"/>
    <p:sldId xmlns:r="http://schemas.openxmlformats.org/officeDocument/2006/relationships" id="262" r:id="R2141228962754d4e"/>
    <p:sldId xmlns:r="http://schemas.openxmlformats.org/officeDocument/2006/relationships" id="263" r:id="R5647284056d142bb"/>
    <p:sldId xmlns:r="http://schemas.openxmlformats.org/officeDocument/2006/relationships" id="264" r:id="R4c36875e55704393"/>
    <p:sldId xmlns:r="http://schemas.openxmlformats.org/officeDocument/2006/relationships" id="265" r:id="Ra0985b9a462942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535b911e0a4f0c" /><Relationship Type="http://schemas.openxmlformats.org/officeDocument/2006/relationships/slideMaster" Target="/ppt/slideMasters/slideMaster1.xml" Id="R56258d598c7942c7" /><Relationship Type="http://schemas.openxmlformats.org/officeDocument/2006/relationships/notesMaster" Target="/ppt/notesMasters/notesMaster1.xml" Id="R2b927a84470c4248" /><Relationship Type="http://schemas.openxmlformats.org/officeDocument/2006/relationships/presProps" Target="/ppt/presProps.xml" Id="Re01e25c8e1c64959" /><Relationship Type="http://schemas.openxmlformats.org/officeDocument/2006/relationships/tableStyles" Target="/ppt/tableStyles.xml" Id="R8eba662b4fec40c1" /><Relationship Type="http://schemas.openxmlformats.org/officeDocument/2006/relationships/slide" Target="/ppt/slides/slide1.xml" Id="R386fdebe98f6411e" /><Relationship Type="http://schemas.openxmlformats.org/officeDocument/2006/relationships/slide" Target="/ppt/slides/slide2.xml" Id="Ra2eadef3a4234e11" /><Relationship Type="http://schemas.openxmlformats.org/officeDocument/2006/relationships/slide" Target="/ppt/slides/slide3.xml" Id="R76292c17a6e14af7" /><Relationship Type="http://schemas.openxmlformats.org/officeDocument/2006/relationships/slide" Target="/ppt/slides/slide4.xml" Id="R52f7c7315fef4f8b" /><Relationship Type="http://schemas.openxmlformats.org/officeDocument/2006/relationships/slide" Target="/ppt/slides/slide5.xml" Id="Rada8bcc09bee4e01" /><Relationship Type="http://schemas.openxmlformats.org/officeDocument/2006/relationships/slide" Target="/ppt/slides/slide6.xml" Id="Rd364a571045c420b" /><Relationship Type="http://schemas.openxmlformats.org/officeDocument/2006/relationships/slide" Target="/ppt/slides/slide7.xml" Id="R2141228962754d4e" /><Relationship Type="http://schemas.openxmlformats.org/officeDocument/2006/relationships/slide" Target="/ppt/slides/slide8.xml" Id="R5647284056d142bb" /><Relationship Type="http://schemas.openxmlformats.org/officeDocument/2006/relationships/slide" Target="/ppt/slides/slide9.xml" Id="R4c36875e55704393" /><Relationship Type="http://schemas.openxmlformats.org/officeDocument/2006/relationships/slide" Target="/ppt/slides/slide10.xml" Id="Ra0985b9a462942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1c618c2ff4d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e6a03033a4f52" /><Relationship Type="http://schemas.openxmlformats.org/officeDocument/2006/relationships/notesMaster" Target="/ppt/notesMasters/notesMaster1.xml" Id="Rcb7f8d84bb8c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95218f92e4778" /><Relationship Type="http://schemas.openxmlformats.org/officeDocument/2006/relationships/notesMaster" Target="/ppt/notesMasters/notesMaster1.xml" Id="R5fbdefa45c70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6ac50b6d7b4fcb" /><Relationship Type="http://schemas.openxmlformats.org/officeDocument/2006/relationships/notesMaster" Target="/ppt/notesMasters/notesMaster1.xml" Id="R9feadb9472904d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8f6dad3724c54" /><Relationship Type="http://schemas.openxmlformats.org/officeDocument/2006/relationships/notesMaster" Target="/ppt/notesMasters/notesMaster1.xml" Id="Rf3db4d6a71474d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26d5d924994913" /><Relationship Type="http://schemas.openxmlformats.org/officeDocument/2006/relationships/notesMaster" Target="/ppt/notesMasters/notesMaster1.xml" Id="R55fdda1301e142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03f9fbdab40c0" /><Relationship Type="http://schemas.openxmlformats.org/officeDocument/2006/relationships/notesMaster" Target="/ppt/notesMasters/notesMaster1.xml" Id="R33b6b2f29d1e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0824932cd04dd8" /><Relationship Type="http://schemas.openxmlformats.org/officeDocument/2006/relationships/notesMaster" Target="/ppt/notesMasters/notesMaster1.xml" Id="R24b73d6a357644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ca2640e1134470" /><Relationship Type="http://schemas.openxmlformats.org/officeDocument/2006/relationships/notesMaster" Target="/ppt/notesMasters/notesMaster1.xml" Id="Rd532390f7bce49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36146235a1480f" /><Relationship Type="http://schemas.openxmlformats.org/officeDocument/2006/relationships/notesMaster" Target="/ppt/notesMasters/notesMaster1.xml" Id="R0ec54ed6f78040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d5a47c5b484219" /><Relationship Type="http://schemas.openxmlformats.org/officeDocument/2006/relationships/notesMaster" Target="/ppt/notesMasters/notesMaster1.xml" Id="Re317bd7905eb45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#18은 Tag만으로 배포하던 여섯 서비스를 불변 이미지 식별자로 고정하고 검증된 롤백 경로를 만든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 잠금 반복 배포, 직전 Runtime Lock 롤백, 목표 릴리스 복귀와 세 Volume 보존을 실제 서버에서 검증했습니다.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개발자는 버전을 선택하고 운영자는 승인 잠금만 배포하며 스크립트가 이미지와 Health를 검증합니다.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이미지는 Tag와 Registry Digest를 함께 사용하고 현재 Gateway는 승인된 로컬 Image ID를 사용합니다.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업그레이드는 검토, 잠금, 백업, 무빌드 배포, 검증, 로컬 전용 롤백 순서로 수행합니다.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릴리스 증적에는 Secret과 업무 Payload를 넣지 않고 이미지 식별자와 안전한 판정만 보관합니다.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잠금, 반복 배포, 롤백, 상태 보존, HTTPS, 관측성과 Secret Scan을 포함한 13개 검증을 통과했습니다.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코드, ADR, Runbook, 구조화 JSON, PDF, PPTX와 Manifest를 일관된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다음은 Issue #19 GitHub PR Merge Webhook이며 제품화 Track에서는 Gateway Registry와 공급망 Gate를 준비합니다.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#18은 같은 승인 이미지를 반복 배포하고 직전 상태로 복귀할 수 있는 기반이 검증된 상태로 종료됩니다.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docs/adr/0005-techflow-image-version-lock.md</a:t>
            </a:r>
          </a:p>
          <a:p xmlns:a="http://schemas.openxmlformats.org/drawingml/2006/main">
            <a:r>
              <a:t>- docs/decisions/techflow-image-version-lock.json</a:t>
            </a:r>
          </a:p>
          <a:p xmlns:a="http://schemas.openxmlformats.org/drawingml/2006/main">
            <a:r>
              <a:t>- docs/reports/issue-18-image-digest-validation.md</a:t>
            </a:r>
          </a:p>
          <a:p xmlns:a="http://schemas.openxmlformats.org/drawingml/2006/main">
            <a:r>
              <a:t>- docs/runbooks/image-version-upgrade-rollback.md</a:t>
            </a:r>
          </a:p>
          <a:p xmlns:a="http://schemas.openxmlformats.org/drawingml/2006/main">
            <a:r>
              <a:t>- https://github.com/ablecloud-team/ablestack-techflow/issues/18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35c314f08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99379477e478c" /><Relationship Type="http://schemas.openxmlformats.org/officeDocument/2006/relationships/slideLayout" Target="/ppt/slideLayouts/slideLayout1.xml" Id="R47fe04dfb0d743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e04dfb0d743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68896f5c34034" /><Relationship Type="http://schemas.openxmlformats.org/officeDocument/2006/relationships/notesSlide" Target="/ppt/notesSlides/notesSlide1.xml" Id="R37fd542a2e1b43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e425036304d89" /><Relationship Type="http://schemas.openxmlformats.org/officeDocument/2006/relationships/notesSlide" Target="/ppt/notesSlides/notesSlide2.xml" Id="R090578f95ea5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51d7dc4e2464f" /><Relationship Type="http://schemas.openxmlformats.org/officeDocument/2006/relationships/notesSlide" Target="/ppt/notesSlides/notesSlide3.xml" Id="Ree949235230943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24be07cdd495f" /><Relationship Type="http://schemas.openxmlformats.org/officeDocument/2006/relationships/notesSlide" Target="/ppt/notesSlides/notesSlide4.xml" Id="R7ecff439ecc34e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285260b824804" /><Relationship Type="http://schemas.openxmlformats.org/officeDocument/2006/relationships/notesSlide" Target="/ppt/notesSlides/notesSlide5.xml" Id="Rb8c8d946f6d74c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7c8900d6e4322" /><Relationship Type="http://schemas.openxmlformats.org/officeDocument/2006/relationships/notesSlide" Target="/ppt/notesSlides/notesSlide6.xml" Id="Rfcbe54ade71b4d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3d2970de4c72" /><Relationship Type="http://schemas.openxmlformats.org/officeDocument/2006/relationships/notesSlide" Target="/ppt/notesSlides/notesSlide7.xml" Id="Ra2f561c937c2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0b1d8992449c1" /><Relationship Type="http://schemas.openxmlformats.org/officeDocument/2006/relationships/notesSlide" Target="/ppt/notesSlides/notesSlide8.xml" Id="R9c5381dff29744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6b7a484044fb0" /><Relationship Type="http://schemas.openxmlformats.org/officeDocument/2006/relationships/notesSlide" Target="/ppt/notesSlides/notesSlide9.xml" Id="Ra6d3fb61facf4f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e0dd6ab604931" /><Relationship Type="http://schemas.openxmlformats.org/officeDocument/2006/relationships/notesSlide" Target="/ppt/notesSlides/notesSlide10.xml" Id="R9f645cf5cc3045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버전·이미지 Digest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고정과 롤백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같은 승인 이미지를 반복 배포하고 직전 상태로 복귀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여섯 서비스를 불변 이미지 조합으로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Tag만 사용하던 배포를 검토된 잠금 파일과 무빌드 배포·롤백 절차로 전환했습니다.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고정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Services Locked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6/6 Healthy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실제 드릴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Repeat IDs Equal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Volumes Unchanged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13 Controls PASS  |  Observer Alerts 0  |  Secret Leaks 0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선택·배포·검증을 분리해 변경을 통제합니다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버전 선택과 승인, 실제 실행, 상태 검증을 분리하고 Activepieces에는 Flow 실행 책임만 둡니다.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Select &amp;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Release Review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Tag + Registry Digest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Image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State Backup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Pull External Images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--no-build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Verify &amp; Recover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Health · Image IDs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Runtime Locks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Local-only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경계  |  잠금 승인과 데이터 호환성 판단은 TechFlow가 소유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사람이 읽는 버전과 기계가 검증하는 식별자를 함께 둡니다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외부 이미지는 Tag+Registry Digest, 자체 Gateway는 M0 승인 Image ID로 고정했습니다.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버전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불변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배포 방식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0.8.0-pg14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Pull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7.0.7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Pull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AP App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Pull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AP Worker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0.86.3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Pull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Gateway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 Image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build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Gateway 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Python 3.12.11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Build input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Caddy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2.8.4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Registry Digest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Pull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Platform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linux/amd64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Lock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Validated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Gateway는 고객 배포 전에 승인 Registry Digest로 전환합니다.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업그레이드와 롤백은 하나의 검증된 순서로 반복합니다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배포 전 백업부터 최종 복귀까지 같은 잠금·Health·Volume 기준으로 판정합니다.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Notes · Security ·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Images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Tag+Digest · Image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Runtime Lock · DB · Redis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No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Pull · Up · 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6 IDs · HTTPS · Observer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Local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Previous Lock · Recheck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릴리스 증적은 이미지와 판정만 남기도록 최소화했습니다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잠금과 드릴 기록에는 이미지 식별자·Health·시각만 저장하고 Secret, Payload와 원문 로그는 제외합니다.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Release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Version · Digest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Image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Reviewed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Source Consistency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Platform ·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Runtime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Previous · Current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History · Drill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 · Verify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· Recover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No Secrets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No Raw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승인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재현성·복구·보안 13개 검증을 모두 통과했습니다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V1–4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잠금 기반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Schema · Source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Unit Tests 7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Registry Digests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Runtime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V5–8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배포·복구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Health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Repeat IDs Equal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Rollback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Final Release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V9–13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상태·보안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 Volumes Preserved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200 · Alerts 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Scan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잠금·소스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반복·롤백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상태·보안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코드·운영 절차·완료 증적을 하나의 릴리스 자산으로 관리합니다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같은 이미지 조합을 배포하고 장애 시 같은 기준으로 복귀할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image-lock.json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release_lock.py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deploy · rollback · drill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ADR-0005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Upgrade·Rollback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호환성·승인 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0640 · Secret/Payload/원문 로그 제외 · Fail Closed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이제 고정된 실행 기반에서 첫 사내 업무 Flow로 이동합니다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#18로 실행 환경의 버전과 복구 경로가 확정됐습니다. 다음은 GitHub PR Merge Webhook을 실제 업무와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상태·경보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장애·복구 추적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Digest Lock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No-build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First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Productize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Registry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SBOM · Sign · Scan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#18 완료 기준 = 반복 이미지 동일 + 롤백 PASS + Volume 보존 + 누출 0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53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같은 승인 이미지를 재현하고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직전 상태로 복귀하는 기반을 확정했습니다.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6/6 HEALTHY · 13 CONTROLS PASS · HTTPS 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Immutable Release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#18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2026-07-31T11:47:43.0050000Z</dcterms:created>
  <dcterms:modified xsi:type="dcterms:W3CDTF">2026-07-31T11:47:43.0050000Z</dcterms:modified>
</coreProperties>
</file>