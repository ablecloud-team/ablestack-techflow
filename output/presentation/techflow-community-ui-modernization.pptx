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17646555cc4c2e" /><Relationship Type="http://schemas.openxmlformats.org/officeDocument/2006/relationships/extended-properties" Target="/docProps/app.xml" Id="Ra40d4309d2f14100" /><Relationship Type="http://schemas.openxmlformats.org/officeDocument/2006/relationships/officeDocument" Target="/ppt/presentation.xml" Id="R5ca2af9bb32c47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f5159414f044da"/>
  </p:sldMasterIdLst>
  <p:notesMasterIdLst>
    <p:notesMasterId xmlns:r="http://schemas.openxmlformats.org/officeDocument/2006/relationships" r:id="R59709cfb86b8475e"/>
  </p:notesMasterIdLst>
  <p:sldIdLst>
    <p:sldId xmlns:r="http://schemas.openxmlformats.org/officeDocument/2006/relationships" id="256" r:id="R2ed5839423144767"/>
    <p:sldId xmlns:r="http://schemas.openxmlformats.org/officeDocument/2006/relationships" id="257" r:id="R8efa73b4c9c44bc1"/>
    <p:sldId xmlns:r="http://schemas.openxmlformats.org/officeDocument/2006/relationships" id="258" r:id="R38cfa703736f49fc"/>
    <p:sldId xmlns:r="http://schemas.openxmlformats.org/officeDocument/2006/relationships" id="259" r:id="R3311dc320ebd4e58"/>
    <p:sldId xmlns:r="http://schemas.openxmlformats.org/officeDocument/2006/relationships" id="260" r:id="Rb8741886a49e4f82"/>
    <p:sldId xmlns:r="http://schemas.openxmlformats.org/officeDocument/2006/relationships" id="261" r:id="R764583b11a50492e"/>
    <p:sldId xmlns:r="http://schemas.openxmlformats.org/officeDocument/2006/relationships" id="262" r:id="Rbca3b61c68164ce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bd79727c01451a" /><Relationship Type="http://schemas.openxmlformats.org/officeDocument/2006/relationships/slideMaster" Target="/ppt/slideMasters/slideMaster1.xml" Id="R63f5159414f044da" /><Relationship Type="http://schemas.openxmlformats.org/officeDocument/2006/relationships/notesMaster" Target="/ppt/notesMasters/notesMaster1.xml" Id="R59709cfb86b8475e" /><Relationship Type="http://schemas.openxmlformats.org/officeDocument/2006/relationships/presProps" Target="/ppt/presProps.xml" Id="R449257b39e164513" /><Relationship Type="http://schemas.openxmlformats.org/officeDocument/2006/relationships/tableStyles" Target="/ppt/tableStyles.xml" Id="R6987ef61c5be4d91" /><Relationship Type="http://schemas.openxmlformats.org/officeDocument/2006/relationships/slide" Target="/ppt/slides/slide1.xml" Id="R2ed5839423144767" /><Relationship Type="http://schemas.openxmlformats.org/officeDocument/2006/relationships/slide" Target="/ppt/slides/slide2.xml" Id="R8efa73b4c9c44bc1" /><Relationship Type="http://schemas.openxmlformats.org/officeDocument/2006/relationships/slide" Target="/ppt/slides/slide3.xml" Id="R38cfa703736f49fc" /><Relationship Type="http://schemas.openxmlformats.org/officeDocument/2006/relationships/slide" Target="/ppt/slides/slide4.xml" Id="R3311dc320ebd4e58" /><Relationship Type="http://schemas.openxmlformats.org/officeDocument/2006/relationships/slide" Target="/ppt/slides/slide5.xml" Id="Rb8741886a49e4f82" /><Relationship Type="http://schemas.openxmlformats.org/officeDocument/2006/relationships/slide" Target="/ppt/slides/slide6.xml" Id="R764583b11a50492e" /><Relationship Type="http://schemas.openxmlformats.org/officeDocument/2006/relationships/slide" Target="/ppt/slides/slide7.xml" Id="Rbca3b61c68164c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823ebcb8e445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ca03ef949f48b1" /><Relationship Type="http://schemas.openxmlformats.org/officeDocument/2006/relationships/notesMaster" Target="/ppt/notesMasters/notesMaster1.xml" Id="R230b5bb1322f40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c03773cad24c7d" /><Relationship Type="http://schemas.openxmlformats.org/officeDocument/2006/relationships/notesMaster" Target="/ppt/notesMasters/notesMaster1.xml" Id="R36ee7987aa1e44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50edc94b2864fe1" /><Relationship Type="http://schemas.openxmlformats.org/officeDocument/2006/relationships/notesMaster" Target="/ppt/notesMasters/notesMaster1.xml" Id="R13c798be5c4247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f1536e28644348" /><Relationship Type="http://schemas.openxmlformats.org/officeDocument/2006/relationships/notesMaster" Target="/ppt/notesMasters/notesMaster1.xml" Id="Rf6579d86551c44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b68b598f9949e8" /><Relationship Type="http://schemas.openxmlformats.org/officeDocument/2006/relationships/notesMaster" Target="/ppt/notesMasters/notesMaster1.xml" Id="R8c319b7a7edc4a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fbe8edc8bf4717" /><Relationship Type="http://schemas.openxmlformats.org/officeDocument/2006/relationships/notesMaster" Target="/ppt/notesMasters/notesMaster1.xml" Id="Rd2f81316a0d34c0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e7abb0c5364919" /><Relationship Type="http://schemas.openxmlformats.org/officeDocument/2006/relationships/notesMaster" Target="/ppt/notesMasters/notesMaster1.xml" Id="R9e37749c7e9f45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0a5f093c4a4c2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c22ca8323a4ab6" /><Relationship Type="http://schemas.openxmlformats.org/officeDocument/2006/relationships/slideLayout" Target="/ppt/slideLayouts/slideLayout1.xml" Id="R3fc987c2950d44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c987c2950d44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e92d24dd942ba" /><Relationship Type="http://schemas.openxmlformats.org/officeDocument/2006/relationships/image" Target="/ppt/media/image.jpeg" Id="R2a6aaa6d64804e2e" /><Relationship Type="http://schemas.openxmlformats.org/officeDocument/2006/relationships/notesSlide" Target="/ppt/notesSlides/notesSlide1.xml" Id="R9d36ce33a5c049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46d7fc7a24c8a" /><Relationship Type="http://schemas.openxmlformats.org/officeDocument/2006/relationships/image" Target="/ppt/media/image2.jpeg" Id="Rda24966d90cc4e86" /><Relationship Type="http://schemas.openxmlformats.org/officeDocument/2006/relationships/image" Target="/ppt/media/image3.jpeg" Id="R232ccd0b8f634497" /><Relationship Type="http://schemas.openxmlformats.org/officeDocument/2006/relationships/notesSlide" Target="/ppt/notesSlides/notesSlide2.xml" Id="R5710113c246e47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7a90262d643ab" /><Relationship Type="http://schemas.openxmlformats.org/officeDocument/2006/relationships/notesSlide" Target="/ppt/notesSlides/notesSlide3.xml" Id="R20cb97bad6a948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a14d4b50046d6" /><Relationship Type="http://schemas.openxmlformats.org/officeDocument/2006/relationships/image" Target="/ppt/media/image4.jpeg" Id="R98ba1873fb5b475a" /><Relationship Type="http://schemas.openxmlformats.org/officeDocument/2006/relationships/image" Target="/ppt/media/image5.jpeg" Id="R205796cb37364575" /><Relationship Type="http://schemas.openxmlformats.org/officeDocument/2006/relationships/notesSlide" Target="/ppt/notesSlides/notesSlide4.xml" Id="R81fbb504e36d4f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b9196a5f24926" /><Relationship Type="http://schemas.openxmlformats.org/officeDocument/2006/relationships/notesSlide" Target="/ppt/notesSlides/notesSlide5.xml" Id="Rb5dad6ceb9dd40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1e790e8d284cc6" /><Relationship Type="http://schemas.openxmlformats.org/officeDocument/2006/relationships/notesSlide" Target="/ppt/notesSlides/notesSlide6.xml" Id="R2210945f158d40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d856a19c64a2f" /><Relationship Type="http://schemas.openxmlformats.org/officeDocument/2006/relationships/notesSlide" Target="/ppt/notesSlides/notesSlide7.xml" Id="R863dfb313fc44ff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9A0330E9-194B-41BF-900F-382221BF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C3EF223-1C80-4B80-8A67-B072F639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9EAC020-E76E-4FAC-B818-E35BCD4E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37A6AF82-4E2F-418A-A181-A925EFC8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aaa6d64804e2e"/>
          <a:stretch xmlns:a="http://schemas.openxmlformats.org/drawingml/2006/main"/>
        </p:blipFill>
        <p:spPr>
          <a:xfrm xmlns:a="http://schemas.openxmlformats.org/drawingml/2006/main">
            <a:off x="6438900" y="1631683"/>
            <a:ext cx="5048250" cy="3156485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BBB26A31-C85C-4988-9466-F9DFE076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13342521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AAE7FBF0-B623-42D1-A660-797511A7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2E245F03-5874-4D4A-8C6F-F1FC99DA4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1F06B2F5-44AF-4478-B429-35EB2412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2F0674CE-3350-40F7-8EE0-CDBBBFD4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24966d90cc4e86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2ccd0b8f634497"/>
          <a:stretch xmlns:a="http://schemas.openxmlformats.org/drawingml/2006/main"/>
        </p:blipFill>
        <p:spPr>
          <a:xfrm xmlns:a="http://schemas.openxmlformats.org/drawingml/2006/main">
            <a:off x="63627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F756C01D-01B0-42F5-A256-886EC1D0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6CA01D67-31E7-45FC-B9F8-6B3B2D20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62px 단일 행 · 제목·태그·댓글 수 한 줄 · 240px 탐색</a:t>
            </a:r>
          </a:p>
        </p:txBody>
      </p:sp>
    </p:spTree>
    <p:extLst>
      <p:ext uri="{BB962C8B-B14F-4D97-AF65-F5344CB8AC3E}">
        <p14:creationId xmlns:p14="http://schemas.microsoft.com/office/powerpoint/2010/main" val="18192364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1E60B0A9-B532-4E78-BC8D-E3B4B4CA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답변과 선택된 해결 답변을 간결하게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5A9959C5-72AA-4C9B-A89D-81E4A4D3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57CAD589-C0C6-4592-911E-9EE5C515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A3E27905-1425-4068-A3FF-6607390B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34CD7B58-91E0-4D8D-B493-800D34FE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A9CFA82E-8849-4D6E-958F-1453392D7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791F9B0F-844A-4EF0-AFB7-CB09925D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6AA105AB-7F98-45F5-92B7-5087B2E8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ACAF8D84-CDD2-4653-BF24-0BC3BB0E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359CE64C-822B-476B-A748-875B0259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536D55E2-72EE-423E-B2BC-1EE04145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D3213105-5BB4-487B-B406-C4B16113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4E434153-1BFC-4569-92E2-1DCF3208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해결된 답변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EB78D490-5192-4072-9704-7E2E9DE4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작은 배지 · 녹색 강조선 · 중복 작성자 정보 제거</a:t>
            </a:r>
          </a:p>
        </p:txBody>
      </p:sp>
    </p:spTree>
    <p:extLst>
      <p:ext uri="{BB962C8B-B14F-4D97-AF65-F5344CB8AC3E}">
        <p14:creationId xmlns:p14="http://schemas.microsoft.com/office/powerpoint/2010/main" val="18521965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4">
            <a:extLst xmlns:a="http://schemas.openxmlformats.org/drawingml/2006/main">
              <a:ext uri="{FF2B5EF4-FFF2-40B4-BE49-F238E27FC236}">
                <a16:creationId xmlns:a16="http://schemas.microsoft.com/office/drawing/2014/main" id="{4197E63D-EBA8-4DBD-89CD-B3B7A219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작업 버튼과 모든 대화상자를 하나의 규칙으로 통일했습니다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406615AA-9F33-4722-BFB7-2FB20849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ba1873fb5b475a"/>
          <a:stretch xmlns:a="http://schemas.openxmlformats.org/drawingml/2006/main"/>
        </p:blipFill>
        <p:spPr>
          <a:xfrm xmlns:a="http://schemas.openxmlformats.org/drawingml/2006/main">
            <a:off x="765801" y="1333500"/>
            <a:ext cx="1935499" cy="41910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5796cb37364575"/>
          <a:stretch xmlns:a="http://schemas.openxmlformats.org/drawingml/2006/main"/>
        </p:blipFill>
        <p:spPr>
          <a:xfrm xmlns:a="http://schemas.openxmlformats.org/drawingml/2006/main">
            <a:off x="4126584" y="1333500"/>
            <a:ext cx="6358183" cy="3333750"/>
          </a:xfrm>
          <a:prstGeom xmlns:a="http://schemas.openxmlformats.org/drawingml/2006/main" prst="roundRect">
            <a:avLst>
              <a:gd name="adj" fmla="val 3429"/>
            </a:avLst>
          </a:prstGeom>
        </p:spPr>
      </p:pic>
      <p:sp>
        <p:nvSpPr>
          <p:cNvPr id="5" name="action-caption">
            <a:extLst xmlns:a="http://schemas.openxmlformats.org/drawingml/2006/main">
              <a:ext uri="{FF2B5EF4-FFF2-40B4-BE49-F238E27FC236}">
                <a16:creationId xmlns:a16="http://schemas.microsoft.com/office/drawing/2014/main" id="{3DB66824-5EDC-41B0-8371-B275FD60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6578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아이콘 + 한글 텍스트</a:t>
            </a:r>
          </a:p>
        </p:txBody>
      </p:sp>
      <p:sp>
        <p:nvSpPr>
          <p:cNvPr id="6" name="dialog-result">
            <a:extLst xmlns:a="http://schemas.openxmlformats.org/drawingml/2006/main">
              <a:ext uri="{FF2B5EF4-FFF2-40B4-BE49-F238E27FC236}">
                <a16:creationId xmlns:a16="http://schemas.microsoft.com/office/drawing/2014/main" id="{052FED85-C454-4CEB-9F77-B5AE0938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953000"/>
            <a:ext cx="80200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dialog-result-main">
            <a:extLst xmlns:a="http://schemas.openxmlformats.org/drawingml/2006/main">
              <a:ext uri="{FF2B5EF4-FFF2-40B4-BE49-F238E27FC236}">
                <a16:creationId xmlns:a16="http://schemas.microsoft.com/office/drawing/2014/main" id="{21BD42FA-C9C8-4384-B66A-B343B9D1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143500"/>
            <a:ext cx="7410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공통 Modal 규칙 · 부드러운 2px 포커스 · 직접 노출 영문 0건</a:t>
            </a:r>
          </a:p>
        </p:txBody>
      </p:sp>
      <p:sp>
        <p:nvSpPr>
          <p:cNvPr id="8" name="dialog-result-sub">
            <a:extLst xmlns:a="http://schemas.openxmlformats.org/drawingml/2006/main">
              <a:ext uri="{FF2B5EF4-FFF2-40B4-BE49-F238E27FC236}">
                <a16:creationId xmlns:a16="http://schemas.microsoft.com/office/drawing/2014/main" id="{A5679E24-0552-485A-87D3-3F7E1BC4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24500"/>
            <a:ext cx="7410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주 태그를 선택하세요 · 확인 · 태그 필수 조건 무시</a:t>
            </a:r>
          </a:p>
        </p:txBody>
      </p:sp>
    </p:spTree>
    <p:extLst>
      <p:ext uri="{BB962C8B-B14F-4D97-AF65-F5344CB8AC3E}">
        <p14:creationId xmlns:p14="http://schemas.microsoft.com/office/powerpoint/2010/main" val="20239160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5">
            <a:extLst xmlns:a="http://schemas.openxmlformats.org/drawingml/2006/main">
              <a:ext uri="{FF2B5EF4-FFF2-40B4-BE49-F238E27FC236}">
                <a16:creationId xmlns:a16="http://schemas.microsoft.com/office/drawing/2014/main" id="{A827BEE6-EF16-4EC6-83A5-B081DB12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4E8A351A-3305-4526-A34A-AEE14420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8A607230-B73B-4ADA-A152-470E02FC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F3E22324-5277-4268-B04E-E9A95EAB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8764A4DD-1A4C-423E-AFE7-76811029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059663F0-9670-4C4A-9725-58A5EC8B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F40D6FF0-E434-444A-9D5E-36D73662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E831896B-299B-4DA8-B2A6-0A0F2112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2A25CA8C-8E31-44F6-835B-A7C6A34E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42F0219D-18FF-48CE-A7C9-903D16F6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C6A8E69F-F51E-4D1E-9972-B6B99DBB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666E4653-406A-4B2D-A016-A89CD486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2E29B1C9-CAF5-45FD-BB2E-A6F186F9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F72E48DA-384C-4F99-AD0E-D44472F0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5996659E-382E-43D6-94B8-6103B539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A8E2967B-4120-4593-BEEA-8F54C80F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538B1D0B-CFAA-4D09-A6A1-AF7B4097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9957927D-04B2-4E02-B1DA-252E11D7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74B6285A-3866-4C37-A782-337B266D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8/8</a:t>
            </a:r>
          </a:p>
        </p:txBody>
      </p:sp>
    </p:spTree>
    <p:extLst>
      <p:ext uri="{BB962C8B-B14F-4D97-AF65-F5344CB8AC3E}">
        <p14:creationId xmlns:p14="http://schemas.microsoft.com/office/powerpoint/2010/main" val="2352730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6">
            <a:extLst xmlns:a="http://schemas.openxmlformats.org/drawingml/2006/main">
              <a:ext uri="{FF2B5EF4-FFF2-40B4-BE49-F238E27FC236}">
                <a16:creationId xmlns:a16="http://schemas.microsoft.com/office/drawing/2014/main" id="{CD17D921-236E-4583-A1E5-6BF94764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2717AD13-19BB-4E6E-80F1-1AC20DB1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68E81AD3-4E3E-4CCD-862A-6200847E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D212B3A2-3BB6-4E4D-9C2B-F149AF2B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CC1EA035-E6BA-4C38-8CB0-E5516334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8E88C630-CB04-478C-B83D-7DE5CA48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6F660ACE-894B-455B-9298-11593D969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2DBD51BA-CAD3-485F-BECF-67CBD312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4F1FFFCB-1C64-4ADE-9C67-456429C4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DD5C054A-5F2E-4372-9784-D265E47CE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BEDE3014-D2BE-438A-9F56-CD7B5443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56C50E4A-F60D-44AC-AC40-C9CD8C30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5AC27F5C-3594-4CE6-AC3D-5EFB01294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1CD8FE47-156F-4E20-976A-2120C57E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D03DDD19-9BF2-4BAC-A671-73954496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21217244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8CA69341-39F5-4424-9E74-10D4B2A2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630B9264-99FB-4553-B0DA-A5B93A0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7E015A5F-C808-4462-BDF8-C73F87C9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한글 원문 키·태그창 직접 영문 0건</a:t>
            </a:r>
          </a:p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Core·Vendor·DB·운영 Community 변경 없음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2AFC6CCE-08D5-447C-A3B6-1A1E4705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FFB74B2E-0CBE-4BA4-AD42-B5EC6E5C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924BB059-8384-4F19-BFA4-518B514A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40DC4ADD-D86C-4F28-9243-D1C64FBF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11674527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2026-08-19T04:21:03.3640000Z</dcterms:created>
  <dcterms:modified xsi:type="dcterms:W3CDTF">2026-08-19T04:21:03.3640000Z</dcterms:modified>
</coreProperties>
</file>