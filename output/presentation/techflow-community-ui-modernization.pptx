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0ed49a865c44e9" /><Relationship Type="http://schemas.openxmlformats.org/officeDocument/2006/relationships/extended-properties" Target="/docProps/app.xml" Id="R2839ec1b9f49482e" /><Relationship Type="http://schemas.openxmlformats.org/officeDocument/2006/relationships/officeDocument" Target="/ppt/presentation.xml" Id="R6e575f6c9c7445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4d45997f10424e"/>
  </p:sldMasterIdLst>
  <p:notesMasterIdLst>
    <p:notesMasterId xmlns:r="http://schemas.openxmlformats.org/officeDocument/2006/relationships" r:id="Rc7128d46a0ab4c8e"/>
  </p:notesMasterIdLst>
  <p:sldIdLst>
    <p:sldId xmlns:r="http://schemas.openxmlformats.org/officeDocument/2006/relationships" id="256" r:id="Rc5274dc3e8cf48cb"/>
    <p:sldId xmlns:r="http://schemas.openxmlformats.org/officeDocument/2006/relationships" id="257" r:id="Rfdc76ce7e69649bb"/>
    <p:sldId xmlns:r="http://schemas.openxmlformats.org/officeDocument/2006/relationships" id="258" r:id="Rf7e2f125ed02421c"/>
    <p:sldId xmlns:r="http://schemas.openxmlformats.org/officeDocument/2006/relationships" id="259" r:id="R99de6d26c24d46c0"/>
    <p:sldId xmlns:r="http://schemas.openxmlformats.org/officeDocument/2006/relationships" id="260" r:id="R0bbdcdd0611f4c7d"/>
    <p:sldId xmlns:r="http://schemas.openxmlformats.org/officeDocument/2006/relationships" id="261" r:id="R41357c59c7594ee4"/>
    <p:sldId xmlns:r="http://schemas.openxmlformats.org/officeDocument/2006/relationships" id="262" r:id="R0456d80c45ea4e59"/>
    <p:sldId xmlns:r="http://schemas.openxmlformats.org/officeDocument/2006/relationships" id="263" r:id="R3c0c84b5f23f43bd"/>
    <p:sldId xmlns:r="http://schemas.openxmlformats.org/officeDocument/2006/relationships" id="264" r:id="Rcf30438fe9df43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c0b7cbc5794963" /><Relationship Type="http://schemas.openxmlformats.org/officeDocument/2006/relationships/slideMaster" Target="/ppt/slideMasters/slideMaster1.xml" Id="R894d45997f10424e" /><Relationship Type="http://schemas.openxmlformats.org/officeDocument/2006/relationships/notesMaster" Target="/ppt/notesMasters/notesMaster1.xml" Id="Rc7128d46a0ab4c8e" /><Relationship Type="http://schemas.openxmlformats.org/officeDocument/2006/relationships/presProps" Target="/ppt/presProps.xml" Id="R02f90a15d1d14438" /><Relationship Type="http://schemas.openxmlformats.org/officeDocument/2006/relationships/tableStyles" Target="/ppt/tableStyles.xml" Id="Rba2be69e0d8748b0" /><Relationship Type="http://schemas.openxmlformats.org/officeDocument/2006/relationships/slide" Target="/ppt/slides/slide1.xml" Id="Rc5274dc3e8cf48cb" /><Relationship Type="http://schemas.openxmlformats.org/officeDocument/2006/relationships/slide" Target="/ppt/slides/slide2.xml" Id="Rfdc76ce7e69649bb" /><Relationship Type="http://schemas.openxmlformats.org/officeDocument/2006/relationships/slide" Target="/ppt/slides/slide3.xml" Id="Rf7e2f125ed02421c" /><Relationship Type="http://schemas.openxmlformats.org/officeDocument/2006/relationships/slide" Target="/ppt/slides/slide4.xml" Id="R99de6d26c24d46c0" /><Relationship Type="http://schemas.openxmlformats.org/officeDocument/2006/relationships/slide" Target="/ppt/slides/slide5.xml" Id="R0bbdcdd0611f4c7d" /><Relationship Type="http://schemas.openxmlformats.org/officeDocument/2006/relationships/slide" Target="/ppt/slides/slide6.xml" Id="R41357c59c7594ee4" /><Relationship Type="http://schemas.openxmlformats.org/officeDocument/2006/relationships/slide" Target="/ppt/slides/slide7.xml" Id="R0456d80c45ea4e59" /><Relationship Type="http://schemas.openxmlformats.org/officeDocument/2006/relationships/slide" Target="/ppt/slides/slide8.xml" Id="R3c0c84b5f23f43bd" /><Relationship Type="http://schemas.openxmlformats.org/officeDocument/2006/relationships/slide" Target="/ppt/slides/slide9.xml" Id="Rcf30438fe9df43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f6be5bbabf49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2c6fd2fc514f23" /><Relationship Type="http://schemas.openxmlformats.org/officeDocument/2006/relationships/notesMaster" Target="/ppt/notesMasters/notesMaster1.xml" Id="R1fecd3de14c942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de5b93311343b9" /><Relationship Type="http://schemas.openxmlformats.org/officeDocument/2006/relationships/notesMaster" Target="/ppt/notesMasters/notesMaster1.xml" Id="Rdecddb23ba6f42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5d921be4344b70" /><Relationship Type="http://schemas.openxmlformats.org/officeDocument/2006/relationships/notesMaster" Target="/ppt/notesMasters/notesMaster1.xml" Id="R2d082fd78cc348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ef2cfa79dc4eb1" /><Relationship Type="http://schemas.openxmlformats.org/officeDocument/2006/relationships/notesMaster" Target="/ppt/notesMasters/notesMaster1.xml" Id="R94a152e531fe4a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3668554ce14220" /><Relationship Type="http://schemas.openxmlformats.org/officeDocument/2006/relationships/notesMaster" Target="/ppt/notesMasters/notesMaster1.xml" Id="R0e7468c4ca4541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6f62889101475d" /><Relationship Type="http://schemas.openxmlformats.org/officeDocument/2006/relationships/notesMaster" Target="/ppt/notesMasters/notesMaster1.xml" Id="R268be586da0844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91b55761db4d5c" /><Relationship Type="http://schemas.openxmlformats.org/officeDocument/2006/relationships/notesMaster" Target="/ppt/notesMasters/notesMaster1.xml" Id="Rb4d90f79d2f148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8b6c5eee6a43bd" /><Relationship Type="http://schemas.openxmlformats.org/officeDocument/2006/relationships/notesMaster" Target="/ppt/notesMasters/notesMaster1.xml" Id="Rdad02e9d8e2c47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cd78d9ba2041ea" /><Relationship Type="http://schemas.openxmlformats.org/officeDocument/2006/relationships/notesMaster" Target="/ppt/notesMasters/notesMaster1.xml" Id="R5f3616bc721645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7139513d444c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9fcd0c8bdc4a53" /><Relationship Type="http://schemas.openxmlformats.org/officeDocument/2006/relationships/slideLayout" Target="/ppt/slideLayouts/slideLayout1.xml" Id="R82bcf45673dc4b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bcf45673dc4b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d08e8d5894605" /><Relationship Type="http://schemas.openxmlformats.org/officeDocument/2006/relationships/image" Target="/ppt/media/image.png" Id="R86b7ad43cb194650" /><Relationship Type="http://schemas.openxmlformats.org/officeDocument/2006/relationships/notesSlide" Target="/ppt/notesSlides/notesSlide1.xml" Id="R789c62f4053446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269e6f4054876" /><Relationship Type="http://schemas.openxmlformats.org/officeDocument/2006/relationships/image" Target="/ppt/media/image.jpeg" Id="R182a1840f8c044ed" /><Relationship Type="http://schemas.openxmlformats.org/officeDocument/2006/relationships/image" Target="/ppt/media/image2.png" Id="Rabaf519f2f47432c" /><Relationship Type="http://schemas.openxmlformats.org/officeDocument/2006/relationships/notesSlide" Target="/ppt/notesSlides/notesSlide2.xml" Id="Re030baad2fa54d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7dd7e45f244a99" /><Relationship Type="http://schemas.openxmlformats.org/officeDocument/2006/relationships/notesSlide" Target="/ppt/notesSlides/notesSlide3.xml" Id="Re18a9e96f0394a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6ece717ac48e4" /><Relationship Type="http://schemas.openxmlformats.org/officeDocument/2006/relationships/image" Target="/ppt/media/image3.png" Id="Rbdb73b5e996c4930" /><Relationship Type="http://schemas.openxmlformats.org/officeDocument/2006/relationships/image" Target="/ppt/media/image2.jpeg" Id="R86147cbd289d40c0" /><Relationship Type="http://schemas.openxmlformats.org/officeDocument/2006/relationships/notesSlide" Target="/ppt/notesSlides/notesSlide4.xml" Id="Rb72af15755a44b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cf7e264f542bb" /><Relationship Type="http://schemas.openxmlformats.org/officeDocument/2006/relationships/image" Target="/ppt/media/image3.jpeg" Id="Rf345b42927a94ffa" /><Relationship Type="http://schemas.openxmlformats.org/officeDocument/2006/relationships/notesSlide" Target="/ppt/notesSlides/notesSlide5.xml" Id="R8197b585f89f4b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27306a8fb64ea3" /><Relationship Type="http://schemas.openxmlformats.org/officeDocument/2006/relationships/image" Target="/ppt/media/image3.jpeg" Id="R8955379a17b1478e" /><Relationship Type="http://schemas.openxmlformats.org/officeDocument/2006/relationships/notesSlide" Target="/ppt/notesSlides/notesSlide6.xml" Id="R5acffbabe25046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9996bb951476f" /><Relationship Type="http://schemas.openxmlformats.org/officeDocument/2006/relationships/notesSlide" Target="/ppt/notesSlides/notesSlide7.xml" Id="R248244aac29142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b9cb9b4fb4fd9" /><Relationship Type="http://schemas.openxmlformats.org/officeDocument/2006/relationships/notesSlide" Target="/ppt/notesSlides/notesSlide8.xml" Id="R2fc8b64c38d4463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e142a26264b74" /><Relationship Type="http://schemas.openxmlformats.org/officeDocument/2006/relationships/notesSlide" Target="/ppt/notesSlides/notesSlide9.xml" Id="Rbda7e1145a304b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A28F31F-48A4-4EAA-A5AB-98423804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C38D8EA-556D-4E19-9373-999A5CFE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E5FDCE8-FD06-4B45-8C0D-AAD47D24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AA2838ED-043E-4EDE-9BEF-65EE8A40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b7ad43cb194650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3ABA49B2-2460-4A09-8C44-69F43878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59873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624C129A-A9CA-41FC-84FC-FCF3D153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52FBA979-9324-4642-BAC8-8A3791E5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AE99113-5BBF-469F-A457-AC7DFEE5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6AD6548B-C0CB-4B68-8EC8-FDD40718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2a1840f8c044ed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f519f2f47432c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596D4AE4-EC1C-4A2B-AAFD-DAB15D7C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3BBB677B-C723-41F7-B66F-7E51972C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6732663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D8F15D1D-EB18-4F6E-93D6-34970885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D3E2338A-2FE4-4651-AB5C-9FC53A38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AD36A0EB-7B60-4EBC-9179-A432039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A603C445-B8B9-45A9-A5D8-A77DBC9C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E275ED53-AFF2-4A20-AB4D-BD23F353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49D9B92D-9E05-4B95-B98B-A61C731C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A29728F8-8D49-47CE-A122-347A791D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0B028B3D-9F3A-4E22-B7D2-925A15FC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5E97731B-3E08-4FCE-8DD4-6A8FD7AD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EED740E0-8C52-48AD-A8C1-BAC00B3B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9E32C771-F098-4D27-8F1B-CAE05250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A6DFFEA8-6EFD-48A8-AAB5-EDBA2158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3F67467E-37DF-4FA0-B7AE-61C63BED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96F0AD84-0932-4D8F-A410-C318364E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4790001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F61DC087-68A1-4F56-B1C2-B89BC5D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본문 길이에 관계없이 버튼 간격을 하나로 맞췄습니다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4427C92C-FC22-4B0E-BF92-DB42AABB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73b5e996c4930"/>
          <a:stretch xmlns:a="http://schemas.openxmlformats.org/drawingml/2006/main"/>
        </p:blipFill>
        <p:spPr>
          <a:xfrm xmlns:a="http://schemas.openxmlformats.org/drawingml/2006/main">
            <a:off x="765250" y="1333500"/>
            <a:ext cx="1936600" cy="41910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47cbd289d40c0"/>
          <a:stretch xmlns:a="http://schemas.openxmlformats.org/drawingml/2006/main"/>
        </p:blipFill>
        <p:spPr>
          <a:xfrm xmlns:a="http://schemas.openxmlformats.org/drawingml/2006/main">
            <a:off x="4126584" y="1333500"/>
            <a:ext cx="6358183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action-caption">
            <a:extLst xmlns:a="http://schemas.openxmlformats.org/drawingml/2006/main">
              <a:ext uri="{FF2B5EF4-FFF2-40B4-BE49-F238E27FC236}">
                <a16:creationId xmlns:a16="http://schemas.microsoft.com/office/drawing/2014/main" id="{C0B5F925-BF6C-4D47-BE3B-BF57B752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카드-버튼 8px · 편차 0px</a:t>
            </a:r>
          </a:p>
        </p:txBody>
      </p:sp>
      <p:sp>
        <p:nvSpPr>
          <p:cNvPr id="6" name="dialog-result">
            <a:extLst xmlns:a="http://schemas.openxmlformats.org/drawingml/2006/main">
              <a:ext uri="{FF2B5EF4-FFF2-40B4-BE49-F238E27FC236}">
                <a16:creationId xmlns:a16="http://schemas.microsoft.com/office/drawing/2014/main" id="{05B8748A-B9C3-438B-8856-EBFC8243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53000"/>
            <a:ext cx="80200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dialog-result-main">
            <a:extLst xmlns:a="http://schemas.openxmlformats.org/drawingml/2006/main">
              <a:ext uri="{FF2B5EF4-FFF2-40B4-BE49-F238E27FC236}">
                <a16:creationId xmlns:a16="http://schemas.microsoft.com/office/drawing/2014/main" id="{EF591584-1900-4FD1-97DF-7E8F08BB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43500"/>
            <a:ext cx="7410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공통 Modal 규칙 · 부드러운 2px 포커스 · 직접 노출 영문 0건</a:t>
            </a:r>
          </a:p>
        </p:txBody>
      </p:sp>
      <p:sp>
        <p:nvSpPr>
          <p:cNvPr id="8" name="dialog-result-sub">
            <a:extLst xmlns:a="http://schemas.openxmlformats.org/drawingml/2006/main">
              <a:ext uri="{FF2B5EF4-FFF2-40B4-BE49-F238E27FC236}">
                <a16:creationId xmlns:a16="http://schemas.microsoft.com/office/drawing/2014/main" id="{26A7B8F6-9E47-4666-889B-D833C825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741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 태그를 선택하세요 · 확인 · 태그 필수 조건 무시</a:t>
            </a:r>
          </a:p>
        </p:txBody>
      </p:sp>
    </p:spTree>
    <p:extLst>
      <p:ext uri="{BB962C8B-B14F-4D97-AF65-F5344CB8AC3E}">
        <p14:creationId xmlns:p14="http://schemas.microsoft.com/office/powerpoint/2010/main" val="19690415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데스크톱 버튼을 정리하고 프로필을 통일했습니다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5b42927a94ffa"/>
          <a:stretch xmlns:a="http://schemas.openxmlformats.org/drawingml/2006/main"/>
        </p:blipFill>
        <p:spPr>
          <a:xfrm xmlns:a="http://schemas.openxmlformats.org/drawingml/2006/main">
            <a:off x="457200" y="1314450"/>
            <a:ext cx="7239000" cy="4524375"/>
          </a:xfrm>
          <a:prstGeom xmlns:a="http://schemas.openxmlformats.org/drawingml/2006/main" prst="roundRect">
            <a:avLst>
              <a:gd name="adj" fmla="val 2526"/>
            </a:avLst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프로필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165px 블루 Hero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96px 아바타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240px 메뉴 · 780px 콘텐츠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홈 탐색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Desktop 중복 버튼 제거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Mobile 40x46px 버튼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270px 서랍 동작 유지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좋아요 · 내 미디어 · 보안 · 해결 답변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더보기 메뉴와 설정·보안 화면을 같은 체계로 맞췄습니다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5379a17b1478e"/>
          <a:stretch xmlns:a="http://schemas.openxmlformats.org/drawingml/2006/main"/>
        </p:blipFill>
        <p:spPr>
          <a:xfrm xmlns:a="http://schemas.openxmlformats.org/drawingml/2006/main" flipH="0" flipV="0">
            <a:off x="457200" y="1314450"/>
            <a:ext cx="7239000" cy="4524375"/>
          </a:xfrm>
          <a:prstGeom xmlns:a="http://schemas.openxmlformats.org/drawingml/2006/main" prst="roundRect">
            <a:avLst/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설정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카드·버튼·알림 표 통일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직접 노출 영문 0건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표 302px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목록·보안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더보기 상시 표시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중앙 오차 0px · 메뉴 1080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세션·토큰 카드 통일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해결 답변 알림 · 새 토큰 · 검색 정보 설정까지 한글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6">
            <a:extLst xmlns:a="http://schemas.openxmlformats.org/drawingml/2006/main">
              <a:ext uri="{FF2B5EF4-FFF2-40B4-BE49-F238E27FC236}">
                <a16:creationId xmlns:a16="http://schemas.microsoft.com/office/drawing/2014/main" id="{A1988E7D-4FE9-4900-8EFF-3040E5D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BE3DDE7B-FA52-43C9-AAE2-8928904D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7B834A7A-209D-4491-899C-10F6F9E6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739F78CD-D657-4918-A9FA-4B164DC8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3AECE67-3CC4-4DA1-AF5E-C93DC0D4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3411BCDF-FFDB-4D8F-ABD4-9DF41B03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5C52BED4-5B33-4F1F-8B4C-1420869A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CCC5DC3E-EAAF-47A7-BE20-81A03A0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03B871E-E432-4AAB-8D50-6BCBAF06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AE3959C6-3A52-4DCF-821D-D827B06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EBB4EFA8-8837-4DC7-B490-F0FDBE8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30B14935-D9F6-49E4-9FFA-35C561CA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84B927D-9C32-4480-B1CA-A2BEFFF6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03579DE4-BE81-4564-8731-4EC8DE46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B1D3BD30-83E1-498D-B0C3-D699808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2E4B63B9-05DD-4586-92E2-218CE46B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B2993C25-3261-4B34-90FD-48CACC67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7D531B41-66A5-4441-97A2-88436706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CFB67921-C80E-4482-BC13-B3C78F46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2245381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7">
            <a:extLst xmlns:a="http://schemas.openxmlformats.org/drawingml/2006/main">
              <a:ext uri="{FF2B5EF4-FFF2-40B4-BE49-F238E27FC236}">
                <a16:creationId xmlns:a16="http://schemas.microsoft.com/office/drawing/2014/main" id="{B1E5F8CB-12E8-414B-A782-7921D9DB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A3276DCC-0352-4CE1-B01D-E7990310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F33C0C86-C636-49E7-9EF3-AD3434C4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5F70949-AD48-4799-9CD4-E06EF4FA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2D23B9C7-BD3C-4600-BA89-78668692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66F5027A-7FA7-413F-B51E-8043D094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E7F3E4DE-3896-4972-B8F1-AF6C18CF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0136A85B-5961-4FFA-8B8D-5B294E1A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E7DB7EDB-905C-43D0-890F-80D3946E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DBD93488-5F1B-4674-80CA-8AF64A40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C8B03E0C-FD83-420F-AF7B-3F7089B4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37B98FC2-7DDE-45BF-B2BF-AA8E8A3D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3B149A4F-0659-480B-9329-13D6691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1329660C-7BA4-47F6-B431-662F73A2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29AD88B8-B664-4F55-9D04-7AE25E4B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9602918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CA02A572-4AC9-4737-B75D-10EC7C22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5C154A0-B755-42E9-9F79-7921475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3D772DBD-5B75-4245-9BF5-B2A8A3AB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설정·보안 포함 직접 영문 0건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3160D9BC-7118-4FD3-AAD9-2144E7A4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29CF402C-9E70-4B3D-8FED-4FBB431F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150AAE78-1296-4BC4-BA13-17A897DF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7FF57361-4F99-46E5-8A10-2C2F456C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674511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2026-08-19T05:27:42.2520000Z</dcterms:created>
  <dcterms:modified xsi:type="dcterms:W3CDTF">2026-08-19T05:27:42.2520000Z</dcterms:modified>
</coreProperties>
</file>