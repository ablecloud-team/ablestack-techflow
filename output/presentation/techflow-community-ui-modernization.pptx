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03a6ea4ece40cf" /><Relationship Type="http://schemas.openxmlformats.org/officeDocument/2006/relationships/extended-properties" Target="/docProps/app.xml" Id="Refe238facf2b4768" /><Relationship Type="http://schemas.openxmlformats.org/officeDocument/2006/relationships/officeDocument" Target="/ppt/presentation.xml" Id="Rb106395f31c64a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ee054866e8496f"/>
  </p:sldMasterIdLst>
  <p:notesMasterIdLst>
    <p:notesMasterId xmlns:r="http://schemas.openxmlformats.org/officeDocument/2006/relationships" r:id="R9d75b6a1c43d47d8"/>
  </p:notesMasterIdLst>
  <p:sldIdLst>
    <p:sldId xmlns:r="http://schemas.openxmlformats.org/officeDocument/2006/relationships" id="256" r:id="R6f54963825c743d0"/>
    <p:sldId xmlns:r="http://schemas.openxmlformats.org/officeDocument/2006/relationships" id="257" r:id="R6c32de01a3b54629"/>
    <p:sldId xmlns:r="http://schemas.openxmlformats.org/officeDocument/2006/relationships" id="258" r:id="Rc12a014bad244cba"/>
    <p:sldId xmlns:r="http://schemas.openxmlformats.org/officeDocument/2006/relationships" id="259" r:id="Rf6441fabd5f740bf"/>
    <p:sldId xmlns:r="http://schemas.openxmlformats.org/officeDocument/2006/relationships" id="260" r:id="Rb7fa767a0c5c44fa"/>
    <p:sldId xmlns:r="http://schemas.openxmlformats.org/officeDocument/2006/relationships" id="261" r:id="R78821729725845ed"/>
    <p:sldId xmlns:r="http://schemas.openxmlformats.org/officeDocument/2006/relationships" id="262" r:id="Rfb85140611174bed"/>
    <p:sldId xmlns:r="http://schemas.openxmlformats.org/officeDocument/2006/relationships" id="263" r:id="R2b03af21cdc04420"/>
    <p:sldId xmlns:r="http://schemas.openxmlformats.org/officeDocument/2006/relationships" id="264" r:id="Rc6e5dec055994feb"/>
    <p:sldId xmlns:r="http://schemas.openxmlformats.org/officeDocument/2006/relationships" id="265" r:id="Rf363f71595334ab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d84a11339c4739" /><Relationship Type="http://schemas.openxmlformats.org/officeDocument/2006/relationships/slideMaster" Target="/ppt/slideMasters/slideMaster1.xml" Id="R94ee054866e8496f" /><Relationship Type="http://schemas.openxmlformats.org/officeDocument/2006/relationships/notesMaster" Target="/ppt/notesMasters/notesMaster1.xml" Id="R9d75b6a1c43d47d8" /><Relationship Type="http://schemas.openxmlformats.org/officeDocument/2006/relationships/presProps" Target="/ppt/presProps.xml" Id="R30b84e18dadc4fb9" /><Relationship Type="http://schemas.openxmlformats.org/officeDocument/2006/relationships/tableStyles" Target="/ppt/tableStyles.xml" Id="R651ea8ab95c04f44" /><Relationship Type="http://schemas.openxmlformats.org/officeDocument/2006/relationships/slide" Target="/ppt/slides/slide1.xml" Id="R6f54963825c743d0" /><Relationship Type="http://schemas.openxmlformats.org/officeDocument/2006/relationships/slide" Target="/ppt/slides/slide2.xml" Id="R6c32de01a3b54629" /><Relationship Type="http://schemas.openxmlformats.org/officeDocument/2006/relationships/slide" Target="/ppt/slides/slide3.xml" Id="Rc12a014bad244cba" /><Relationship Type="http://schemas.openxmlformats.org/officeDocument/2006/relationships/slide" Target="/ppt/slides/slide4.xml" Id="Rf6441fabd5f740bf" /><Relationship Type="http://schemas.openxmlformats.org/officeDocument/2006/relationships/slide" Target="/ppt/slides/slide5.xml" Id="Rb7fa767a0c5c44fa" /><Relationship Type="http://schemas.openxmlformats.org/officeDocument/2006/relationships/slide" Target="/ppt/slides/slide6.xml" Id="R78821729725845ed" /><Relationship Type="http://schemas.openxmlformats.org/officeDocument/2006/relationships/slide" Target="/ppt/slides/slide7.xml" Id="Rfb85140611174bed" /><Relationship Type="http://schemas.openxmlformats.org/officeDocument/2006/relationships/slide" Target="/ppt/slides/slide8.xml" Id="R2b03af21cdc04420" /><Relationship Type="http://schemas.openxmlformats.org/officeDocument/2006/relationships/slide" Target="/ppt/slides/slide9.xml" Id="Rc6e5dec055994feb" /><Relationship Type="http://schemas.openxmlformats.org/officeDocument/2006/relationships/slide" Target="/ppt/slides/slide10.xml" Id="Rf363f71595334ab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e59f73c22e4e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c4700a5353455a" /><Relationship Type="http://schemas.openxmlformats.org/officeDocument/2006/relationships/notesMaster" Target="/ppt/notesMasters/notesMaster1.xml" Id="Rcffcca7d46b44b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e71534e72a4855" /><Relationship Type="http://schemas.openxmlformats.org/officeDocument/2006/relationships/notesMaster" Target="/ppt/notesMasters/notesMaster1.xml" Id="Rf174bc3a19a449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2468c3d50e43e8" /><Relationship Type="http://schemas.openxmlformats.org/officeDocument/2006/relationships/notesMaster" Target="/ppt/notesMasters/notesMaster1.xml" Id="Re99c78f568d241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e0294aa060494c" /><Relationship Type="http://schemas.openxmlformats.org/officeDocument/2006/relationships/notesMaster" Target="/ppt/notesMasters/notesMaster1.xml" Id="Ra1d9742b6a5947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665f24aec54b09" /><Relationship Type="http://schemas.openxmlformats.org/officeDocument/2006/relationships/notesMaster" Target="/ppt/notesMasters/notesMaster1.xml" Id="R70856cceef4c48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76af06819945f7" /><Relationship Type="http://schemas.openxmlformats.org/officeDocument/2006/relationships/notesMaster" Target="/ppt/notesMasters/notesMaster1.xml" Id="R5a0c37366f2741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03c36cce2e4ade" /><Relationship Type="http://schemas.openxmlformats.org/officeDocument/2006/relationships/notesMaster" Target="/ppt/notesMasters/notesMaster1.xml" Id="Re21864f2be894b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1fb385cd6a4ba6" /><Relationship Type="http://schemas.openxmlformats.org/officeDocument/2006/relationships/notesMaster" Target="/ppt/notesMasters/notesMaster1.xml" Id="R1059df9ea32841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f0073c3d40423a" /><Relationship Type="http://schemas.openxmlformats.org/officeDocument/2006/relationships/notesMaster" Target="/ppt/notesMasters/notesMaster1.xml" Id="Rde0dabfca5ea4a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a22a7dd25a4b25" /><Relationship Type="http://schemas.openxmlformats.org/officeDocument/2006/relationships/notesMaster" Target="/ppt/notesMasters/notesMaster1.xml" Id="R4497fe3928a549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45ee2f59f342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35d0ea04a54714" /><Relationship Type="http://schemas.openxmlformats.org/officeDocument/2006/relationships/slideLayout" Target="/ppt/slideLayouts/slideLayout1.xml" Id="Rb50509a2544d4b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0509a2544d4b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cd253470454fb0" /><Relationship Type="http://schemas.openxmlformats.org/officeDocument/2006/relationships/image" Target="/ppt/media/image.png" Id="Ra2e0125c611a4d89" /><Relationship Type="http://schemas.openxmlformats.org/officeDocument/2006/relationships/notesSlide" Target="/ppt/notesSlides/notesSlide1.xml" Id="Rd9b383b48f574d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e302720e1407e" /><Relationship Type="http://schemas.openxmlformats.org/officeDocument/2006/relationships/image" Target="/ppt/media/image.jpeg" Id="Ra17b5b3323244965" /><Relationship Type="http://schemas.openxmlformats.org/officeDocument/2006/relationships/image" Target="/ppt/media/image2.png" Id="Re3fbeb1a17d94bfa" /><Relationship Type="http://schemas.openxmlformats.org/officeDocument/2006/relationships/notesSlide" Target="/ppt/notesSlides/notesSlide2.xml" Id="Ra1bc1a9880c64a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87687048f49e0" /><Relationship Type="http://schemas.openxmlformats.org/officeDocument/2006/relationships/notesSlide" Target="/ppt/notesSlides/notesSlide3.xml" Id="R135424689ea94c8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0de10291f4e3a" /><Relationship Type="http://schemas.openxmlformats.org/officeDocument/2006/relationships/image" Target="/ppt/media/image3.png" Id="R004366ba0d6f4e70" /><Relationship Type="http://schemas.openxmlformats.org/officeDocument/2006/relationships/image" Target="/ppt/media/image2.jpeg" Id="R208a908b29424b72" /><Relationship Type="http://schemas.openxmlformats.org/officeDocument/2006/relationships/notesSlide" Target="/ppt/notesSlides/notesSlide4.xml" Id="Rc81035d935084fb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3b51cb25c4eee" /><Relationship Type="http://schemas.openxmlformats.org/officeDocument/2006/relationships/image" Target="/ppt/media/image4.png" Id="R4675dd04f5fa4a18" /><Relationship Type="http://schemas.openxmlformats.org/officeDocument/2006/relationships/notesSlide" Target="/ppt/notesSlides/notesSlide5.xml" Id="Rb859689f03d24d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362bd5cfd427b" /><Relationship Type="http://schemas.openxmlformats.org/officeDocument/2006/relationships/image" Target="/ppt/media/image5.png" Id="R38617bedae4e4be6" /><Relationship Type="http://schemas.openxmlformats.org/officeDocument/2006/relationships/notesSlide" Target="/ppt/notesSlides/notesSlide6.xml" Id="R89af06b0ea2b44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6cf26798f41eb" /><Relationship Type="http://schemas.openxmlformats.org/officeDocument/2006/relationships/image" Target="/ppt/media/image6.png" Id="R701cfe61b0944583" /><Relationship Type="http://schemas.openxmlformats.org/officeDocument/2006/relationships/notesSlide" Target="/ppt/notesSlides/notesSlide7.xml" Id="R222baecd66b640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0a8ef5d744239" /><Relationship Type="http://schemas.openxmlformats.org/officeDocument/2006/relationships/notesSlide" Target="/ppt/notesSlides/notesSlide8.xml" Id="Rdcf49848e22248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c5dcda61d045eb" /><Relationship Type="http://schemas.openxmlformats.org/officeDocument/2006/relationships/notesSlide" Target="/ppt/notesSlides/notesSlide9.xml" Id="R4444625d3d3b49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6ea1466a774158" /><Relationship Type="http://schemas.openxmlformats.org/officeDocument/2006/relationships/notesSlide" Target="/ppt/notesSlides/notesSlide10.xml" Id="R7f4a33a7963c472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F6B1B45-AEDA-414F-8042-BC08C845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66CFAA1-BC5B-428A-8DF2-3A616A8D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9718DD0-2545-4ED1-89A8-E23856FA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62FB5166-7834-43ED-9FA1-E1A18632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0125c611a4d89"/>
          <a:stretch xmlns:a="http://schemas.openxmlformats.org/drawingml/2006/main"/>
        </p:blipFill>
        <p:spPr>
          <a:xfrm xmlns:a="http://schemas.openxmlformats.org/drawingml/2006/main">
            <a:off x="6438900" y="1632347"/>
            <a:ext cx="5048250" cy="3155156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FD1083C8-117D-4797-ADFF-3B40F83F3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5286257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0FB3C023-EEDF-49F5-B6E5-10D7A4C5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D6A19DDC-E29E-43FF-A10D-E0A01886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CF6D25D2-EB48-4CDD-AD80-BE985A9B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AF267786-95E4-451E-999F-0F3F5523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7b5b3323244965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beb1a17d94bfa"/>
          <a:stretch xmlns:a="http://schemas.openxmlformats.org/drawingml/2006/main"/>
        </p:blipFill>
        <p:spPr>
          <a:xfrm xmlns:a="http://schemas.openxmlformats.org/drawingml/2006/main">
            <a:off x="6362700" y="1583531"/>
            <a:ext cx="5143500" cy="3214688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FA51509B-EED9-42F4-83E6-7CD5B286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135F5375-5C5B-40AD-B63E-6EB442C2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280px 탐색</a:t>
            </a:r>
          </a:p>
        </p:txBody>
      </p:sp>
    </p:spTree>
    <p:extLst>
      <p:ext uri="{BB962C8B-B14F-4D97-AF65-F5344CB8AC3E}">
        <p14:creationId xmlns:p14="http://schemas.microsoft.com/office/powerpoint/2010/main" val="15376394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31E866ED-4CFC-4DF7-AB0F-358B210A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DB184D92-6DD6-46F4-8130-5B1F4359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286A0587-40D5-4A46-956A-59D91F16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1DEA4C9E-46DD-4A36-A5BB-AA1EEC1A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173ABB83-150F-4A6D-B7A9-87C60DCF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ECB7E249-113A-476E-85DF-90255823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7F4F6262-6A65-413E-96C8-39471B18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1A0DEF46-4F93-405A-800F-CD6D7AA99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EB434C36-B3E2-461C-B088-D670D4A1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0D837C12-3514-4D85-9777-B29C9775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81654EAC-73AA-49D9-A8EA-8CDC2D89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71599C5B-E61E-4769-9FDF-E7EA2313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945E6740-4AE1-47C7-9245-D8ED22EA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A65FD030-9284-42CE-BE00-B22395E4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11308487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4">
            <a:extLst xmlns:a="http://schemas.openxmlformats.org/drawingml/2006/main">
              <a:ext uri="{FF2B5EF4-FFF2-40B4-BE49-F238E27FC236}">
                <a16:creationId xmlns:a16="http://schemas.microsoft.com/office/drawing/2014/main" id="{921908DC-1E88-49F5-9567-5E2234D0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본문 길이에 관계없이 버튼 간격을 하나로 맞췄습니다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B61C5CC9-5CBC-4757-B301-753AD02E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366ba0d6f4e70"/>
          <a:stretch xmlns:a="http://schemas.openxmlformats.org/drawingml/2006/main"/>
        </p:blipFill>
        <p:spPr>
          <a:xfrm xmlns:a="http://schemas.openxmlformats.org/drawingml/2006/main">
            <a:off x="765250" y="1333500"/>
            <a:ext cx="1936600" cy="4191000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a908b29424b72"/>
          <a:stretch xmlns:a="http://schemas.openxmlformats.org/drawingml/2006/main"/>
        </p:blipFill>
        <p:spPr>
          <a:xfrm xmlns:a="http://schemas.openxmlformats.org/drawingml/2006/main">
            <a:off x="4126584" y="1333500"/>
            <a:ext cx="6358183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5" name="action-caption">
            <a:extLst xmlns:a="http://schemas.openxmlformats.org/drawingml/2006/main">
              <a:ext uri="{FF2B5EF4-FFF2-40B4-BE49-F238E27FC236}">
                <a16:creationId xmlns:a16="http://schemas.microsoft.com/office/drawing/2014/main" id="{D380B658-9BC8-4176-AD1F-E37110FC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카드-버튼 8px · 편차 0px</a:t>
            </a:r>
          </a:p>
        </p:txBody>
      </p:sp>
      <p:sp>
        <p:nvSpPr>
          <p:cNvPr id="6" name="dialog-result">
            <a:extLst xmlns:a="http://schemas.openxmlformats.org/drawingml/2006/main">
              <a:ext uri="{FF2B5EF4-FFF2-40B4-BE49-F238E27FC236}">
                <a16:creationId xmlns:a16="http://schemas.microsoft.com/office/drawing/2014/main" id="{4D2BCF81-4C14-4DBE-AAC9-DA7CA36A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953000"/>
            <a:ext cx="80200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dialog-result-main">
            <a:extLst xmlns:a="http://schemas.openxmlformats.org/drawingml/2006/main">
              <a:ext uri="{FF2B5EF4-FFF2-40B4-BE49-F238E27FC236}">
                <a16:creationId xmlns:a16="http://schemas.microsoft.com/office/drawing/2014/main" id="{E70C3D2E-F584-46DF-BCAA-ED9BA4A1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43500"/>
            <a:ext cx="7410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공통 Modal 규칙 · 검색 2px 단일 포커스 · 직접 노출 영문 0건</a:t>
            </a:r>
          </a:p>
        </p:txBody>
      </p:sp>
      <p:sp>
        <p:nvSpPr>
          <p:cNvPr id="8" name="dialog-result-sub">
            <a:extLst xmlns:a="http://schemas.openxmlformats.org/drawingml/2006/main">
              <a:ext uri="{FF2B5EF4-FFF2-40B4-BE49-F238E27FC236}">
                <a16:creationId xmlns:a16="http://schemas.microsoft.com/office/drawing/2014/main" id="{2627A281-F2FB-4FF5-9814-73170732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7410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 태그를 선택하세요 · 확인 · 태그 필수 조건 무시</a:t>
            </a:r>
          </a:p>
        </p:txBody>
      </p:sp>
    </p:spTree>
    <p:extLst>
      <p:ext uri="{BB962C8B-B14F-4D97-AF65-F5344CB8AC3E}">
        <p14:creationId xmlns:p14="http://schemas.microsoft.com/office/powerpoint/2010/main" val="21162434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5">
            <a:extLst xmlns:a="http://schemas.openxmlformats.org/drawingml/2006/main">
              <a:ext uri="{FF2B5EF4-FFF2-40B4-BE49-F238E27FC236}">
                <a16:creationId xmlns:a16="http://schemas.microsoft.com/office/drawing/2014/main" id="{68C33207-F52A-49E1-B423-933303E8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데스크톱 버튼을 정리하고 프로필을 통일했습니다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6084F754-07EF-43E9-9A1F-BC50FBD3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75dd04f5fa4a18"/>
          <a:stretch xmlns:a="http://schemas.openxmlformats.org/drawingml/2006/main"/>
        </p:blipFill>
        <p:spPr>
          <a:xfrm xmlns:a="http://schemas.openxmlformats.org/drawingml/2006/main">
            <a:off x="457200" y="1314450"/>
            <a:ext cx="7239000" cy="4524375"/>
          </a:xfrm>
          <a:prstGeom xmlns:a="http://schemas.openxmlformats.org/drawingml/2006/main" prst="roundRect">
            <a:avLst>
              <a:gd name="adj" fmla="val 2526"/>
            </a:avLst>
          </a:prstGeom>
        </p:spPr>
      </p:pic>
      <p:sp>
        <p:nvSpPr>
          <p:cNvPr id="4" name="profile-result">
            <a:extLst xmlns:a="http://schemas.openxmlformats.org/drawingml/2006/main">
              <a:ext uri="{FF2B5EF4-FFF2-40B4-BE49-F238E27FC236}">
                <a16:creationId xmlns:a16="http://schemas.microsoft.com/office/drawing/2014/main" id="{E1E8C2C1-7B4A-4386-B0D8-E823C353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8590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ofile-title">
            <a:extLst xmlns:a="http://schemas.openxmlformats.org/drawingml/2006/main">
              <a:ext uri="{FF2B5EF4-FFF2-40B4-BE49-F238E27FC236}">
                <a16:creationId xmlns:a16="http://schemas.microsoft.com/office/drawing/2014/main" id="{0DDE3A0F-D7D9-49EE-B6E5-D6DA0368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프로필 화면</a:t>
            </a:r>
          </a:p>
        </p:txBody>
      </p:sp>
      <p:sp>
        <p:nvSpPr>
          <p:cNvPr id="6" name="profile-copy">
            <a:extLst xmlns:a="http://schemas.openxmlformats.org/drawingml/2006/main">
              <a:ext uri="{FF2B5EF4-FFF2-40B4-BE49-F238E27FC236}">
                <a16:creationId xmlns:a16="http://schemas.microsoft.com/office/drawing/2014/main" id="{9A3A3785-75E7-4047-AE4F-8919C7E3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4790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165px 블루 Hero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96px 아바타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280px 메뉴 · 780px 콘텐츠</a:t>
            </a:r>
          </a:p>
        </p:txBody>
      </p:sp>
      <p:sp>
        <p:nvSpPr>
          <p:cNvPr id="7" name="navigation-result">
            <a:extLst xmlns:a="http://schemas.openxmlformats.org/drawingml/2006/main">
              <a:ext uri="{FF2B5EF4-FFF2-40B4-BE49-F238E27FC236}">
                <a16:creationId xmlns:a16="http://schemas.microsoft.com/office/drawing/2014/main" id="{A6D4131D-0329-41FE-80AC-C645BDE4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0450"/>
            <a:ext cx="3333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navigation-title">
            <a:extLst xmlns:a="http://schemas.openxmlformats.org/drawingml/2006/main">
              <a:ext uri="{FF2B5EF4-FFF2-40B4-BE49-F238E27FC236}">
                <a16:creationId xmlns:a16="http://schemas.microsoft.com/office/drawing/2014/main" id="{233B93FE-B3C3-4B9D-B7AF-6A750620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8671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홈 탐색</a:t>
            </a:r>
          </a:p>
        </p:txBody>
      </p:sp>
      <p:sp>
        <p:nvSpPr>
          <p:cNvPr id="9" name="navigation-copy">
            <a:extLst xmlns:a="http://schemas.openxmlformats.org/drawingml/2006/main">
              <a:ext uri="{FF2B5EF4-FFF2-40B4-BE49-F238E27FC236}">
                <a16:creationId xmlns:a16="http://schemas.microsoft.com/office/drawing/2014/main" id="{1E4867F5-F386-433F-B83F-EF73008A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Desktop 중복 버튼 제거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Mobile 40x46px 버튼</a:t>
            </a:r>
          </a:p>
          <a:p xmlns:a="http://schemas.openxmlformats.org/drawingml/2006/main">
            <a:pPr algn="ctr">
              <a:def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270px 서랍 동작 유지</a:t>
            </a:r>
          </a:p>
        </p:txBody>
      </p:sp>
      <p:sp>
        <p:nvSpPr>
          <p:cNvPr id="10" name="profile-locale">
            <a:extLst xmlns:a="http://schemas.openxmlformats.org/drawingml/2006/main">
              <a:ext uri="{FF2B5EF4-FFF2-40B4-BE49-F238E27FC236}">
                <a16:creationId xmlns:a16="http://schemas.microsoft.com/office/drawing/2014/main" id="{EAD0D0E6-4C56-4943-BC65-F56E36CC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626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좋아요 · 내 미디어 · 보안 · 해결 답변</a:t>
            </a:r>
          </a:p>
        </p:txBody>
      </p:sp>
    </p:spTree>
    <p:extLst>
      <p:ext uri="{BB962C8B-B14F-4D97-AF65-F5344CB8AC3E}">
        <p14:creationId xmlns:p14="http://schemas.microsoft.com/office/powerpoint/2010/main" val="18413538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-6">
            <a:extLst xmlns:a="http://schemas.openxmlformats.org/drawingml/2006/main">
              <a:ext uri="{FF2B5EF4-FFF2-40B4-BE49-F238E27FC236}">
                <a16:creationId xmlns:a16="http://schemas.microsoft.com/office/drawing/2014/main" id="{E89249BA-9BB4-4749-AB5F-9FBE949D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목록과 아이콘을 웹폰트 없이 안정화했습니다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829FA0FD-A73C-4941-B486-B7190FDE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617bedae4e4be6"/>
          <a:stretch xmlns:a="http://schemas.openxmlformats.org/drawingml/2006/main"/>
        </p:blipFill>
        <p:spPr>
          <a:xfrm xmlns:a="http://schemas.openxmlformats.org/drawingml/2006/main">
            <a:off x="457200" y="1373981"/>
            <a:ext cx="6667500" cy="4167188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4" name="pane-result">
            <a:extLst xmlns:a="http://schemas.openxmlformats.org/drawingml/2006/main">
              <a:ext uri="{FF2B5EF4-FFF2-40B4-BE49-F238E27FC236}">
                <a16:creationId xmlns:a16="http://schemas.microsoft.com/office/drawing/2014/main" id="{2FAD7FBC-8989-4469-A030-880FFC10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52550"/>
            <a:ext cx="3905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ane-title">
            <a:extLst xmlns:a="http://schemas.openxmlformats.org/drawingml/2006/main">
              <a:ext uri="{FF2B5EF4-FFF2-40B4-BE49-F238E27FC236}">
                <a16:creationId xmlns:a16="http://schemas.microsoft.com/office/drawing/2014/main" id="{7503317A-2809-4385-8874-173A5CE74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430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상세 목록 패널</a:t>
            </a:r>
          </a:p>
        </p:txBody>
      </p:sp>
      <p:sp>
        <p:nvSpPr>
          <p:cNvPr id="6" name="pane-copy">
            <a:extLst xmlns:a="http://schemas.openxmlformats.org/drawingml/2006/main">
              <a:ext uri="{FF2B5EF4-FFF2-40B4-BE49-F238E27FC236}">
                <a16:creationId xmlns:a16="http://schemas.microsoft.com/office/drawing/2014/main" id="{2E08AE07-DC5A-4614-A775-5273850A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240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Header 겹침 0px · 400px 목록</a:t>
            </a:r>
          </a:p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6px 스크롤바 · 카드 간격 8px</a:t>
            </a:r>
          </a:p>
        </p:txBody>
      </p:sp>
      <p:sp>
        <p:nvSpPr>
          <p:cNvPr id="7" name="icon-result">
            <a:extLst xmlns:a="http://schemas.openxmlformats.org/drawingml/2006/main">
              <a:ext uri="{FF2B5EF4-FFF2-40B4-BE49-F238E27FC236}">
                <a16:creationId xmlns:a16="http://schemas.microsoft.com/office/drawing/2014/main" id="{E443F3AC-F9BA-414F-821F-22A889CD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390525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icon-title">
            <a:extLst xmlns:a="http://schemas.openxmlformats.org/drawingml/2006/main">
              <a:ext uri="{FF2B5EF4-FFF2-40B4-BE49-F238E27FC236}">
                <a16:creationId xmlns:a16="http://schemas.microsoft.com/office/drawing/2014/main" id="{B7CB4BDF-4C9C-46B2-A90B-805190D9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384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45+ 내장 SVG</a:t>
            </a:r>
          </a:p>
        </p:txBody>
      </p:sp>
      <p:sp>
        <p:nvSpPr>
          <p:cNvPr id="9" name="icon-copy">
            <a:extLst xmlns:a="http://schemas.openxmlformats.org/drawingml/2006/main">
              <a:ext uri="{FF2B5EF4-FFF2-40B4-BE49-F238E27FC236}">
                <a16:creationId xmlns:a16="http://schemas.microsoft.com/office/drawing/2014/main" id="{77945E8B-F529-4FF8-9C6F-D2D9F747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194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배지 · 타임라인 · 댓글 수</a:t>
            </a:r>
          </a:p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설정 · 작성기 · 검색 초기화</a:t>
            </a:r>
          </a:p>
        </p:txBody>
      </p:sp>
      <p:sp>
        <p:nvSpPr>
          <p:cNvPr id="10" name="entry-result">
            <a:extLst xmlns:a="http://schemas.openxmlformats.org/drawingml/2006/main">
              <a:ext uri="{FF2B5EF4-FFF2-40B4-BE49-F238E27FC236}">
                <a16:creationId xmlns:a16="http://schemas.microsoft.com/office/drawing/2014/main" id="{D0B7AA84-3703-4274-9A26-FE8D6AB1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71950"/>
            <a:ext cx="3905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1" name="entry-title">
            <a:extLst xmlns:a="http://schemas.openxmlformats.org/drawingml/2006/main">
              <a:ext uri="{FF2B5EF4-FFF2-40B4-BE49-F238E27FC236}">
                <a16:creationId xmlns:a16="http://schemas.microsoft.com/office/drawing/2014/main" id="{A713B9D1-058F-48EB-AB97-D5FA5D69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624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첫 게시물 진입</a:t>
            </a:r>
          </a:p>
        </p:txBody>
      </p:sp>
      <p:sp>
        <p:nvSpPr>
          <p:cNvPr id="12" name="entry-copy">
            <a:extLst xmlns:a="http://schemas.openxmlformats.org/drawingml/2006/main">
              <a:ext uri="{FF2B5EF4-FFF2-40B4-BE49-F238E27FC236}">
                <a16:creationId xmlns:a16="http://schemas.microsoft.com/office/drawing/2014/main" id="{FB7157B2-B3C2-4F7A-90D2-643FF45E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43450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게시물 번호 제거 · scrollY 0</a:t>
            </a:r>
          </a:p>
          <a:p xmlns:a="http://schemas.openxmlformats.org/drawingml/2006/main">
            <a:pPr algn="ctr">
              <a:def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알림의 특정 답변 링크는 유지</a:t>
            </a:r>
          </a:p>
        </p:txBody>
      </p:sp>
      <p:sp>
        <p:nvSpPr>
          <p:cNvPr id="13" name="icon-result-strip">
            <a:extLst xmlns:a="http://schemas.openxmlformats.org/drawingml/2006/main">
              <a:ext uri="{FF2B5EF4-FFF2-40B4-BE49-F238E27FC236}">
                <a16:creationId xmlns:a16="http://schemas.microsoft.com/office/drawing/2014/main" id="{4B17FA46-9620-4D82-9FAD-DFE95063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24550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점 · 더하기 · 깨진 사각형 대체 아이콘 0건</a:t>
            </a:r>
          </a:p>
        </p:txBody>
      </p:sp>
    </p:spTree>
    <p:extLst>
      <p:ext uri="{BB962C8B-B14F-4D97-AF65-F5344CB8AC3E}">
        <p14:creationId xmlns:p14="http://schemas.microsoft.com/office/powerpoint/2010/main" val="51379714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7">
            <a:extLst xmlns:a="http://schemas.openxmlformats.org/drawingml/2006/main">
              <a:ext uri="{FF2B5EF4-FFF2-40B4-BE49-F238E27FC236}">
                <a16:creationId xmlns:a16="http://schemas.microsoft.com/office/drawing/2014/main" id="{C52DDEC1-E76B-4AAD-BDFC-DAA8C266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태그와 보조 태그를 읽기 쉬운 구조로 나눴습니다</a:t>
            </a:r>
          </a:p>
        </p:txBody>
      </p:sp>
      <p:sp>
        <p:nvSpPr>
          <p:cNvPr id="2" name="page-7">
            <a:extLst xmlns:a="http://schemas.openxmlformats.org/drawingml/2006/main">
              <a:ext uri="{FF2B5EF4-FFF2-40B4-BE49-F238E27FC236}">
                <a16:creationId xmlns:a16="http://schemas.microsoft.com/office/drawing/2014/main" id="{DDB288E2-533B-4F39-9AF1-F2CC802A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cfe61b0944583"/>
          <a:stretch xmlns:a="http://schemas.openxmlformats.org/drawingml/2006/main"/>
        </p:blipFill>
        <p:spPr>
          <a:xfrm xmlns:a="http://schemas.openxmlformats.org/drawingml/2006/main">
            <a:off x="457200" y="1281113"/>
            <a:ext cx="7239000" cy="4524375"/>
          </a:xfrm>
          <a:prstGeom xmlns:a="http://schemas.openxmlformats.org/drawingml/2006/main" prst="roundRect">
            <a:avLst>
              <a:gd name="adj" fmla="val 2500"/>
            </a:avLst>
          </a:prstGeom>
        </p:spPr>
      </p:pic>
      <p:sp>
        <p:nvSpPr>
          <p:cNvPr id="4" name="primary-tags">
            <a:extLst xmlns:a="http://schemas.openxmlformats.org/drawingml/2006/main">
              <a:ext uri="{FF2B5EF4-FFF2-40B4-BE49-F238E27FC236}">
                <a16:creationId xmlns:a16="http://schemas.microsoft.com/office/drawing/2014/main" id="{E8AD6E8F-298A-49D0-B9F0-CD7E0C6F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28750"/>
            <a:ext cx="333375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primary-tags-title">
            <a:extLst xmlns:a="http://schemas.openxmlformats.org/drawingml/2006/main">
              <a:ext uri="{FF2B5EF4-FFF2-40B4-BE49-F238E27FC236}">
                <a16:creationId xmlns:a16="http://schemas.microsoft.com/office/drawing/2014/main" id="{F5BC1C8A-ED71-4A4C-910F-D7DA0977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주요 태그</a:t>
            </a:r>
          </a:p>
        </p:txBody>
      </p:sp>
      <p:sp>
        <p:nvSpPr>
          <p:cNvPr id="6" name="primary-tags-copy">
            <a:extLst xmlns:a="http://schemas.openxmlformats.org/drawingml/2006/main">
              <a:ext uri="{FF2B5EF4-FFF2-40B4-BE49-F238E27FC236}">
                <a16:creationId xmlns:a16="http://schemas.microsoft.com/office/drawing/2014/main" id="{81654280-75DF-4F80-AF55-EBE851B9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52650"/>
            <a:ext cx="2762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3열 카드 · 간격 18px</a:t>
            </a:r>
          </a:p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최근 토론 독립 패널</a:t>
            </a:r>
          </a:p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날짜 00년 0월 0일</a:t>
            </a:r>
          </a:p>
        </p:txBody>
      </p:sp>
      <p:sp>
        <p:nvSpPr>
          <p:cNvPr id="7" name="secondary-tags">
            <a:extLst xmlns:a="http://schemas.openxmlformats.org/drawingml/2006/main">
              <a:ext uri="{FF2B5EF4-FFF2-40B4-BE49-F238E27FC236}">
                <a16:creationId xmlns:a16="http://schemas.microsoft.com/office/drawing/2014/main" id="{E4451455-B96B-44C7-95ED-7E041D2D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67100"/>
            <a:ext cx="333375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secondary-tags-title">
            <a:extLst xmlns:a="http://schemas.openxmlformats.org/drawingml/2006/main">
              <a:ext uri="{FF2B5EF4-FFF2-40B4-BE49-F238E27FC236}">
                <a16:creationId xmlns:a16="http://schemas.microsoft.com/office/drawing/2014/main" id="{DB5EC6B4-A071-4B39-8CBF-B61DD51F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147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보조 태그</a:t>
            </a:r>
          </a:p>
        </p:txBody>
      </p:sp>
      <p:sp>
        <p:nvSpPr>
          <p:cNvPr id="9" name="secondary-tags-copy">
            <a:extLst xmlns:a="http://schemas.openxmlformats.org/drawingml/2006/main">
              <a:ext uri="{FF2B5EF4-FFF2-40B4-BE49-F238E27FC236}">
                <a16:creationId xmlns:a16="http://schemas.microsoft.com/office/drawing/2014/main" id="{41500D96-25A6-4171-943F-29E527EE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91000"/>
            <a:ext cx="2762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별도 4열 구역 · 설명 7건</a:t>
            </a:r>
          </a:p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모바일 한 열 · 넘침 0px</a:t>
            </a:r>
          </a:p>
          <a:p xmlns:a="http://schemas.openxmlformats.org/drawingml/2006/main">
            <a:pPr algn="ctr">
              <a:def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도구 모음 균등 여백</a:t>
            </a:r>
          </a:p>
        </p:txBody>
      </p:sp>
      <p:sp>
        <p:nvSpPr>
          <p:cNvPr id="10" name="tag-result-strip">
            <a:extLst xmlns:a="http://schemas.openxmlformats.org/drawingml/2006/main">
              <a:ext uri="{FF2B5EF4-FFF2-40B4-BE49-F238E27FC236}">
                <a16:creationId xmlns:a16="http://schemas.microsoft.com/office/drawing/2014/main" id="{24D58DDA-CA75-4E41-A33A-D2D5CC4B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24550"/>
            <a:ext cx="1085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태그 고유색은 강조선으로만 유지 · 본문 가독성 우선</a:t>
            </a:r>
          </a:p>
        </p:txBody>
      </p:sp>
    </p:spTree>
    <p:extLst>
      <p:ext uri="{BB962C8B-B14F-4D97-AF65-F5344CB8AC3E}">
        <p14:creationId xmlns:p14="http://schemas.microsoft.com/office/powerpoint/2010/main" val="16184855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8">
            <a:extLst xmlns:a="http://schemas.openxmlformats.org/drawingml/2006/main">
              <a:ext uri="{FF2B5EF4-FFF2-40B4-BE49-F238E27FC236}">
                <a16:creationId xmlns:a16="http://schemas.microsoft.com/office/drawing/2014/main" id="{22B09B46-8D4B-4102-B04F-0F1D5C81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8">
            <a:extLst xmlns:a="http://schemas.openxmlformats.org/drawingml/2006/main">
              <a:ext uri="{FF2B5EF4-FFF2-40B4-BE49-F238E27FC236}">
                <a16:creationId xmlns:a16="http://schemas.microsoft.com/office/drawing/2014/main" id="{2BA3493D-0449-455D-950F-A6AF4E98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38566391-DB3E-485B-8391-710CF067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2A96A972-2495-405E-8C5B-3899F1D0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A8331EB1-A881-4DC0-9C47-6740A489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8E29E33B-C04C-45EA-BA6B-4D619796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AC494B63-997C-483C-8FEB-85852A12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DABD6498-554A-4E6F-8A91-3CBF858F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37AAF792-0404-4FB7-9947-2D9C3D50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2A2BF333-3249-4AAF-9BEB-8A7F6CDA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F0506DE5-532B-4D96-88AC-02AB37AA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E7F23E92-2EFE-4882-91FE-7F1A3B6A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70ACD50C-456A-4738-8658-391CBE03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C4F6289C-BBEC-4655-8C3C-AE2AF8CA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5C7BCD4F-4E29-4119-9492-9E0C8D10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AFA22900-70EC-46B9-B2C3-C9EE10CA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11E3F585-2BCF-448E-ADB0-82964F766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88735C9B-FE9E-4C2E-B089-692C138F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2A0026CC-C9E4-460A-8639-6A35C6480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10/10</a:t>
            </a:r>
          </a:p>
        </p:txBody>
      </p:sp>
    </p:spTree>
    <p:extLst>
      <p:ext uri="{BB962C8B-B14F-4D97-AF65-F5344CB8AC3E}">
        <p14:creationId xmlns:p14="http://schemas.microsoft.com/office/powerpoint/2010/main" val="20396515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9">
            <a:extLst xmlns:a="http://schemas.openxmlformats.org/drawingml/2006/main">
              <a:ext uri="{FF2B5EF4-FFF2-40B4-BE49-F238E27FC236}">
                <a16:creationId xmlns:a16="http://schemas.microsoft.com/office/drawing/2014/main" id="{7C58BD1A-7D83-4D38-BAB8-001DAA262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9">
            <a:extLst xmlns:a="http://schemas.openxmlformats.org/drawingml/2006/main">
              <a:ext uri="{FF2B5EF4-FFF2-40B4-BE49-F238E27FC236}">
                <a16:creationId xmlns:a16="http://schemas.microsoft.com/office/drawing/2014/main" id="{51CB4377-E71D-43AB-858B-732B43F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9DCB0FFB-27E3-460D-A686-B5212C34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B0B041C5-60D7-4A13-9732-C2213124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B4F28B3B-D288-456B-B875-F4EBE128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2BB1C12C-3627-4AB1-8B05-AEA5015C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0D4EF798-1503-4801-8A49-B5173594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4F3B1CF1-75A8-4B36-B74D-3088A175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12A9BF0D-1399-4F18-ABF7-DC18D1DB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80ED6732-0A15-421C-8C27-7E03581A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E9269A89-5FB8-404B-A11A-59D64B81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72FC5B78-A4B9-4542-8683-5121EB50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C330B991-6989-411E-93D8-890184BD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D71BE7B0-96CD-457A-9D26-FA03B939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B509C740-367D-4623-B647-E5510CD6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8425192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E2698C2A-2501-426D-8800-E19E6530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60EA3C49-A376-4F68-81B0-038C25CE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3F161E3C-B6C6-4657-9139-18E786CB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280px 메뉴 · Header 겹침 0px</a:t>
            </a:r>
          </a:p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180px 드롭다운·45+ SVG 아이콘·첫 게시물 진입 검증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B8B28206-BFBD-42FC-9485-E6AD173D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03DF171F-F85E-4947-ADEB-20CAEC42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07486C99-CB5C-44FF-9BBD-A4E07551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B60B08D0-B0AB-4EFB-B7CA-8110852B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8117729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2026-08-19T08:07:00.6700000Z</dcterms:created>
  <dcterms:modified xsi:type="dcterms:W3CDTF">2026-08-19T08:07:00.6710000Z</dcterms:modified>
</coreProperties>
</file>