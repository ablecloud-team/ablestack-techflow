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864af105bc46da" /><Relationship Type="http://schemas.openxmlformats.org/officeDocument/2006/relationships/extended-properties" Target="/docProps/app.xml" Id="Re6ead98542aa4e9e" /><Relationship Type="http://schemas.openxmlformats.org/officeDocument/2006/relationships/officeDocument" Target="/ppt/presentation.xml" Id="R3e1dd025dd9847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49c91de94c4718"/>
  </p:sldMasterIdLst>
  <p:notesMasterIdLst>
    <p:notesMasterId xmlns:r="http://schemas.openxmlformats.org/officeDocument/2006/relationships" r:id="Ra372d30adc4f467c"/>
  </p:notesMasterIdLst>
  <p:sldIdLst>
    <p:sldId xmlns:r="http://schemas.openxmlformats.org/officeDocument/2006/relationships" id="256" r:id="R59d7cb2e865b4b27"/>
    <p:sldId xmlns:r="http://schemas.openxmlformats.org/officeDocument/2006/relationships" id="257" r:id="R7d1440888b1540c9"/>
    <p:sldId xmlns:r="http://schemas.openxmlformats.org/officeDocument/2006/relationships" id="258" r:id="R834efade9b5440bb"/>
    <p:sldId xmlns:r="http://schemas.openxmlformats.org/officeDocument/2006/relationships" id="259" r:id="Rc344c68fd97a4b66"/>
    <p:sldId xmlns:r="http://schemas.openxmlformats.org/officeDocument/2006/relationships" id="260" r:id="R73a08b6dc04140eb"/>
    <p:sldId xmlns:r="http://schemas.openxmlformats.org/officeDocument/2006/relationships" id="261" r:id="Ra434022808fd4667"/>
    <p:sldId xmlns:r="http://schemas.openxmlformats.org/officeDocument/2006/relationships" id="262" r:id="R0e5b4aab3b25432d"/>
    <p:sldId xmlns:r="http://schemas.openxmlformats.org/officeDocument/2006/relationships" id="263" r:id="Ra31f8c43250a49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b0bf869b6f4536" /><Relationship Type="http://schemas.openxmlformats.org/officeDocument/2006/relationships/slideMaster" Target="/ppt/slideMasters/slideMaster1.xml" Id="R2249c91de94c4718" /><Relationship Type="http://schemas.openxmlformats.org/officeDocument/2006/relationships/notesMaster" Target="/ppt/notesMasters/notesMaster1.xml" Id="Ra372d30adc4f467c" /><Relationship Type="http://schemas.openxmlformats.org/officeDocument/2006/relationships/presProps" Target="/ppt/presProps.xml" Id="R7c9ddd79a324465e" /><Relationship Type="http://schemas.openxmlformats.org/officeDocument/2006/relationships/tableStyles" Target="/ppt/tableStyles.xml" Id="R2726fff4266b4e33" /><Relationship Type="http://schemas.openxmlformats.org/officeDocument/2006/relationships/slide" Target="/ppt/slides/slide1.xml" Id="R59d7cb2e865b4b27" /><Relationship Type="http://schemas.openxmlformats.org/officeDocument/2006/relationships/slide" Target="/ppt/slides/slide2.xml" Id="R7d1440888b1540c9" /><Relationship Type="http://schemas.openxmlformats.org/officeDocument/2006/relationships/slide" Target="/ppt/slides/slide3.xml" Id="R834efade9b5440bb" /><Relationship Type="http://schemas.openxmlformats.org/officeDocument/2006/relationships/slide" Target="/ppt/slides/slide4.xml" Id="Rc344c68fd97a4b66" /><Relationship Type="http://schemas.openxmlformats.org/officeDocument/2006/relationships/slide" Target="/ppt/slides/slide5.xml" Id="R73a08b6dc04140eb" /><Relationship Type="http://schemas.openxmlformats.org/officeDocument/2006/relationships/slide" Target="/ppt/slides/slide6.xml" Id="Ra434022808fd4667" /><Relationship Type="http://schemas.openxmlformats.org/officeDocument/2006/relationships/slide" Target="/ppt/slides/slide7.xml" Id="R0e5b4aab3b25432d" /><Relationship Type="http://schemas.openxmlformats.org/officeDocument/2006/relationships/slide" Target="/ppt/slides/slide8.xml" Id="Ra31f8c43250a49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c475575b1c44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d03c0d46e74911" /><Relationship Type="http://schemas.openxmlformats.org/officeDocument/2006/relationships/notesMaster" Target="/ppt/notesMasters/notesMaster1.xml" Id="R9407049b907d4a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c5d6ef8db642a0" /><Relationship Type="http://schemas.openxmlformats.org/officeDocument/2006/relationships/notesMaster" Target="/ppt/notesMasters/notesMaster1.xml" Id="Rc320337b420b4a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abff3c465c4883" /><Relationship Type="http://schemas.openxmlformats.org/officeDocument/2006/relationships/notesMaster" Target="/ppt/notesMasters/notesMaster1.xml" Id="Ra1f6debe48964a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2fa20c3e7646ba" /><Relationship Type="http://schemas.openxmlformats.org/officeDocument/2006/relationships/notesMaster" Target="/ppt/notesMasters/notesMaster1.xml" Id="R5db706e8239d4f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cda83563274f00" /><Relationship Type="http://schemas.openxmlformats.org/officeDocument/2006/relationships/notesMaster" Target="/ppt/notesMasters/notesMaster1.xml" Id="Rdb687edefb4b49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3273da38144c19" /><Relationship Type="http://schemas.openxmlformats.org/officeDocument/2006/relationships/notesMaster" Target="/ppt/notesMasters/notesMaster1.xml" Id="Rd07158507f774a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f8be9e02d1402f" /><Relationship Type="http://schemas.openxmlformats.org/officeDocument/2006/relationships/notesMaster" Target="/ppt/notesMasters/notesMaster1.xml" Id="R704292ca3f0846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9d3d5defca4731" /><Relationship Type="http://schemas.openxmlformats.org/officeDocument/2006/relationships/notesMaster" Target="/ppt/notesMasters/notesMaster1.xml" Id="Rf665694b96ce4f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16ecb01d643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75a3c7a5f8411b" /><Relationship Type="http://schemas.openxmlformats.org/officeDocument/2006/relationships/slideLayout" Target="/ppt/slideLayouts/slideLayout1.xml" Id="Rd33a35e15ba44d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3a35e15ba44d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6aec8e81f4abd" /><Relationship Type="http://schemas.openxmlformats.org/officeDocument/2006/relationships/image" Target="/ppt/media/image.png" Id="R17eba5e6d73c4cfa" /><Relationship Type="http://schemas.openxmlformats.org/officeDocument/2006/relationships/notesSlide" Target="/ppt/notesSlides/notesSlide1.xml" Id="R886368df55e648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7f90c008c4a3f" /><Relationship Type="http://schemas.openxmlformats.org/officeDocument/2006/relationships/image" Target="/ppt/media/image.jpeg" Id="R0fdb935ae4cc47bc" /><Relationship Type="http://schemas.openxmlformats.org/officeDocument/2006/relationships/image" Target="/ppt/media/image2.png" Id="R30666c339bca4aa3" /><Relationship Type="http://schemas.openxmlformats.org/officeDocument/2006/relationships/notesSlide" Target="/ppt/notesSlides/notesSlide2.xml" Id="Rce15df9d287b45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6f393f37f4ecc" /><Relationship Type="http://schemas.openxmlformats.org/officeDocument/2006/relationships/notesSlide" Target="/ppt/notesSlides/notesSlide3.xml" Id="R9f3d4caa398242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5f3776b934b9e" /><Relationship Type="http://schemas.openxmlformats.org/officeDocument/2006/relationships/image" Target="/ppt/media/image3.png" Id="R3f9b3303f4e34131" /><Relationship Type="http://schemas.openxmlformats.org/officeDocument/2006/relationships/image" Target="/ppt/media/image2.jpeg" Id="R8d4b001ef665408b" /><Relationship Type="http://schemas.openxmlformats.org/officeDocument/2006/relationships/notesSlide" Target="/ppt/notesSlides/notesSlide4.xml" Id="R9767ae0407ed4b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b8a1f9a7740c3" /><Relationship Type="http://schemas.openxmlformats.org/officeDocument/2006/relationships/image" Target="/ppt/media/image4.png" Id="R38f2a52255ae421c" /><Relationship Type="http://schemas.openxmlformats.org/officeDocument/2006/relationships/notesSlide" Target="/ppt/notesSlides/notesSlide5.xml" Id="R1465a2eb21b042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f7851912a418a" /><Relationship Type="http://schemas.openxmlformats.org/officeDocument/2006/relationships/notesSlide" Target="/ppt/notesSlides/notesSlide6.xml" Id="R11f72820344b40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9b33982dd419c" /><Relationship Type="http://schemas.openxmlformats.org/officeDocument/2006/relationships/notesSlide" Target="/ppt/notesSlides/notesSlide7.xml" Id="Ra7352cb8fb2148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70680bb4c4152" /><Relationship Type="http://schemas.openxmlformats.org/officeDocument/2006/relationships/notesSlide" Target="/ppt/notesSlides/notesSlide8.xml" Id="Rdb131a095b1e48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A28F31F-48A4-4EAA-A5AB-9842380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C38D8EA-556D-4E19-9373-999A5CF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5FDCE8-FD06-4B45-8C0D-AAD47D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A2838ED-043E-4EDE-9BEF-65EE8A40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ba5e6d73c4cfa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3ABA49B2-2460-4A09-8C44-69F43878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59873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24C129A-A9CA-41FC-84FC-FCF3D15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FBA979-9324-4642-BAC8-8A3791E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AE99113-5BBF-469F-A457-AC7DFEE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AD6548B-C0CB-4B68-8EC8-FDD4071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b935ae4cc47bc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66c339bca4aa3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596D4AE4-EC1C-4A2B-AAFD-DAB15D7C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3BBB677B-C723-41F7-B66F-7E51972C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673266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8F15D1D-EB18-4F6E-93D6-34970885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3E2338A-2FE4-4651-AB5C-9FC53A38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AD36A0EB-7B60-4EBC-9179-A43203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603C445-B8B9-45A9-A5D8-A77DBC9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E275ED53-AFF2-4A20-AB4D-BD23F35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49D9B92D-9E05-4B95-B98B-A61C731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A29728F8-8D49-47CE-A122-347A791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0B028B3D-9F3A-4E22-B7D2-925A15F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E97731B-3E08-4FCE-8DD4-6A8FD7AD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EED740E0-8C52-48AD-A8C1-BAC00B3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9E32C771-F098-4D27-8F1B-CAE0525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A6DFFEA8-6EFD-48A8-AAB5-EDBA215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F67467E-37DF-4FA0-B7AE-61C63BE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96F0AD84-0932-4D8F-A410-C318364E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479000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61DC087-68A1-4F56-B1C2-B89BC5D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427C92C-FC22-4B0E-BF92-DB42AAB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b3303f4e34131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b001ef665408b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C0B5F925-BF6C-4D47-BE3B-BF57B75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B8748A-B9C3-438B-8856-EBFC824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F591584-1900-4FD1-97DF-7E8F08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A7B8F6-9E47-4666-889B-D833C825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1969041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2a52255ae421c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240px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6">
            <a:extLst xmlns:a="http://schemas.openxmlformats.org/drawingml/2006/main">
              <a:ext uri="{FF2B5EF4-FFF2-40B4-BE49-F238E27FC236}">
                <a16:creationId xmlns:a16="http://schemas.microsoft.com/office/drawing/2014/main" id="{A1988E7D-4FE9-4900-8EFF-3040E5D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3DDE7B-FA52-43C9-AAE2-8928904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7B834A7A-209D-4491-899C-10F6F9E6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39F78CD-D657-4918-A9FA-4B164DC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AECE67-3CC4-4DA1-AF5E-C93DC0D4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3411BCDF-FFDB-4D8F-ABD4-9DF41B0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52BED4-5B33-4F1F-8B4C-1420869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CCC5DC3E-EAAF-47A7-BE20-81A03A0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03B871E-E432-4AAB-8D50-6BCBAF0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AE3959C6-3A52-4DCF-821D-D827B06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EBB4EFA8-8837-4DC7-B490-F0FDBE8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30B14935-D9F6-49E4-9FFA-35C561CA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84B927D-9C32-4480-B1CA-A2BEFF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03579DE4-BE81-4564-8731-4EC8DE4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B1D3BD30-83E1-498D-B0C3-D699808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2E4B63B9-05DD-4586-92E2-218CE46B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B2993C25-3261-4B34-90FD-48CACC67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D531B41-66A5-4441-97A2-8843670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CFB67921-C80E-4482-BC13-B3C78F46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2245381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7">
            <a:extLst xmlns:a="http://schemas.openxmlformats.org/drawingml/2006/main">
              <a:ext uri="{FF2B5EF4-FFF2-40B4-BE49-F238E27FC236}">
                <a16:creationId xmlns:a16="http://schemas.microsoft.com/office/drawing/2014/main" id="{B1E5F8CB-12E8-414B-A782-7921D9D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3276DCC-0352-4CE1-B01D-E799031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F33C0C86-C636-49E7-9EF3-AD3434C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F70949-AD48-4799-9CD4-E06EF4FA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2D23B9C7-BD3C-4600-BA89-7866869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66F5027A-7FA7-413F-B51E-8043D09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7F3E4DE-3896-4972-B8F1-AF6C18C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136A85B-5961-4FFA-8B8D-5B294E1A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7DB7EDB-905C-43D0-890F-80D3946E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BD93488-5F1B-4674-80CA-8AF64A4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C8B03E0C-FD83-420F-AF7B-3F7089B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37B98FC2-7DDE-45BF-B2BF-AA8E8A3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B149A4F-0659-480B-9329-13D6691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329660C-7BA4-47F6-B431-662F73A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29AD88B8-B664-4F55-9D04-7AE25E4B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960291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A02A572-4AC9-4737-B75D-10EC7C22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5C154A0-B755-42E9-9F79-7921475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D772DBD-5B75-4245-9BF5-B2A8A3A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태그·프로필 직접 영문 0건</a:t>
            </a:r>
          </a:p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160D9BC-7118-4FD3-AAD9-2144E7A4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29CF402C-9E70-4B3D-8FED-4FBB431F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150AAE78-1296-4BC4-BA13-17A897D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FF57361-4F99-46E5-8A10-2C2F456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674511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2026-08-19T05:06:29.1130000Z</dcterms:created>
  <dcterms:modified xsi:type="dcterms:W3CDTF">2026-08-19T05:06:29.1130000Z</dcterms:modified>
</coreProperties>
</file>