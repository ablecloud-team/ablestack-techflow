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ea990c662514e13" /><Relationship Type="http://schemas.openxmlformats.org/officeDocument/2006/relationships/extended-properties" Target="/docProps/app.xml" Id="Ra154972656b348f4" /><Relationship Type="http://schemas.openxmlformats.org/officeDocument/2006/relationships/officeDocument" Target="/ppt/presentation.xml" Id="R3a4794a0499e4de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0a1012876f74a02"/>
  </p:sldMasterIdLst>
  <p:notesMasterIdLst>
    <p:notesMasterId xmlns:r="http://schemas.openxmlformats.org/officeDocument/2006/relationships" r:id="R09537e89205a475c"/>
  </p:notesMasterIdLst>
  <p:sldIdLst>
    <p:sldId xmlns:r="http://schemas.openxmlformats.org/officeDocument/2006/relationships" id="256" r:id="R6f5f761318f84ead"/>
    <p:sldId xmlns:r="http://schemas.openxmlformats.org/officeDocument/2006/relationships" id="257" r:id="R87d8c1a1de6f4f3f"/>
    <p:sldId xmlns:r="http://schemas.openxmlformats.org/officeDocument/2006/relationships" id="258" r:id="R28ebe28a0b4b40d8"/>
    <p:sldId xmlns:r="http://schemas.openxmlformats.org/officeDocument/2006/relationships" id="259" r:id="Ra70bf6bf2ff04f25"/>
    <p:sldId xmlns:r="http://schemas.openxmlformats.org/officeDocument/2006/relationships" id="260" r:id="Rbf3d42721cb049ba"/>
    <p:sldId xmlns:r="http://schemas.openxmlformats.org/officeDocument/2006/relationships" id="261" r:id="R5b87b23ec7da4e09"/>
    <p:sldId xmlns:r="http://schemas.openxmlformats.org/officeDocument/2006/relationships" id="262" r:id="Ra01236f2f4be4a56"/>
    <p:sldId xmlns:r="http://schemas.openxmlformats.org/officeDocument/2006/relationships" id="263" r:id="R5694f46df98d4d89"/>
    <p:sldId xmlns:r="http://schemas.openxmlformats.org/officeDocument/2006/relationships" id="264" r:id="Rfff52b38055a4ad4"/>
    <p:sldId xmlns:r="http://schemas.openxmlformats.org/officeDocument/2006/relationships" id="265" r:id="R29af5c0cf98f461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0f0e0b71a8e455c" /><Relationship Type="http://schemas.openxmlformats.org/officeDocument/2006/relationships/slideMaster" Target="/ppt/slideMasters/slideMaster1.xml" Id="Rc0a1012876f74a02" /><Relationship Type="http://schemas.openxmlformats.org/officeDocument/2006/relationships/notesMaster" Target="/ppt/notesMasters/notesMaster1.xml" Id="R09537e89205a475c" /><Relationship Type="http://schemas.openxmlformats.org/officeDocument/2006/relationships/presProps" Target="/ppt/presProps.xml" Id="Rad20d93ed6304c3e" /><Relationship Type="http://schemas.openxmlformats.org/officeDocument/2006/relationships/tableStyles" Target="/ppt/tableStyles.xml" Id="R67e24baa453c4071" /><Relationship Type="http://schemas.openxmlformats.org/officeDocument/2006/relationships/slide" Target="/ppt/slides/slide1.xml" Id="R6f5f761318f84ead" /><Relationship Type="http://schemas.openxmlformats.org/officeDocument/2006/relationships/slide" Target="/ppt/slides/slide2.xml" Id="R87d8c1a1de6f4f3f" /><Relationship Type="http://schemas.openxmlformats.org/officeDocument/2006/relationships/slide" Target="/ppt/slides/slide3.xml" Id="R28ebe28a0b4b40d8" /><Relationship Type="http://schemas.openxmlformats.org/officeDocument/2006/relationships/slide" Target="/ppt/slides/slide4.xml" Id="Ra70bf6bf2ff04f25" /><Relationship Type="http://schemas.openxmlformats.org/officeDocument/2006/relationships/slide" Target="/ppt/slides/slide5.xml" Id="Rbf3d42721cb049ba" /><Relationship Type="http://schemas.openxmlformats.org/officeDocument/2006/relationships/slide" Target="/ppt/slides/slide6.xml" Id="R5b87b23ec7da4e09" /><Relationship Type="http://schemas.openxmlformats.org/officeDocument/2006/relationships/slide" Target="/ppt/slides/slide7.xml" Id="Ra01236f2f4be4a56" /><Relationship Type="http://schemas.openxmlformats.org/officeDocument/2006/relationships/slide" Target="/ppt/slides/slide8.xml" Id="R5694f46df98d4d89" /><Relationship Type="http://schemas.openxmlformats.org/officeDocument/2006/relationships/slide" Target="/ppt/slides/slide9.xml" Id="Rfff52b38055a4ad4" /><Relationship Type="http://schemas.openxmlformats.org/officeDocument/2006/relationships/slide" Target="/ppt/slides/slide10.xml" Id="R29af5c0cf98f461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110463511bd43a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cf35733e93342a7" /><Relationship Type="http://schemas.openxmlformats.org/officeDocument/2006/relationships/notesMaster" Target="/ppt/notesMasters/notesMaster1.xml" Id="R1e990dd88f3a40e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eca6131ff714370" /><Relationship Type="http://schemas.openxmlformats.org/officeDocument/2006/relationships/notesMaster" Target="/ppt/notesMasters/notesMaster1.xml" Id="R8bc6835906dc4c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4f0faa9e0844ddc" /><Relationship Type="http://schemas.openxmlformats.org/officeDocument/2006/relationships/notesMaster" Target="/ppt/notesMasters/notesMaster1.xml" Id="Rf9413e2fe790456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eb6025e91ce4f26" /><Relationship Type="http://schemas.openxmlformats.org/officeDocument/2006/relationships/notesMaster" Target="/ppt/notesMasters/notesMaster1.xml" Id="Rf23d8b4a84f643b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6406450c4a94fbf" /><Relationship Type="http://schemas.openxmlformats.org/officeDocument/2006/relationships/notesMaster" Target="/ppt/notesMasters/notesMaster1.xml" Id="R5c10db57289c4d3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6f0e40f91364ec7" /><Relationship Type="http://schemas.openxmlformats.org/officeDocument/2006/relationships/notesMaster" Target="/ppt/notesMasters/notesMaster1.xml" Id="R1950004327dd471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15b0318b6844375" /><Relationship Type="http://schemas.openxmlformats.org/officeDocument/2006/relationships/notesMaster" Target="/ppt/notesMasters/notesMaster1.xml" Id="Rfe453095d6c546d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157010f502a466d" /><Relationship Type="http://schemas.openxmlformats.org/officeDocument/2006/relationships/notesMaster" Target="/ppt/notesMasters/notesMaster1.xml" Id="R8c7e5802a4c9416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98545f36400453e" /><Relationship Type="http://schemas.openxmlformats.org/officeDocument/2006/relationships/notesMaster" Target="/ppt/notesMasters/notesMaster1.xml" Id="Rd67c102ae00446c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5aa0b42fbd74f12" /><Relationship Type="http://schemas.openxmlformats.org/officeDocument/2006/relationships/notesMaster" Target="/ppt/notesMasters/notesMaster1.xml" Id="R95bb6c31a6b14f3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f6ebde600e4d6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8afafab33c847f8" /><Relationship Type="http://schemas.openxmlformats.org/officeDocument/2006/relationships/slideLayout" Target="/ppt/slideLayouts/slideLayout1.xml" Id="R1fb6da3c5143491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fb6da3c5143491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d54a5a3f8f4b67" /><Relationship Type="http://schemas.openxmlformats.org/officeDocument/2006/relationships/image" Target="/ppt/media/image.jpeg" Id="R948f363f16224dcb" /><Relationship Type="http://schemas.openxmlformats.org/officeDocument/2006/relationships/notesSlide" Target="/ppt/notesSlides/notesSlide1.xml" Id="Rafab94845ecb442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86d5815fd74e9e" /><Relationship Type="http://schemas.openxmlformats.org/officeDocument/2006/relationships/image" Target="/ppt/media/image2.jpeg" Id="Raba9bfd57bbf4702" /><Relationship Type="http://schemas.openxmlformats.org/officeDocument/2006/relationships/image" Target="/ppt/media/image.png" Id="R5d3a26c0d08849fb" /><Relationship Type="http://schemas.openxmlformats.org/officeDocument/2006/relationships/notesSlide" Target="/ppt/notesSlides/notesSlide2.xml" Id="R88b9a5cf378e474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06d7cb5e2247d8" /><Relationship Type="http://schemas.openxmlformats.org/officeDocument/2006/relationships/notesSlide" Target="/ppt/notesSlides/notesSlide3.xml" Id="Rad04da3009344cf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a1fbe4087c4f61" /><Relationship Type="http://schemas.openxmlformats.org/officeDocument/2006/relationships/image" Target="/ppt/media/image2.png" Id="R231e6aab645549e9" /><Relationship Type="http://schemas.openxmlformats.org/officeDocument/2006/relationships/image" Target="/ppt/media/image3.jpeg" Id="R4cb4473d79ea4f69" /><Relationship Type="http://schemas.openxmlformats.org/officeDocument/2006/relationships/notesSlide" Target="/ppt/notesSlides/notesSlide4.xml" Id="Rceff14fad16346a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1076eb1e0d46c1" /><Relationship Type="http://schemas.openxmlformats.org/officeDocument/2006/relationships/image" Target="/ppt/media/image4.jpeg" Id="R45b7dfd8faec437a" /><Relationship Type="http://schemas.openxmlformats.org/officeDocument/2006/relationships/notesSlide" Target="/ppt/notesSlides/notesSlide5.xml" Id="R39a7459e63f54e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7933b7d6f8447a" /><Relationship Type="http://schemas.openxmlformats.org/officeDocument/2006/relationships/image" Target="/ppt/media/image4.jpeg" Id="R053b4449f60647c1" /><Relationship Type="http://schemas.openxmlformats.org/officeDocument/2006/relationships/notesSlide" Target="/ppt/notesSlides/notesSlide6.xml" Id="Refc20a1931ea44f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960b9f67484baf" /><Relationship Type="http://schemas.openxmlformats.org/officeDocument/2006/relationships/image" Target="/ppt/media/image4.jpeg" Id="Rd892e131d29041c9" /><Relationship Type="http://schemas.openxmlformats.org/officeDocument/2006/relationships/notesSlide" Target="/ppt/notesSlides/notesSlide7.xml" Id="R31f377d9b2f24dc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60ed602b6a4df0" /><Relationship Type="http://schemas.openxmlformats.org/officeDocument/2006/relationships/notesSlide" Target="/ppt/notesSlides/notesSlide8.xml" Id="R61fc8a23f8ce403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ff396082f5451b" /><Relationship Type="http://schemas.openxmlformats.org/officeDocument/2006/relationships/notesSlide" Target="/ppt/notesSlides/notesSlide9.xml" Id="Rbab5be994e824f8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aaefd6744a4fba" /><Relationship Type="http://schemas.openxmlformats.org/officeDocument/2006/relationships/notesSlide" Target="/ppt/notesSlides/notesSlide10.xml" Id="R3fe9288bc74942a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EA28F31F-48A4-4EAA-A5AB-984238044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ABLESTACK TECHFLOW · ISSUE #73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C38D8EA-556D-4E19-9373-999A5CFEA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Community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인터페이스 현대화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FE5FDCE8-FD06-4B45-8C0D-AAD47D24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514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브랜드 테마 · 한글 UX · 반응형 · 안전한 롤백</a:t>
            </a:r>
          </a:p>
        </p:txBody>
      </p:sp>
      <p:sp>
        <p:nvSpPr>
          <p:cNvPr id="4" name="cover-image-frame">
            <a:extLst xmlns:a="http://schemas.openxmlformats.org/drawingml/2006/main">
              <a:ext uri="{FF2B5EF4-FFF2-40B4-BE49-F238E27FC236}">
                <a16:creationId xmlns:a16="http://schemas.microsoft.com/office/drawing/2014/main" id="{AA2838ED-043E-4EDE-9BEF-65EE8A404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"/>
            <a:ext cx="5543550" cy="5619750"/>
          </a:xfrm>
          <a:prstGeom xmlns:a="http://schemas.openxmlformats.org/drawingml/2006/main" prst="roundRect">
            <a:avLst>
              <a:gd name="adj" fmla="val 1375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8f363f16224dcb"/>
          <a:stretch xmlns:a="http://schemas.openxmlformats.org/drawingml/2006/main"/>
        </p:blipFill>
        <p:spPr>
          <a:xfrm xmlns:a="http://schemas.openxmlformats.org/drawingml/2006/main" flipH="0" flipV="0">
            <a:off x="6438900" y="1632347"/>
            <a:ext cx="5048250" cy="3155156"/>
          </a:xfrm>
          <a:prstGeom xmlns:a="http://schemas.openxmlformats.org/drawingml/2006/main" prst="roundRect">
            <a:avLst/>
          </a:prstGeom>
        </p:spPr>
      </p:pic>
      <p:sp>
        <p:nvSpPr>
          <p:cNvPr id="6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3ABA49B2-2460-4A09-8C44-69F438788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CONDITIONAL GO</a:t>
            </a:r>
          </a:p>
        </p:txBody>
      </p:sp>
    </p:spTree>
    <p:extLst>
      <p:ext uri="{BB962C8B-B14F-4D97-AF65-F5344CB8AC3E}">
        <p14:creationId xmlns:p14="http://schemas.microsoft.com/office/powerpoint/2010/main" val="1598735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2">
            <a:extLst xmlns:a="http://schemas.openxmlformats.org/drawingml/2006/main">
              <a:ext uri="{FF2B5EF4-FFF2-40B4-BE49-F238E27FC236}">
                <a16:creationId xmlns:a16="http://schemas.microsoft.com/office/drawing/2014/main" id="{624C129A-A9CA-41FC-84FC-FCF3D153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기능은 그대로, 읽기 계층은 더 분명해졌습니다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52FBA979-9324-4642-BAC8-8A3791E59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3" name="before-label">
            <a:extLst xmlns:a="http://schemas.openxmlformats.org/drawingml/2006/main">
              <a:ext uri="{FF2B5EF4-FFF2-40B4-BE49-F238E27FC236}">
                <a16:creationId xmlns:a16="http://schemas.microsoft.com/office/drawing/2014/main" id="{1AE99113-5BBF-469F-A457-AC7DFEE5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BEFORE</a:t>
            </a:r>
          </a:p>
        </p:txBody>
      </p:sp>
      <p:sp>
        <p:nvSpPr>
          <p:cNvPr id="4" name="after-label">
            <a:extLst xmlns:a="http://schemas.openxmlformats.org/drawingml/2006/main">
              <a:ext uri="{FF2B5EF4-FFF2-40B4-BE49-F238E27FC236}">
                <a16:creationId xmlns:a16="http://schemas.microsoft.com/office/drawing/2014/main" id="{6AD6548B-C0CB-4B68-8EC8-FDD40718B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AFTER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a9bfd57bbf4702"/>
          <a:stretch xmlns:a="http://schemas.openxmlformats.org/drawingml/2006/main"/>
        </p:blipFill>
        <p:spPr>
          <a:xfrm xmlns:a="http://schemas.openxmlformats.org/drawingml/2006/main">
            <a:off x="457200" y="1582854"/>
            <a:ext cx="5143500" cy="3216041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3a26c0d08849fb"/>
          <a:stretch xmlns:a="http://schemas.openxmlformats.org/drawingml/2006/main"/>
        </p:blipFill>
        <p:spPr>
          <a:xfrm xmlns:a="http://schemas.openxmlformats.org/drawingml/2006/main">
            <a:off x="6362700" y="1583531"/>
            <a:ext cx="5143500" cy="3214688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sp>
        <p:nvSpPr>
          <p:cNvPr id="7" name="before-copy">
            <a:extLst xmlns:a="http://schemas.openxmlformats.org/drawingml/2006/main">
              <a:ext uri="{FF2B5EF4-FFF2-40B4-BE49-F238E27FC236}">
                <a16:creationId xmlns:a16="http://schemas.microsoft.com/office/drawing/2014/main" id="{596D4AE4-EC1C-4A2B-AAFD-DAB15D7C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좁은 행 간격 · 약한 상태 구분 · 모바일 겹침</a:t>
            </a:r>
          </a:p>
        </p:txBody>
      </p:sp>
      <p:sp>
        <p:nvSpPr>
          <p:cNvPr id="8" name="after-copy">
            <a:extLst xmlns:a="http://schemas.openxmlformats.org/drawingml/2006/main">
              <a:ext uri="{FF2B5EF4-FFF2-40B4-BE49-F238E27FC236}">
                <a16:creationId xmlns:a16="http://schemas.microsoft.com/office/drawing/2014/main" id="{3BBB677B-C723-41F7-B66F-7E51972CE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62px 단일 행 · 제목·태그·댓글 수 한 줄 · 240px 탐색</a:t>
            </a:r>
          </a:p>
        </p:txBody>
      </p:sp>
    </p:spTree>
    <p:extLst>
      <p:ext uri="{BB962C8B-B14F-4D97-AF65-F5344CB8AC3E}">
        <p14:creationId xmlns:p14="http://schemas.microsoft.com/office/powerpoint/2010/main" val="6732663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3">
            <a:extLst xmlns:a="http://schemas.openxmlformats.org/drawingml/2006/main">
              <a:ext uri="{FF2B5EF4-FFF2-40B4-BE49-F238E27FC236}">
                <a16:creationId xmlns:a16="http://schemas.microsoft.com/office/drawing/2014/main" id="{D8F15D1D-EB18-4F6E-93D6-349708858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진행 답변과 선택된 해결 답변을 간결하게 구분합니다</a:t>
            </a:r>
          </a:p>
        </p:txBody>
      </p:sp>
      <p:sp>
        <p:nvSpPr>
          <p:cNvPr id="2" name="page-3">
            <a:extLst xmlns:a="http://schemas.openxmlformats.org/drawingml/2006/main">
              <a:ext uri="{FF2B5EF4-FFF2-40B4-BE49-F238E27FC236}">
                <a16:creationId xmlns:a16="http://schemas.microsoft.com/office/drawing/2014/main" id="{D3E2338A-2FE4-4651-AB5C-9FC53A388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" name="state-0">
            <a:extLst xmlns:a="http://schemas.openxmlformats.org/drawingml/2006/main">
              <a:ext uri="{FF2B5EF4-FFF2-40B4-BE49-F238E27FC236}">
                <a16:creationId xmlns:a16="http://schemas.microsoft.com/office/drawing/2014/main" id="{AD36A0EB-7B60-4EBC-9179-A4320395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049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4" name="state-label-0">
            <a:extLst xmlns:a="http://schemas.openxmlformats.org/drawingml/2006/main">
              <a:ext uri="{FF2B5EF4-FFF2-40B4-BE49-F238E27FC236}">
                <a16:creationId xmlns:a16="http://schemas.microsoft.com/office/drawing/2014/main" id="{A603C445-B8B9-45A9-A5D8-A77DBC9CA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859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사용자 질문</a:t>
            </a:r>
          </a:p>
        </p:txBody>
      </p:sp>
      <p:sp>
        <p:nvSpPr>
          <p:cNvPr id="5" name="state-detail-0">
            <a:extLst xmlns:a="http://schemas.openxmlformats.org/drawingml/2006/main">
              <a:ext uri="{FF2B5EF4-FFF2-40B4-BE49-F238E27FC236}">
                <a16:creationId xmlns:a16="http://schemas.microsoft.com/office/drawing/2014/main" id="{E275ED53-AFF2-4A20-AB4D-BD23F353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7049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증상과 첨부파일</a:t>
            </a:r>
          </a:p>
        </p:txBody>
      </p:sp>
      <p:sp>
        <p:nvSpPr>
          <p:cNvPr id="6" name="state-1">
            <a:extLst xmlns:a="http://schemas.openxmlformats.org/drawingml/2006/main">
              <a:ext uri="{FF2B5EF4-FFF2-40B4-BE49-F238E27FC236}">
                <a16:creationId xmlns:a16="http://schemas.microsoft.com/office/drawing/2014/main" id="{49D9B92D-9E05-4B95-B98B-A61C731C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A8C5F2"/>
            </a:solidFill>
            <a:prstDash val="solid"/>
          </a:ln>
        </p:spPr>
      </p:sp>
      <p:sp>
        <p:nvSpPr>
          <p:cNvPr id="7" name="state-label-1">
            <a:extLst xmlns:a="http://schemas.openxmlformats.org/drawingml/2006/main">
              <a:ext uri="{FF2B5EF4-FFF2-40B4-BE49-F238E27FC236}">
                <a16:creationId xmlns:a16="http://schemas.microsoft.com/office/drawing/2014/main" id="{A29728F8-8D49-47CE-A122-347A791D7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527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AI 기술지원</a:t>
            </a:r>
          </a:p>
        </p:txBody>
      </p:sp>
      <p:sp>
        <p:nvSpPr>
          <p:cNvPr id="8" name="state-detail-1">
            <a:extLst xmlns:a="http://schemas.openxmlformats.org/drawingml/2006/main">
              <a:ext uri="{FF2B5EF4-FFF2-40B4-BE49-F238E27FC236}">
                <a16:creationId xmlns:a16="http://schemas.microsoft.com/office/drawing/2014/main" id="{0B028B3D-9F3A-4E22-B7D2-925A15FC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717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진행 중인 전문 엔지니어 답변</a:t>
            </a:r>
          </a:p>
        </p:txBody>
      </p:sp>
      <p:sp>
        <p:nvSpPr>
          <p:cNvPr id="9" name="state-2">
            <a:extLst xmlns:a="http://schemas.openxmlformats.org/drawingml/2006/main">
              <a:ext uri="{FF2B5EF4-FFF2-40B4-BE49-F238E27FC236}">
                <a16:creationId xmlns:a16="http://schemas.microsoft.com/office/drawing/2014/main" id="{5E97731B-3E08-4FCE-8DD4-6A8FD7AD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385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0" name="state-label-2">
            <a:extLst xmlns:a="http://schemas.openxmlformats.org/drawingml/2006/main">
              <a:ext uri="{FF2B5EF4-FFF2-40B4-BE49-F238E27FC236}">
                <a16:creationId xmlns:a16="http://schemas.microsoft.com/office/drawing/2014/main" id="{EED740E0-8C52-48AD-A8C1-BAC00B3B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95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추가 확인 필요</a:t>
            </a:r>
          </a:p>
        </p:txBody>
      </p:sp>
      <p:sp>
        <p:nvSpPr>
          <p:cNvPr id="11" name="state-detail-2">
            <a:extLst xmlns:a="http://schemas.openxmlformats.org/drawingml/2006/main">
              <a:ext uri="{FF2B5EF4-FFF2-40B4-BE49-F238E27FC236}">
                <a16:creationId xmlns:a16="http://schemas.microsoft.com/office/drawing/2014/main" id="{9E32C771-F098-4D27-8F1B-CAE052500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8385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로그·화면·환경 정보 요청</a:t>
            </a:r>
          </a:p>
        </p:txBody>
      </p:sp>
      <p:sp>
        <p:nvSpPr>
          <p:cNvPr id="12" name="state-3">
            <a:extLst xmlns:a="http://schemas.openxmlformats.org/drawingml/2006/main">
              <a:ext uri="{FF2B5EF4-FFF2-40B4-BE49-F238E27FC236}">
                <a16:creationId xmlns:a16="http://schemas.microsoft.com/office/drawing/2014/main" id="{A6DFFEA8-6EFD-48A8-AAB5-EDBA2158C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053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13" name="state-label-3">
            <a:extLst xmlns:a="http://schemas.openxmlformats.org/drawingml/2006/main">
              <a:ext uri="{FF2B5EF4-FFF2-40B4-BE49-F238E27FC236}">
                <a16:creationId xmlns:a16="http://schemas.microsoft.com/office/drawing/2014/main" id="{3F67467E-37DF-4FA0-B7AE-61C63BED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863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해결된 답변</a:t>
            </a:r>
          </a:p>
        </p:txBody>
      </p:sp>
      <p:sp>
        <p:nvSpPr>
          <p:cNvPr id="14" name="state-detail-3">
            <a:extLst xmlns:a="http://schemas.openxmlformats.org/drawingml/2006/main">
              <a:ext uri="{FF2B5EF4-FFF2-40B4-BE49-F238E27FC236}">
                <a16:creationId xmlns:a16="http://schemas.microsoft.com/office/drawing/2014/main" id="{96F0AD84-0932-4D8F-A410-C318364E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9053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작은 배지 · 녹색 강조선 · 중복 작성자 정보 제거</a:t>
            </a:r>
          </a:p>
        </p:txBody>
      </p:sp>
    </p:spTree>
    <p:extLst>
      <p:ext uri="{BB962C8B-B14F-4D97-AF65-F5344CB8AC3E}">
        <p14:creationId xmlns:p14="http://schemas.microsoft.com/office/powerpoint/2010/main" val="4790001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4">
            <a:extLst xmlns:a="http://schemas.openxmlformats.org/drawingml/2006/main">
              <a:ext uri="{FF2B5EF4-FFF2-40B4-BE49-F238E27FC236}">
                <a16:creationId xmlns:a16="http://schemas.microsoft.com/office/drawing/2014/main" id="{F61DC087-68A1-4F56-B1C2-B89BC5DA6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본문 길이에 관계없이 버튼 간격을 하나로 맞췄습니다</a:t>
            </a:r>
          </a:p>
        </p:txBody>
      </p:sp>
      <p:sp>
        <p:nvSpPr>
          <p:cNvPr id="2" name="page-4">
            <a:extLst xmlns:a="http://schemas.openxmlformats.org/drawingml/2006/main">
              <a:ext uri="{FF2B5EF4-FFF2-40B4-BE49-F238E27FC236}">
                <a16:creationId xmlns:a16="http://schemas.microsoft.com/office/drawing/2014/main" id="{4427C92C-FC22-4B0E-BF92-DB42AABBE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1e6aab645549e9"/>
          <a:stretch xmlns:a="http://schemas.openxmlformats.org/drawingml/2006/main"/>
        </p:blipFill>
        <p:spPr>
          <a:xfrm xmlns:a="http://schemas.openxmlformats.org/drawingml/2006/main">
            <a:off x="765250" y="1333500"/>
            <a:ext cx="1936600" cy="4191000"/>
          </a:xfrm>
          <a:prstGeom xmlns:a="http://schemas.openxmlformats.org/drawingml/2006/main" prst="roundRect">
            <a:avLst>
              <a:gd name="adj" fmla="val 4615"/>
            </a:avLst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b4473d79ea4f69"/>
          <a:stretch xmlns:a="http://schemas.openxmlformats.org/drawingml/2006/main"/>
        </p:blipFill>
        <p:spPr>
          <a:xfrm xmlns:a="http://schemas.openxmlformats.org/drawingml/2006/main">
            <a:off x="4126584" y="1333500"/>
            <a:ext cx="6358183" cy="3333750"/>
          </a:xfrm>
          <a:prstGeom xmlns:a="http://schemas.openxmlformats.org/drawingml/2006/main" prst="roundRect">
            <a:avLst>
              <a:gd name="adj" fmla="val 3429"/>
            </a:avLst>
          </a:prstGeom>
        </p:spPr>
      </p:pic>
      <p:sp>
        <p:nvSpPr>
          <p:cNvPr id="5" name="action-caption">
            <a:extLst xmlns:a="http://schemas.openxmlformats.org/drawingml/2006/main">
              <a:ext uri="{FF2B5EF4-FFF2-40B4-BE49-F238E27FC236}">
                <a16:creationId xmlns:a16="http://schemas.microsoft.com/office/drawing/2014/main" id="{C0B5F925-BF6C-4D47-BE3B-BF57B752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578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카드-버튼 8px · 편차 0px</a:t>
            </a:r>
          </a:p>
        </p:txBody>
      </p:sp>
      <p:sp>
        <p:nvSpPr>
          <p:cNvPr id="6" name="dialog-result">
            <a:extLst xmlns:a="http://schemas.openxmlformats.org/drawingml/2006/main">
              <a:ext uri="{FF2B5EF4-FFF2-40B4-BE49-F238E27FC236}">
                <a16:creationId xmlns:a16="http://schemas.microsoft.com/office/drawing/2014/main" id="{05B8748A-B9C3-438B-8856-EBFC8243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953000"/>
            <a:ext cx="80200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7" name="dialog-result-main">
            <a:extLst xmlns:a="http://schemas.openxmlformats.org/drawingml/2006/main">
              <a:ext uri="{FF2B5EF4-FFF2-40B4-BE49-F238E27FC236}">
                <a16:creationId xmlns:a16="http://schemas.microsoft.com/office/drawing/2014/main" id="{EF591584-1900-4FD1-97DF-7E8F08BB6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143500"/>
            <a:ext cx="7410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공통 Modal 규칙 · 부드러운 2px 포커스 · 직접 노출 영문 0건</a:t>
            </a:r>
          </a:p>
        </p:txBody>
      </p:sp>
      <p:sp>
        <p:nvSpPr>
          <p:cNvPr id="8" name="dialog-result-sub">
            <a:extLst xmlns:a="http://schemas.openxmlformats.org/drawingml/2006/main">
              <a:ext uri="{FF2B5EF4-FFF2-40B4-BE49-F238E27FC236}">
                <a16:creationId xmlns:a16="http://schemas.microsoft.com/office/drawing/2014/main" id="{26A7B8F6-9E47-4666-889B-D833C8252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524500"/>
            <a:ext cx="7410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주 태그를 선택하세요 · 확인 · 태그 필수 조건 무시</a:t>
            </a:r>
          </a:p>
        </p:txBody>
      </p:sp>
    </p:spTree>
    <p:extLst>
      <p:ext uri="{BB962C8B-B14F-4D97-AF65-F5344CB8AC3E}">
        <p14:creationId xmlns:p14="http://schemas.microsoft.com/office/powerpoint/2010/main" val="19690415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-5">
            <a:extLst xmlns:a="http://schemas.openxmlformats.org/drawingml/2006/main">
              <a:ext uri="{FF2B5EF4-FFF2-40B4-BE49-F238E27FC236}">
                <a16:creationId xmlns:a16="http://schemas.microsoft.com/office/drawing/2014/main" id="{15B4B5EF-39AC-41BD-860C-4B8A8FDB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데스크톱 버튼을 정리하고 프로필을 통일했습니다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E85E0CD4-3FBE-4910-B306-0119C668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b7dfd8faec437a"/>
          <a:stretch xmlns:a="http://schemas.openxmlformats.org/drawingml/2006/main"/>
        </p:blipFill>
        <p:spPr>
          <a:xfrm xmlns:a="http://schemas.openxmlformats.org/drawingml/2006/main">
            <a:off x="457200" y="1314450"/>
            <a:ext cx="7239000" cy="4524375"/>
          </a:xfrm>
          <a:prstGeom xmlns:a="http://schemas.openxmlformats.org/drawingml/2006/main" prst="roundRect">
            <a:avLst>
              <a:gd name="adj" fmla="val 2526"/>
            </a:avLst>
          </a:prstGeom>
        </p:spPr>
      </p:pic>
      <p:sp>
        <p:nvSpPr>
          <p:cNvPr id="4" name="profile-result">
            <a:extLst xmlns:a="http://schemas.openxmlformats.org/drawingml/2006/main">
              <a:ext uri="{FF2B5EF4-FFF2-40B4-BE49-F238E27FC236}">
                <a16:creationId xmlns:a16="http://schemas.microsoft.com/office/drawing/2014/main" id="{F2315AED-2B85-41E1-A5D8-A0DDEE6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8590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profile-title">
            <a:extLst xmlns:a="http://schemas.openxmlformats.org/drawingml/2006/main">
              <a:ext uri="{FF2B5EF4-FFF2-40B4-BE49-F238E27FC236}">
                <a16:creationId xmlns:a16="http://schemas.microsoft.com/office/drawing/2014/main" id="{F20E61C3-61BF-46BF-8C05-62259B78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프로필 화면</a:t>
            </a:r>
          </a:p>
        </p:txBody>
      </p:sp>
      <p:sp>
        <p:nvSpPr>
          <p:cNvPr id="6" name="profile-copy">
            <a:extLst xmlns:a="http://schemas.openxmlformats.org/drawingml/2006/main">
              <a:ext uri="{FF2B5EF4-FFF2-40B4-BE49-F238E27FC236}">
                <a16:creationId xmlns:a16="http://schemas.microsoft.com/office/drawing/2014/main" id="{5DB761A4-0783-41E0-9D9F-1C0C49EB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4790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165px 블루 Hero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96px 아바타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240px 메뉴 · 780px 콘텐츠</a:t>
            </a:r>
          </a:p>
        </p:txBody>
      </p:sp>
      <p:sp>
        <p:nvSpPr>
          <p:cNvPr id="7" name="navigation-result">
            <a:extLst xmlns:a="http://schemas.openxmlformats.org/drawingml/2006/main">
              <a:ext uri="{FF2B5EF4-FFF2-40B4-BE49-F238E27FC236}">
                <a16:creationId xmlns:a16="http://schemas.microsoft.com/office/drawing/2014/main" id="{2257FE94-6B17-44D6-9670-E774B0CF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0045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navigation-title">
            <a:extLst xmlns:a="http://schemas.openxmlformats.org/drawingml/2006/main">
              <a:ext uri="{FF2B5EF4-FFF2-40B4-BE49-F238E27FC236}">
                <a16:creationId xmlns:a16="http://schemas.microsoft.com/office/drawing/2014/main" id="{46964870-783A-46F5-A4D8-7731A9E8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8671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홈 탐색</a:t>
            </a:r>
          </a:p>
        </p:txBody>
      </p:sp>
      <p:sp>
        <p:nvSpPr>
          <p:cNvPr id="9" name="navigation-copy">
            <a:extLst xmlns:a="http://schemas.openxmlformats.org/drawingml/2006/main">
              <a:ext uri="{FF2B5EF4-FFF2-40B4-BE49-F238E27FC236}">
                <a16:creationId xmlns:a16="http://schemas.microsoft.com/office/drawing/2014/main" id="{347909D2-6157-4120-AFAB-F89F76764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6245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Desktop 중복 버튼 제거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Mobile 40x46px 버튼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270px 서랍 동작 유지</a:t>
            </a:r>
          </a:p>
        </p:txBody>
      </p:sp>
      <p:sp>
        <p:nvSpPr>
          <p:cNvPr id="10" name="profile-locale">
            <a:extLst xmlns:a="http://schemas.openxmlformats.org/drawingml/2006/main">
              <a:ext uri="{FF2B5EF4-FFF2-40B4-BE49-F238E27FC236}">
                <a16:creationId xmlns:a16="http://schemas.microsoft.com/office/drawing/2014/main" id="{61A9A6BD-8E2C-4894-93A0-DEE7AB1A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9626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좋아요 · 내 미디어 · 보안 · 해결 답변</a:t>
            </a:r>
          </a:p>
        </p:txBody>
      </p:sp>
    </p:spTree>
    <p:extLst>
      <p:ext uri="{BB962C8B-B14F-4D97-AF65-F5344CB8AC3E}">
        <p14:creationId xmlns:p14="http://schemas.microsoft.com/office/powerpoint/2010/main" val="196611052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-5">
            <a:extLst xmlns:a="http://schemas.openxmlformats.org/drawingml/2006/main">
              <a:ext uri="{FF2B5EF4-FFF2-40B4-BE49-F238E27FC236}">
                <a16:creationId xmlns:a16="http://schemas.microsoft.com/office/drawing/2014/main" id="{15B4B5EF-39AC-41BD-860C-4B8A8FDB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더보기 메뉴와 설정·보안 화면을 같은 체계로 맞췄습니다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E85E0CD4-3FBE-4910-B306-0119C668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3b4449f60647c1"/>
          <a:stretch xmlns:a="http://schemas.openxmlformats.org/drawingml/2006/main"/>
        </p:blipFill>
        <p:spPr>
          <a:xfrm xmlns:a="http://schemas.openxmlformats.org/drawingml/2006/main" flipH="0" flipV="0">
            <a:off x="457200" y="1314450"/>
            <a:ext cx="7239000" cy="4524375"/>
          </a:xfrm>
          <a:prstGeom xmlns:a="http://schemas.openxmlformats.org/drawingml/2006/main" prst="roundRect">
            <a:avLst/>
          </a:prstGeom>
        </p:spPr>
      </p:pic>
      <p:sp>
        <p:nvSpPr>
          <p:cNvPr id="4" name="profile-result">
            <a:extLst xmlns:a="http://schemas.openxmlformats.org/drawingml/2006/main">
              <a:ext uri="{FF2B5EF4-FFF2-40B4-BE49-F238E27FC236}">
                <a16:creationId xmlns:a16="http://schemas.microsoft.com/office/drawing/2014/main" id="{F2315AED-2B85-41E1-A5D8-A0DDEE6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8590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profile-title">
            <a:extLst xmlns:a="http://schemas.openxmlformats.org/drawingml/2006/main">
              <a:ext uri="{FF2B5EF4-FFF2-40B4-BE49-F238E27FC236}">
                <a16:creationId xmlns:a16="http://schemas.microsoft.com/office/drawing/2014/main" id="{F20E61C3-61BF-46BF-8C05-62259B78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설정 화면</a:t>
            </a:r>
          </a:p>
        </p:txBody>
      </p:sp>
      <p:sp>
        <p:nvSpPr>
          <p:cNvPr id="6" name="profile-copy">
            <a:extLst xmlns:a="http://schemas.openxmlformats.org/drawingml/2006/main">
              <a:ext uri="{FF2B5EF4-FFF2-40B4-BE49-F238E27FC236}">
                <a16:creationId xmlns:a16="http://schemas.microsoft.com/office/drawing/2014/main" id="{5DB761A4-0783-41E0-9D9F-1C0C49EB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4790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카드·버튼·알림 표 통일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직접 노출 영문 0건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모바일 표 302px</a:t>
            </a:r>
          </a:p>
        </p:txBody>
      </p:sp>
      <p:sp>
        <p:nvSpPr>
          <p:cNvPr id="7" name="navigation-result">
            <a:extLst xmlns:a="http://schemas.openxmlformats.org/drawingml/2006/main">
              <a:ext uri="{FF2B5EF4-FFF2-40B4-BE49-F238E27FC236}">
                <a16:creationId xmlns:a16="http://schemas.microsoft.com/office/drawing/2014/main" id="{2257FE94-6B17-44D6-9670-E774B0CF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0045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navigation-title">
            <a:extLst xmlns:a="http://schemas.openxmlformats.org/drawingml/2006/main">
              <a:ext uri="{FF2B5EF4-FFF2-40B4-BE49-F238E27FC236}">
                <a16:creationId xmlns:a16="http://schemas.microsoft.com/office/drawing/2014/main" id="{46964870-783A-46F5-A4D8-7731A9E8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8671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목록·보안</a:t>
            </a:r>
          </a:p>
        </p:txBody>
      </p:sp>
      <p:sp>
        <p:nvSpPr>
          <p:cNvPr id="9" name="navigation-copy">
            <a:extLst xmlns:a="http://schemas.openxmlformats.org/drawingml/2006/main">
              <a:ext uri="{FF2B5EF4-FFF2-40B4-BE49-F238E27FC236}">
                <a16:creationId xmlns:a16="http://schemas.microsoft.com/office/drawing/2014/main" id="{347909D2-6157-4120-AFAB-F89F76764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6245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더보기 상시 표시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중앙 오차 0px · 메뉴 1080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세션·토큰 카드 통일</a:t>
            </a:r>
          </a:p>
        </p:txBody>
      </p:sp>
      <p:sp>
        <p:nvSpPr>
          <p:cNvPr id="10" name="profile-locale">
            <a:extLst xmlns:a="http://schemas.openxmlformats.org/drawingml/2006/main">
              <a:ext uri="{FF2B5EF4-FFF2-40B4-BE49-F238E27FC236}">
                <a16:creationId xmlns:a16="http://schemas.microsoft.com/office/drawing/2014/main" id="{61A9A6BD-8E2C-4894-93A0-DEE7AB1A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9626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해결 답변 알림 · 새 토큰 · 검색 정보 설정까지 한글</a:t>
            </a:r>
          </a:p>
        </p:txBody>
      </p:sp>
    </p:spTree>
    <p:extLst>
      <p:ext uri="{BB962C8B-B14F-4D97-AF65-F5344CB8AC3E}">
        <p14:creationId xmlns:p14="http://schemas.microsoft.com/office/powerpoint/2010/main" val="19661105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-5">
            <a:extLst xmlns:a="http://schemas.openxmlformats.org/drawingml/2006/main">
              <a:ext uri="{FF2B5EF4-FFF2-40B4-BE49-F238E27FC236}">
                <a16:creationId xmlns:a16="http://schemas.microsoft.com/office/drawing/2014/main" id="{15B4B5EF-39AC-41BD-860C-4B8A8FDB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태그와 최근 토론을 읽기 쉬운 정보 구조로 나눴습니다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E85E0CD4-3FBE-4910-B306-0119C668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2e131d29041c9"/>
          <a:stretch xmlns:a="http://schemas.openxmlformats.org/drawingml/2006/main"/>
        </p:blipFill>
        <p:spPr>
          <a:xfrm xmlns:a="http://schemas.openxmlformats.org/drawingml/2006/main" flipH="0" flipV="0">
            <a:off x="457200" y="1314450"/>
            <a:ext cx="7239000" cy="4524375"/>
          </a:xfrm>
          <a:prstGeom xmlns:a="http://schemas.openxmlformats.org/drawingml/2006/main" prst="roundRect">
            <a:avLst/>
          </a:prstGeom>
        </p:spPr>
      </p:pic>
      <p:sp>
        <p:nvSpPr>
          <p:cNvPr id="4" name="profile-result">
            <a:extLst xmlns:a="http://schemas.openxmlformats.org/drawingml/2006/main">
              <a:ext uri="{FF2B5EF4-FFF2-40B4-BE49-F238E27FC236}">
                <a16:creationId xmlns:a16="http://schemas.microsoft.com/office/drawing/2014/main" id="{F2315AED-2B85-41E1-A5D8-A0DDEE6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8590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profile-title">
            <a:extLst xmlns:a="http://schemas.openxmlformats.org/drawingml/2006/main">
              <a:ext uri="{FF2B5EF4-FFF2-40B4-BE49-F238E27FC236}">
                <a16:creationId xmlns:a16="http://schemas.microsoft.com/office/drawing/2014/main" id="{F20E61C3-61BF-46BF-8C05-62259B78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주요 태그</a:t>
            </a:r>
          </a:p>
        </p:txBody>
      </p:sp>
      <p:sp>
        <p:nvSpPr>
          <p:cNvPr id="6" name="profile-copy">
            <a:extLst xmlns:a="http://schemas.openxmlformats.org/drawingml/2006/main">
              <a:ext uri="{FF2B5EF4-FFF2-40B4-BE49-F238E27FC236}">
                <a16:creationId xmlns:a16="http://schemas.microsoft.com/office/drawing/2014/main" id="{5DB761A4-0783-41E0-9D9F-1C0C49EB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4790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3열 카드 · 간격 18px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최근 토론 독립 패널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날짜 00년 0월 0일</a:t>
            </a:r>
          </a:p>
        </p:txBody>
      </p:sp>
      <p:sp>
        <p:nvSpPr>
          <p:cNvPr id="7" name="navigation-result">
            <a:extLst xmlns:a="http://schemas.openxmlformats.org/drawingml/2006/main">
              <a:ext uri="{FF2B5EF4-FFF2-40B4-BE49-F238E27FC236}">
                <a16:creationId xmlns:a16="http://schemas.microsoft.com/office/drawing/2014/main" id="{2257FE94-6B17-44D6-9670-E774B0CF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0045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navigation-title">
            <a:extLst xmlns:a="http://schemas.openxmlformats.org/drawingml/2006/main">
              <a:ext uri="{FF2B5EF4-FFF2-40B4-BE49-F238E27FC236}">
                <a16:creationId xmlns:a16="http://schemas.microsoft.com/office/drawing/2014/main" id="{46964870-783A-46F5-A4D8-7731A9E8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8671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보조 태그</a:t>
            </a:r>
          </a:p>
        </p:txBody>
      </p:sp>
      <p:sp>
        <p:nvSpPr>
          <p:cNvPr id="9" name="navigation-copy">
            <a:extLst xmlns:a="http://schemas.openxmlformats.org/drawingml/2006/main">
              <a:ext uri="{FF2B5EF4-FFF2-40B4-BE49-F238E27FC236}">
                <a16:creationId xmlns:a16="http://schemas.microsoft.com/office/drawing/2014/main" id="{347909D2-6157-4120-AFAB-F89F76764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6245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별도 4열 구역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설명 7건 표시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모바일 한 열 · 넘침 0px</a:t>
            </a:r>
          </a:p>
        </p:txBody>
      </p:sp>
      <p:sp>
        <p:nvSpPr>
          <p:cNvPr id="10" name="profile-locale">
            <a:extLst xmlns:a="http://schemas.openxmlformats.org/drawingml/2006/main">
              <a:ext uri="{FF2B5EF4-FFF2-40B4-BE49-F238E27FC236}">
                <a16:creationId xmlns:a16="http://schemas.microsoft.com/office/drawing/2014/main" id="{61A9A6BD-8E2C-4894-93A0-DEE7AB1A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9626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상대 날짜는 유지 · 웹폰트 전용 깨진 문자 0건</a:t>
            </a:r>
          </a:p>
        </p:txBody>
      </p:sp>
    </p:spTree>
    <p:extLst>
      <p:ext uri="{BB962C8B-B14F-4D97-AF65-F5344CB8AC3E}">
        <p14:creationId xmlns:p14="http://schemas.microsoft.com/office/powerpoint/2010/main" val="196611052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-6">
            <a:extLst xmlns:a="http://schemas.openxmlformats.org/drawingml/2006/main">
              <a:ext uri="{FF2B5EF4-FFF2-40B4-BE49-F238E27FC236}">
                <a16:creationId xmlns:a16="http://schemas.microsoft.com/office/drawing/2014/main" id="{A1988E7D-4FE9-4900-8EFF-3040E5D0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활성화와 롤백에도 콘텐츠는 그대로였습니다</a:t>
            </a:r>
          </a:p>
        </p:txBody>
      </p:sp>
      <p:sp>
        <p:nvSpPr>
          <p:cNvPr id="2" name="page-6">
            <a:extLst xmlns:a="http://schemas.openxmlformats.org/drawingml/2006/main">
              <a:ext uri="{FF2B5EF4-FFF2-40B4-BE49-F238E27FC236}">
                <a16:creationId xmlns:a16="http://schemas.microsoft.com/office/drawing/2014/main" id="{BE3DDE7B-FA52-43C9-AAE2-8928904D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3" name="arrow-0">
            <a:extLst xmlns:a="http://schemas.openxmlformats.org/drawingml/2006/main">
              <a:ext uri="{FF2B5EF4-FFF2-40B4-BE49-F238E27FC236}">
                <a16:creationId xmlns:a16="http://schemas.microsoft.com/office/drawing/2014/main" id="{7B834A7A-209D-4491-899C-10F6F9E68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phase-0">
            <a:extLst xmlns:a="http://schemas.openxmlformats.org/drawingml/2006/main">
              <a:ext uri="{FF2B5EF4-FFF2-40B4-BE49-F238E27FC236}">
                <a16:creationId xmlns:a16="http://schemas.microsoft.com/office/drawing/2014/main" id="{739F78CD-D657-4918-A9FA-4B164DC8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5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63AECE67-3CC4-4DA1-AF5E-C93DC0D4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기준선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6" name="phase-http-0">
            <a:extLst xmlns:a="http://schemas.openxmlformats.org/drawingml/2006/main">
              <a:ext uri="{FF2B5EF4-FFF2-40B4-BE49-F238E27FC236}">
                <a16:creationId xmlns:a16="http://schemas.microsoft.com/office/drawing/2014/main" id="{3411BCDF-FFDB-4D8F-ABD4-9DF41B03F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7" name="arrow-1">
            <a:extLst xmlns:a="http://schemas.openxmlformats.org/drawingml/2006/main">
              <a:ext uri="{FF2B5EF4-FFF2-40B4-BE49-F238E27FC236}">
                <a16:creationId xmlns:a16="http://schemas.microsoft.com/office/drawing/2014/main" id="{5C52BED4-5B33-4F1F-8B4C-1420869A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8" name="phase-1">
            <a:extLst xmlns:a="http://schemas.openxmlformats.org/drawingml/2006/main">
              <a:ext uri="{FF2B5EF4-FFF2-40B4-BE49-F238E27FC236}">
                <a16:creationId xmlns:a16="http://schemas.microsoft.com/office/drawing/2014/main" id="{CCC5DC3E-EAAF-47A7-BE20-81A03A0A0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703B871E-E432-4AAB-8D50-6BCBAF06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활성화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0" name="phase-http-1">
            <a:extLst xmlns:a="http://schemas.openxmlformats.org/drawingml/2006/main">
              <a:ext uri="{FF2B5EF4-FFF2-40B4-BE49-F238E27FC236}">
                <a16:creationId xmlns:a16="http://schemas.microsoft.com/office/drawing/2014/main" id="{AE3959C6-3A52-4DCF-821D-D827B0664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1" name="arrow-2">
            <a:extLst xmlns:a="http://schemas.openxmlformats.org/drawingml/2006/main">
              <a:ext uri="{FF2B5EF4-FFF2-40B4-BE49-F238E27FC236}">
                <a16:creationId xmlns:a16="http://schemas.microsoft.com/office/drawing/2014/main" id="{EBB4EFA8-8837-4DC7-B490-F0FDBE81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2" name="phase-2">
            <a:extLst xmlns:a="http://schemas.openxmlformats.org/drawingml/2006/main">
              <a:ext uri="{FF2B5EF4-FFF2-40B4-BE49-F238E27FC236}">
                <a16:creationId xmlns:a16="http://schemas.microsoft.com/office/drawing/2014/main" id="{30B14935-D9F6-49E4-9FFA-35C561CA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13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F84B927D-9C32-4480-B1CA-A2BEFFF6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롤백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14" name="phase-http-2">
            <a:extLst xmlns:a="http://schemas.openxmlformats.org/drawingml/2006/main">
              <a:ext uri="{FF2B5EF4-FFF2-40B4-BE49-F238E27FC236}">
                <a16:creationId xmlns:a16="http://schemas.microsoft.com/office/drawing/2014/main" id="{03579DE4-BE81-4564-8731-4EC8DE46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5" name="phase-3">
            <a:extLst xmlns:a="http://schemas.openxmlformats.org/drawingml/2006/main">
              <a:ext uri="{FF2B5EF4-FFF2-40B4-BE49-F238E27FC236}">
                <a16:creationId xmlns:a16="http://schemas.microsoft.com/office/drawing/2014/main" id="{B1D3BD30-83E1-498D-B0C3-D6998089D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16" name="phase-label-3">
            <a:extLst xmlns:a="http://schemas.openxmlformats.org/drawingml/2006/main">
              <a:ext uri="{FF2B5EF4-FFF2-40B4-BE49-F238E27FC236}">
                <a16:creationId xmlns:a16="http://schemas.microsoft.com/office/drawing/2014/main" id="{2E4B63B9-05DD-4586-92E2-218CE46B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최종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7" name="phase-http-3">
            <a:extLst xmlns:a="http://schemas.openxmlformats.org/drawingml/2006/main">
              <a:ext uri="{FF2B5EF4-FFF2-40B4-BE49-F238E27FC236}">
                <a16:creationId xmlns:a16="http://schemas.microsoft.com/office/drawing/2014/main" id="{B2993C25-3261-4B34-90FD-48CACC67B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8" name="integrity-count">
            <a:extLst xmlns:a="http://schemas.openxmlformats.org/drawingml/2006/main">
              <a:ext uri="{FF2B5EF4-FFF2-40B4-BE49-F238E27FC236}">
                <a16:creationId xmlns:a16="http://schemas.microsoft.com/office/drawing/2014/main" id="{7D531B41-66A5-4441-97A2-88436706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39 users · 117 discussions · 305 posts</a:t>
            </a:r>
          </a:p>
        </p:txBody>
      </p:sp>
      <p:sp>
        <p:nvSpPr>
          <p:cNvPr id="19" name="integrity-hash">
            <a:extLst xmlns:a="http://schemas.openxmlformats.org/drawingml/2006/main">
              <a:ext uri="{FF2B5EF4-FFF2-40B4-BE49-F238E27FC236}">
                <a16:creationId xmlns:a16="http://schemas.microsoft.com/office/drawing/2014/main" id="{CFB67921-C80E-4482-BC13-B3C78F46F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38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콘텐츠 SHA-256 동일 · 첨부 SHA-256 동일 · 정적 계약 10/10</a:t>
            </a:r>
          </a:p>
        </p:txBody>
      </p:sp>
    </p:spTree>
    <p:extLst>
      <p:ext uri="{BB962C8B-B14F-4D97-AF65-F5344CB8AC3E}">
        <p14:creationId xmlns:p14="http://schemas.microsoft.com/office/powerpoint/2010/main" val="2245381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7">
            <a:extLst xmlns:a="http://schemas.openxmlformats.org/drawingml/2006/main">
              <a:ext uri="{FF2B5EF4-FFF2-40B4-BE49-F238E27FC236}">
                <a16:creationId xmlns:a16="http://schemas.microsoft.com/office/drawing/2014/main" id="{B1E5F8CB-12E8-414B-A782-7921D9DB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Core를 건드리지 않아 롤백은 확장 하나로 끝납니다</a:t>
            </a:r>
          </a:p>
        </p:txBody>
      </p:sp>
      <p:sp>
        <p:nvSpPr>
          <p:cNvPr id="2" name="page-7">
            <a:extLst xmlns:a="http://schemas.openxmlformats.org/drawingml/2006/main">
              <a:ext uri="{FF2B5EF4-FFF2-40B4-BE49-F238E27FC236}">
                <a16:creationId xmlns:a16="http://schemas.microsoft.com/office/drawing/2014/main" id="{A3276DCC-0352-4CE1-B01D-E79903100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3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F33C0C86-C636-49E7-9EF3-AD3434C40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35F70949-AD48-4799-9CD4-E06EF4FA6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5" name="flarum-core">
            <a:extLst xmlns:a="http://schemas.openxmlformats.org/drawingml/2006/main">
              <a:ext uri="{FF2B5EF4-FFF2-40B4-BE49-F238E27FC236}">
                <a16:creationId xmlns:a16="http://schemas.microsoft.com/office/drawing/2014/main" id="{2D23B9C7-BD3C-4600-BA89-78668692D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6" name="theme-extension">
            <a:extLst xmlns:a="http://schemas.openxmlformats.org/drawingml/2006/main">
              <a:ext uri="{FF2B5EF4-FFF2-40B4-BE49-F238E27FC236}">
                <a16:creationId xmlns:a16="http://schemas.microsoft.com/office/drawing/2014/main" id="{66F5027A-7FA7-413F-B51E-8043D0948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76450"/>
            <a:ext cx="29718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7" name="community-ui">
            <a:extLst xmlns:a="http://schemas.openxmlformats.org/drawingml/2006/main">
              <a:ext uri="{FF2B5EF4-FFF2-40B4-BE49-F238E27FC236}">
                <a16:creationId xmlns:a16="http://schemas.microsoft.com/office/drawing/2014/main" id="{E7F3E4DE-3896-4972-B8F1-AF6C18CF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flarum-core-title">
            <a:extLst xmlns:a="http://schemas.openxmlformats.org/drawingml/2006/main">
              <a:ext uri="{FF2B5EF4-FFF2-40B4-BE49-F238E27FC236}">
                <a16:creationId xmlns:a16="http://schemas.microsoft.com/office/drawing/2014/main" id="{0136A85B-5961-4FFA-8B8D-5B294E1A0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1.8.18</a:t>
            </a:r>
          </a:p>
        </p:txBody>
      </p:sp>
      <p:sp>
        <p:nvSpPr>
          <p:cNvPr id="9" name="flarum-core-copy">
            <a:extLst xmlns:a="http://schemas.openxmlformats.org/drawingml/2006/main">
              <a:ext uri="{FF2B5EF4-FFF2-40B4-BE49-F238E27FC236}">
                <a16:creationId xmlns:a16="http://schemas.microsoft.com/office/drawing/2014/main" id="{E7DB7EDB-905C-43D0-890F-80D3946E2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라우팅 · 권한 · 검색 · 작성</a:t>
            </a:r>
          </a:p>
        </p:txBody>
      </p:sp>
      <p:sp>
        <p:nvSpPr>
          <p:cNvPr id="10" name="theme-title">
            <a:extLst xmlns:a="http://schemas.openxmlformats.org/drawingml/2006/main">
              <a:ext uri="{FF2B5EF4-FFF2-40B4-BE49-F238E27FC236}">
                <a16:creationId xmlns:a16="http://schemas.microsoft.com/office/drawing/2014/main" id="{DBD93488-5F1B-4674-80CA-8AF64A402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3622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ABLESTACK</a:t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Theme</a:t>
            </a:r>
          </a:p>
        </p:txBody>
      </p:sp>
      <p:sp>
        <p:nvSpPr>
          <p:cNvPr id="11" name="theme-copy">
            <a:extLst xmlns:a="http://schemas.openxmlformats.org/drawingml/2006/main">
              <a:ext uri="{FF2B5EF4-FFF2-40B4-BE49-F238E27FC236}">
                <a16:creationId xmlns:a16="http://schemas.microsoft.com/office/drawing/2014/main" id="{C8B03E0C-FD83-420F-AF7B-3F7089B4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257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LESS · 한글 Cache · 상태 표시</a:t>
            </a:r>
          </a:p>
        </p:txBody>
      </p:sp>
      <p:sp>
        <p:nvSpPr>
          <p:cNvPr id="12" name="ui-title">
            <a:extLst xmlns:a="http://schemas.openxmlformats.org/drawingml/2006/main">
              <a:ext uri="{FF2B5EF4-FFF2-40B4-BE49-F238E27FC236}">
                <a16:creationId xmlns:a16="http://schemas.microsoft.com/office/drawing/2014/main" id="{37B98FC2-7DDE-45BF-B2BF-AA8E8A3D4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Community UI</a:t>
            </a:r>
          </a:p>
        </p:txBody>
      </p:sp>
      <p:sp>
        <p:nvSpPr>
          <p:cNvPr id="13" name="ui-copy">
            <a:extLst xmlns:a="http://schemas.openxmlformats.org/drawingml/2006/main">
              <a:ext uri="{FF2B5EF4-FFF2-40B4-BE49-F238E27FC236}">
                <a16:creationId xmlns:a16="http://schemas.microsoft.com/office/drawing/2014/main" id="{3B149A4F-0659-480B-9329-13D66911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Desktop · Mobile · Accessibility</a:t>
            </a:r>
          </a:p>
        </p:txBody>
      </p:sp>
      <p:sp>
        <p:nvSpPr>
          <p:cNvPr id="14" name="rollback-strip">
            <a:extLst xmlns:a="http://schemas.openxmlformats.org/drawingml/2006/main">
              <a:ext uri="{FF2B5EF4-FFF2-40B4-BE49-F238E27FC236}">
                <a16:creationId xmlns:a16="http://schemas.microsoft.com/office/drawing/2014/main" id="{1329660C-7BA4-47F6-B431-662F73A2D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781550"/>
            <a:ext cx="7429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5" name="rollback-copy">
            <a:extLst xmlns:a="http://schemas.openxmlformats.org/drawingml/2006/main">
              <a:ext uri="{FF2B5EF4-FFF2-40B4-BE49-F238E27FC236}">
                <a16:creationId xmlns:a16="http://schemas.microsoft.com/office/drawing/2014/main" id="{29AD88B8-B664-4F55-9D04-7AE25E4B8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91100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장애 시 extension:disable → 기본 Flarum UI 복귀</a:t>
            </a:r>
          </a:p>
        </p:txBody>
      </p:sp>
    </p:spTree>
    <p:extLst>
      <p:ext uri="{BB962C8B-B14F-4D97-AF65-F5344CB8AC3E}">
        <p14:creationId xmlns:p14="http://schemas.microsoft.com/office/powerpoint/2010/main" val="19602918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CA02A572-4AC9-4737-B75D-10EC7C22C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ISSUE #73 · IMPLEMENTATION COMPLETE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F5C154A0-B755-42E9-9F79-7921475EF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666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적용만</a:t>
            </a:r>
          </a:p>
          <a:p xmlns:a="http://schemas.openxmlformats.org/drawingml/2006/main">
            <a:pPr algn="l">
              <a:buNone/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승인하면 됩니다</a:t>
            </a:r>
          </a:p>
        </p:txBody>
      </p:sp>
      <p:sp>
        <p:nvSpPr>
          <p:cNvPr id="3" name="close-detail">
            <a:extLst xmlns:a="http://schemas.openxmlformats.org/drawingml/2006/main">
              <a:ext uri="{FF2B5EF4-FFF2-40B4-BE49-F238E27FC236}">
                <a16:creationId xmlns:a16="http://schemas.microsoft.com/office/drawing/2014/main" id="{3D772DBD-5B75-4245-9BF5-B2A8A3AB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1955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WSL 전체 주기 PASS · 헤더 5개 항목 44px 정렬 · 신고·알림 아이콘 표시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Core·Vendor·DB·운영 Community 변경 없음</a:t>
            </a:r>
          </a:p>
        </p:txBody>
      </p:sp>
      <p:sp>
        <p:nvSpPr>
          <p:cNvPr id="4" name="close-status">
            <a:extLst xmlns:a="http://schemas.openxmlformats.org/drawingml/2006/main">
              <a:ext uri="{FF2B5EF4-FFF2-40B4-BE49-F238E27FC236}">
                <a16:creationId xmlns:a16="http://schemas.microsoft.com/office/drawing/2014/main" id="{3160D9BC-7118-4FD3-AAD9-2144E7A4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57350"/>
            <a:ext cx="29527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close-go">
            <a:extLst xmlns:a="http://schemas.openxmlformats.org/drawingml/2006/main">
              <a:ext uri="{FF2B5EF4-FFF2-40B4-BE49-F238E27FC236}">
                <a16:creationId xmlns:a16="http://schemas.microsoft.com/office/drawing/2014/main" id="{29CF402C-9E70-4B3D-8FED-4FBB431FA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3050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GO</a:t>
            </a:r>
          </a:p>
        </p:txBody>
      </p:sp>
      <p:sp>
        <p:nvSpPr>
          <p:cNvPr id="6" name="close-condition">
            <a:extLst xmlns:a="http://schemas.openxmlformats.org/drawingml/2006/main">
              <a:ext uri="{FF2B5EF4-FFF2-40B4-BE49-F238E27FC236}">
                <a16:creationId xmlns:a16="http://schemas.microsoft.com/office/drawing/2014/main" id="{150AAE78-1296-4BC4-BA13-17A897DF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390900"/>
            <a:ext cx="2343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반영 승인 대기</a:t>
            </a:r>
          </a:p>
        </p:txBody>
      </p:sp>
      <p:sp>
        <p:nvSpPr>
          <p:cNvPr id="7" name="close-next">
            <a:extLst xmlns:a="http://schemas.openxmlformats.org/drawingml/2006/main">
              <a:ext uri="{FF2B5EF4-FFF2-40B4-BE49-F238E27FC236}">
                <a16:creationId xmlns:a16="http://schemas.microsoft.com/office/drawing/2014/main" id="{7FF57361-4F99-46E5-8A10-2C2F456C0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626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다음: 백업 → 테마 적용 → Desktop/Mobile Smoke → 해시 비교</a:t>
            </a:r>
          </a:p>
        </p:txBody>
      </p:sp>
    </p:spTree>
    <p:extLst>
      <p:ext uri="{BB962C8B-B14F-4D97-AF65-F5344CB8AC3E}">
        <p14:creationId xmlns:p14="http://schemas.microsoft.com/office/powerpoint/2010/main" val="6745115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2026-08-19T06:31:45.5350000Z</dcterms:created>
  <dcterms:modified xsi:type="dcterms:W3CDTF">2026-08-19T06:31:45.5350000Z</dcterms:modified>
</coreProperties>
</file>