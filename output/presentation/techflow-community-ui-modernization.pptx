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31804a89724737" /><Relationship Type="http://schemas.openxmlformats.org/officeDocument/2006/relationships/extended-properties" Target="/docProps/app.xml" Id="R7342e84f37bd4c13" /><Relationship Type="http://schemas.openxmlformats.org/officeDocument/2006/relationships/officeDocument" Target="/ppt/presentation.xml" Id="R9f0e66d1b65b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d988195a3644a5"/>
  </p:sldMasterIdLst>
  <p:notesMasterIdLst>
    <p:notesMasterId xmlns:r="http://schemas.openxmlformats.org/officeDocument/2006/relationships" r:id="R72e0ae21a94d4ff3"/>
  </p:notesMasterIdLst>
  <p:sldIdLst>
    <p:sldId xmlns:r="http://schemas.openxmlformats.org/officeDocument/2006/relationships" id="256" r:id="Rc8f372eff89a4818"/>
    <p:sldId xmlns:r="http://schemas.openxmlformats.org/officeDocument/2006/relationships" id="257" r:id="R62201f65e6d24a1b"/>
    <p:sldId xmlns:r="http://schemas.openxmlformats.org/officeDocument/2006/relationships" id="258" r:id="R8040683f2f20426b"/>
    <p:sldId xmlns:r="http://schemas.openxmlformats.org/officeDocument/2006/relationships" id="259" r:id="R19c899b3d5e7439e"/>
    <p:sldId xmlns:r="http://schemas.openxmlformats.org/officeDocument/2006/relationships" id="260" r:id="R83829bfcdbef4fc7"/>
    <p:sldId xmlns:r="http://schemas.openxmlformats.org/officeDocument/2006/relationships" id="261" r:id="Raed0476c194f4957"/>
    <p:sldId xmlns:r="http://schemas.openxmlformats.org/officeDocument/2006/relationships" id="262" r:id="Rc1f7e4ccf3e645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0fe9de12c4747" /><Relationship Type="http://schemas.openxmlformats.org/officeDocument/2006/relationships/slideMaster" Target="/ppt/slideMasters/slideMaster1.xml" Id="Rc0d988195a3644a5" /><Relationship Type="http://schemas.openxmlformats.org/officeDocument/2006/relationships/notesMaster" Target="/ppt/notesMasters/notesMaster1.xml" Id="R72e0ae21a94d4ff3" /><Relationship Type="http://schemas.openxmlformats.org/officeDocument/2006/relationships/presProps" Target="/ppt/presProps.xml" Id="R19a506f6a4754829" /><Relationship Type="http://schemas.openxmlformats.org/officeDocument/2006/relationships/tableStyles" Target="/ppt/tableStyles.xml" Id="R2213236eba8449ae" /><Relationship Type="http://schemas.openxmlformats.org/officeDocument/2006/relationships/slide" Target="/ppt/slides/slide1.xml" Id="Rc8f372eff89a4818" /><Relationship Type="http://schemas.openxmlformats.org/officeDocument/2006/relationships/slide" Target="/ppt/slides/slide2.xml" Id="R62201f65e6d24a1b" /><Relationship Type="http://schemas.openxmlformats.org/officeDocument/2006/relationships/slide" Target="/ppt/slides/slide3.xml" Id="R8040683f2f20426b" /><Relationship Type="http://schemas.openxmlformats.org/officeDocument/2006/relationships/slide" Target="/ppt/slides/slide4.xml" Id="R19c899b3d5e7439e" /><Relationship Type="http://schemas.openxmlformats.org/officeDocument/2006/relationships/slide" Target="/ppt/slides/slide5.xml" Id="R83829bfcdbef4fc7" /><Relationship Type="http://schemas.openxmlformats.org/officeDocument/2006/relationships/slide" Target="/ppt/slides/slide6.xml" Id="Raed0476c194f4957" /><Relationship Type="http://schemas.openxmlformats.org/officeDocument/2006/relationships/slide" Target="/ppt/slides/slide7.xml" Id="Rc1f7e4ccf3e645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207fe593348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695b8737cf42c1" /><Relationship Type="http://schemas.openxmlformats.org/officeDocument/2006/relationships/notesMaster" Target="/ppt/notesMasters/notesMaster1.xml" Id="Rb12523544ea2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261a9784884c48" /><Relationship Type="http://schemas.openxmlformats.org/officeDocument/2006/relationships/notesMaster" Target="/ppt/notesMasters/notesMaster1.xml" Id="R96b0b3dfe31d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c8c328063840d9" /><Relationship Type="http://schemas.openxmlformats.org/officeDocument/2006/relationships/notesMaster" Target="/ppt/notesMasters/notesMaster1.xml" Id="R5f95c41bf5c241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361df1e8b84a96" /><Relationship Type="http://schemas.openxmlformats.org/officeDocument/2006/relationships/notesMaster" Target="/ppt/notesMasters/notesMaster1.xml" Id="Rc051dadd36ae49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9b313b481345c9" /><Relationship Type="http://schemas.openxmlformats.org/officeDocument/2006/relationships/notesMaster" Target="/ppt/notesMasters/notesMaster1.xml" Id="Rca671297ff0a46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57c62d346948d9" /><Relationship Type="http://schemas.openxmlformats.org/officeDocument/2006/relationships/notesMaster" Target="/ppt/notesMasters/notesMaster1.xml" Id="R232a5737e27e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28734444a24348" /><Relationship Type="http://schemas.openxmlformats.org/officeDocument/2006/relationships/notesMaster" Target="/ppt/notesMasters/notesMaster1.xml" Id="R3467b1da8a7147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docs/reports/issue-73-community-ui-validation.md</a:t>
            </a:r>
          </a:p>
          <a:p xmlns:a="http://schemas.openxmlformats.org/drawingml/2006/main">
            <a:r>
              <a:t>- docs/evidence/issue-73/community-theme-validation.json</a:t>
            </a:r>
          </a:p>
          <a:p xmlns:a="http://schemas.openxmlformats.org/drawingml/2006/main">
            <a:r>
              <a:t>- docs/plans/issue-73-community-ui-modernization.md</a:t>
            </a:r>
          </a:p>
          <a:p xmlns:a="http://schemas.openxmlformats.org/drawingml/2006/main">
            <a:r>
              <a:t>- docs/runbooks/community-theme-rollout-rollback.md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0e127b5a140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36a02cf5634627" /><Relationship Type="http://schemas.openxmlformats.org/officeDocument/2006/relationships/slideLayout" Target="/ppt/slideLayouts/slideLayout1.xml" Id="Rf4019821811d48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19821811d48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13180dc0c4735" /><Relationship Type="http://schemas.openxmlformats.org/officeDocument/2006/relationships/image" Target="/ppt/media/image.jpeg" Id="Rf4304e88270543cd" /><Relationship Type="http://schemas.openxmlformats.org/officeDocument/2006/relationships/notesSlide" Target="/ppt/notesSlides/notesSlide1.xml" Id="R6d9b6318da3741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86d0ce9414cbb" /><Relationship Type="http://schemas.openxmlformats.org/officeDocument/2006/relationships/image" Target="/ppt/media/image2.jpeg" Id="R8549177db408426f" /><Relationship Type="http://schemas.openxmlformats.org/officeDocument/2006/relationships/image" Target="/ppt/media/image3.jpeg" Id="R63279a64ff7a4ae0" /><Relationship Type="http://schemas.openxmlformats.org/officeDocument/2006/relationships/notesSlide" Target="/ppt/notesSlides/notesSlide2.xml" Id="R16e568ed23ec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bfcdf09a44ead" /><Relationship Type="http://schemas.openxmlformats.org/officeDocument/2006/relationships/notesSlide" Target="/ppt/notesSlides/notesSlide3.xml" Id="R81f475c4116d49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fc60cd3594169" /><Relationship Type="http://schemas.openxmlformats.org/officeDocument/2006/relationships/image" Target="/ppt/media/image4.jpeg" Id="Rfe1773950d6644db" /><Relationship Type="http://schemas.openxmlformats.org/officeDocument/2006/relationships/image" Target="/ppt/media/image5.jpeg" Id="R2a7de5b405cb46cf" /><Relationship Type="http://schemas.openxmlformats.org/officeDocument/2006/relationships/notesSlide" Target="/ppt/notesSlides/notesSlide4.xml" Id="R8dc992b3fa6e43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e834d04e74d03" /><Relationship Type="http://schemas.openxmlformats.org/officeDocument/2006/relationships/notesSlide" Target="/ppt/notesSlides/notesSlide5.xml" Id="Rf252a0ab0bf94e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e837a8ab74005" /><Relationship Type="http://schemas.openxmlformats.org/officeDocument/2006/relationships/notesSlide" Target="/ppt/notesSlides/notesSlide6.xml" Id="R14f781ee03d545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2decccefe4b1a" /><Relationship Type="http://schemas.openxmlformats.org/officeDocument/2006/relationships/notesSlide" Target="/ppt/notesSlides/notesSlide7.xml" Id="R7934c7b4ab5e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9236714-0AB6-4A3F-AF94-C38E94BA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ABLESTACK TECHFLOW · ISSUE #73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3F1E17-CC02-4DDE-BE01-5919D1E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  <a:p xmlns:a="http://schemas.openxmlformats.org/drawingml/2006/main">
            <a:pPr algn="l">
              <a:def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인터페이스 현대화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45E7CE8-F81D-441E-B434-C3C09F0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브랜드 테마 · 한글 UX · 반응형 · 안전한 롤백</a:t>
            </a:r>
          </a:p>
        </p:txBody>
      </p:sp>
      <p:sp>
        <p:nvSpPr>
          <p:cNvPr id="4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CF976083-51F8-43B6-94D6-F6472C9A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543550" cy="5619750"/>
          </a:xfrm>
          <a:prstGeom xmlns:a="http://schemas.openxmlformats.org/drawingml/2006/main" prst="roundRect">
            <a:avLst>
              <a:gd name="adj" fmla="val 137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04e88270543cd"/>
          <a:stretch xmlns:a="http://schemas.openxmlformats.org/drawingml/2006/main"/>
        </p:blipFill>
        <p:spPr>
          <a:xfrm xmlns:a="http://schemas.openxmlformats.org/drawingml/2006/main">
            <a:off x="6438900" y="1631683"/>
            <a:ext cx="5048250" cy="3156485"/>
          </a:xfrm>
          <a:prstGeom xmlns:a="http://schemas.openxmlformats.org/drawingml/2006/main" prst="roundRect">
            <a:avLst>
              <a:gd name="adj" fmla="val 2281"/>
            </a:avLst>
          </a:prstGeom>
        </p:spPr>
      </p:pic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55440247-EC20-42B7-ABB5-542434C6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CONDITIONAL GO</a:t>
            </a:r>
          </a:p>
        </p:txBody>
      </p:sp>
    </p:spTree>
    <p:extLst>
      <p:ext uri="{BB962C8B-B14F-4D97-AF65-F5344CB8AC3E}">
        <p14:creationId xmlns:p14="http://schemas.microsoft.com/office/powerpoint/2010/main" val="1302101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4E691F33-6092-4279-A3E6-B5478F88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기능은 그대로, 읽기 계층은 더 분명해졌습니다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C9D4D5C-3285-4133-A13A-8DCAA5A4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F279BF4C-C64F-49BD-8CC3-CC12F60A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BEFORE</a:t>
            </a:r>
          </a:p>
        </p:txBody>
      </p:sp>
      <p:sp>
        <p:nvSpPr>
          <p:cNvPr id="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E4E0EF3C-AF36-4162-838B-B8041CB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620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AFTER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9177db408426f"/>
          <a:stretch xmlns:a="http://schemas.openxmlformats.org/drawingml/2006/main"/>
        </p:blipFill>
        <p:spPr>
          <a:xfrm xmlns:a="http://schemas.openxmlformats.org/drawingml/2006/main">
            <a:off x="457200" y="1582854"/>
            <a:ext cx="5143500" cy="3216041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79a64ff7a4ae0"/>
          <a:stretch xmlns:a="http://schemas.openxmlformats.org/drawingml/2006/main"/>
        </p:blipFill>
        <p:spPr>
          <a:xfrm xmlns:a="http://schemas.openxmlformats.org/drawingml/2006/main">
            <a:off x="6362700" y="1582854"/>
            <a:ext cx="5143500" cy="3216041"/>
          </a:xfrm>
          <a:prstGeom xmlns:a="http://schemas.openxmlformats.org/drawingml/2006/main" prst="roundRect">
            <a:avLst>
              <a:gd name="adj" fmla="val 3550"/>
            </a:avLst>
          </a:prstGeom>
        </p:spPr>
      </p:pic>
      <p:sp>
        <p:nvSpPr>
          <p:cNvPr id="7" name="before-copy">
            <a:extLst xmlns:a="http://schemas.openxmlformats.org/drawingml/2006/main">
              <a:ext uri="{FF2B5EF4-FFF2-40B4-BE49-F238E27FC236}">
                <a16:creationId xmlns:a16="http://schemas.microsoft.com/office/drawing/2014/main" id="{3E4A58A1-5B50-471F-967F-950C23C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좁은 행 간격 · 약한 상태 구분 · 모바일 겹침</a:t>
            </a:r>
          </a:p>
        </p:txBody>
      </p:sp>
      <p:sp>
        <p:nvSpPr>
          <p:cNvPr id="8" name="after-copy">
            <a:extLst xmlns:a="http://schemas.openxmlformats.org/drawingml/2006/main">
              <a:ext uri="{FF2B5EF4-FFF2-40B4-BE49-F238E27FC236}">
                <a16:creationId xmlns:a16="http://schemas.microsoft.com/office/drawing/2014/main" id="{1D933CC1-BF5D-4207-B0A2-1212A2C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673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62px 단일 행 · 제목·태그·댓글 수 한 줄 · 240px 탐색</a:t>
            </a:r>
          </a:p>
        </p:txBody>
      </p:sp>
    </p:spTree>
    <p:extLst>
      <p:ext uri="{BB962C8B-B14F-4D97-AF65-F5344CB8AC3E}">
        <p14:creationId xmlns:p14="http://schemas.microsoft.com/office/powerpoint/2010/main" val="130320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6894AE7C-5CD3-4602-8DC6-0DA9312B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진행 답변과 선택된 해결 답변을 간결하게 구분합니다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E1AEBC3-BAB2-4450-BE54-9547E453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state-0">
            <a:extLst xmlns:a="http://schemas.openxmlformats.org/drawingml/2006/main">
              <a:ext uri="{FF2B5EF4-FFF2-40B4-BE49-F238E27FC236}">
                <a16:creationId xmlns:a16="http://schemas.microsoft.com/office/drawing/2014/main" id="{4E7D9AFC-B356-44D4-852B-3740370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04950"/>
            <a:ext cx="1040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state-label-0">
            <a:extLst xmlns:a="http://schemas.openxmlformats.org/drawingml/2006/main">
              <a:ext uri="{FF2B5EF4-FFF2-40B4-BE49-F238E27FC236}">
                <a16:creationId xmlns:a16="http://schemas.microsoft.com/office/drawing/2014/main" id="{8611ACB7-AB69-4D66-A2D4-32486A9F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859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사용자 질문</a:t>
            </a:r>
          </a:p>
        </p:txBody>
      </p:sp>
      <p:sp>
        <p:nvSpPr>
          <p:cNvPr id="5" name="state-detail-0">
            <a:extLst xmlns:a="http://schemas.openxmlformats.org/drawingml/2006/main">
              <a:ext uri="{FF2B5EF4-FFF2-40B4-BE49-F238E27FC236}">
                <a16:creationId xmlns:a16="http://schemas.microsoft.com/office/drawing/2014/main" id="{251FDE4E-9182-46E2-AA34-2DB91573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049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증상과 첨부파일</a:t>
            </a:r>
          </a:p>
        </p:txBody>
      </p:sp>
      <p:sp>
        <p:nvSpPr>
          <p:cNvPr id="6" name="state-1">
            <a:extLst xmlns:a="http://schemas.openxmlformats.org/drawingml/2006/main">
              <a:ext uri="{FF2B5EF4-FFF2-40B4-BE49-F238E27FC236}">
                <a16:creationId xmlns:a16="http://schemas.microsoft.com/office/drawing/2014/main" id="{C2CA9BFD-DAF2-4AA8-8936-64BCAB2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040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8C5F2"/>
            </a:solidFill>
            <a:prstDash val="solid"/>
          </a:ln>
        </p:spPr>
      </p:sp>
      <p:sp>
        <p:nvSpPr>
          <p:cNvPr id="7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BF7E1CE0-6342-410A-9DE4-7E8F9A5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527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AI 기술지원</a:t>
            </a:r>
          </a:p>
        </p:txBody>
      </p:sp>
      <p:sp>
        <p:nvSpPr>
          <p:cNvPr id="8" name="state-detail-1">
            <a:extLst xmlns:a="http://schemas.openxmlformats.org/drawingml/2006/main">
              <a:ext uri="{FF2B5EF4-FFF2-40B4-BE49-F238E27FC236}">
                <a16:creationId xmlns:a16="http://schemas.microsoft.com/office/drawing/2014/main" id="{81C36728-84D0-4454-96B1-54E9609E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717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진행 중인 전문 엔지니어 답변</a:t>
            </a:r>
          </a:p>
        </p:txBody>
      </p:sp>
      <p:sp>
        <p:nvSpPr>
          <p:cNvPr id="9" name="state-2">
            <a:extLst xmlns:a="http://schemas.openxmlformats.org/drawingml/2006/main">
              <a:ext uri="{FF2B5EF4-FFF2-40B4-BE49-F238E27FC236}">
                <a16:creationId xmlns:a16="http://schemas.microsoft.com/office/drawing/2014/main" id="{5963426B-4971-46C0-92AC-A4642205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1040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E4B955"/>
            </a:solidFill>
            <a:prstDash val="solid"/>
          </a:ln>
        </p:spPr>
      </p:sp>
      <p:sp>
        <p:nvSpPr>
          <p:cNvPr id="10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94BF00C6-5489-4CFC-B61D-9B55FB0C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rPr>
              <a:t>추가 확인 필요</a:t>
            </a:r>
          </a:p>
        </p:txBody>
      </p:sp>
      <p:sp>
        <p:nvSpPr>
          <p:cNvPr id="11" name="state-detail-2">
            <a:extLst xmlns:a="http://schemas.openxmlformats.org/drawingml/2006/main">
              <a:ext uri="{FF2B5EF4-FFF2-40B4-BE49-F238E27FC236}">
                <a16:creationId xmlns:a16="http://schemas.microsoft.com/office/drawing/2014/main" id="{7225CE58-C3BE-41DF-B7DA-3C85F335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385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로그·화면·환경 정보 요청</a:t>
            </a:r>
          </a:p>
        </p:txBody>
      </p:sp>
      <p:sp>
        <p:nvSpPr>
          <p:cNvPr id="12" name="state-3">
            <a:extLst xmlns:a="http://schemas.openxmlformats.org/drawingml/2006/main">
              <a:ext uri="{FF2B5EF4-FFF2-40B4-BE49-F238E27FC236}">
                <a16:creationId xmlns:a16="http://schemas.microsoft.com/office/drawing/2014/main" id="{4E776035-6EA3-4633-80CD-27C24420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040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13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7C06D5E9-4A97-4783-8177-1D841DD5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63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해결된 답변</a:t>
            </a:r>
          </a:p>
        </p:txBody>
      </p:sp>
      <p:sp>
        <p:nvSpPr>
          <p:cNvPr id="14" name="state-detail-3">
            <a:extLst xmlns:a="http://schemas.openxmlformats.org/drawingml/2006/main">
              <a:ext uri="{FF2B5EF4-FFF2-40B4-BE49-F238E27FC236}">
                <a16:creationId xmlns:a16="http://schemas.microsoft.com/office/drawing/2014/main" id="{1F6C50AE-AF25-4EE3-A1B5-FFE4D17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05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작은 배지 · 녹색 강조선 · 중복 작성자 정보 제거</a:t>
            </a:r>
          </a:p>
        </p:txBody>
      </p:sp>
    </p:spTree>
    <p:extLst>
      <p:ext uri="{BB962C8B-B14F-4D97-AF65-F5344CB8AC3E}">
        <p14:creationId xmlns:p14="http://schemas.microsoft.com/office/powerpoint/2010/main" val="5660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4">
            <a:extLst xmlns:a="http://schemas.openxmlformats.org/drawingml/2006/main">
              <a:ext uri="{FF2B5EF4-FFF2-40B4-BE49-F238E27FC236}">
                <a16:creationId xmlns:a16="http://schemas.microsoft.com/office/drawing/2014/main" id="{6DFF9F94-464C-40BC-8C4B-D9C6BB33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본문 길이에 관계없이 버튼 간격을 하나로 맞췄습니다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0C4D56AD-2D82-4FF2-8342-0C22C430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773950d6644db"/>
          <a:stretch xmlns:a="http://schemas.openxmlformats.org/drawingml/2006/main"/>
        </p:blipFill>
        <p:spPr>
          <a:xfrm xmlns:a="http://schemas.openxmlformats.org/drawingml/2006/main">
            <a:off x="765250" y="1333500"/>
            <a:ext cx="1936600" cy="41910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de5b405cb46cf"/>
          <a:stretch xmlns:a="http://schemas.openxmlformats.org/drawingml/2006/main"/>
        </p:blipFill>
        <p:spPr>
          <a:xfrm xmlns:a="http://schemas.openxmlformats.org/drawingml/2006/main">
            <a:off x="4126584" y="1333500"/>
            <a:ext cx="6358183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action-caption">
            <a:extLst xmlns:a="http://schemas.openxmlformats.org/drawingml/2006/main">
              <a:ext uri="{FF2B5EF4-FFF2-40B4-BE49-F238E27FC236}">
                <a16:creationId xmlns:a16="http://schemas.microsoft.com/office/drawing/2014/main" id="{30336A73-88DF-4522-80F1-993E8353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카드-버튼 8px · 편차 0px</a:t>
            </a:r>
          </a:p>
        </p:txBody>
      </p:sp>
      <p:sp>
        <p:nvSpPr>
          <p:cNvPr id="6" name="dialog-result">
            <a:extLst xmlns:a="http://schemas.openxmlformats.org/drawingml/2006/main">
              <a:ext uri="{FF2B5EF4-FFF2-40B4-BE49-F238E27FC236}">
                <a16:creationId xmlns:a16="http://schemas.microsoft.com/office/drawing/2014/main" id="{5E804B92-D611-4E16-AA81-96FE25F4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53000"/>
            <a:ext cx="80200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dialog-result-main">
            <a:extLst xmlns:a="http://schemas.openxmlformats.org/drawingml/2006/main">
              <a:ext uri="{FF2B5EF4-FFF2-40B4-BE49-F238E27FC236}">
                <a16:creationId xmlns:a16="http://schemas.microsoft.com/office/drawing/2014/main" id="{622E5BB9-259B-4EF5-9231-D0A0E55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43500"/>
            <a:ext cx="7410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공통 Modal 규칙 · 부드러운 2px 포커스 · 직접 노출 영문 0건</a:t>
            </a:r>
          </a:p>
        </p:txBody>
      </p:sp>
      <p:sp>
        <p:nvSpPr>
          <p:cNvPr id="8" name="dialog-result-sub">
            <a:extLst xmlns:a="http://schemas.openxmlformats.org/drawingml/2006/main">
              <a:ext uri="{FF2B5EF4-FFF2-40B4-BE49-F238E27FC236}">
                <a16:creationId xmlns:a16="http://schemas.microsoft.com/office/drawing/2014/main" id="{D89B86C4-0F99-4D94-AEBD-7046F09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24500"/>
            <a:ext cx="7410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주 태그를 선택하세요 · 확인 · 태그 필수 조건 무시</a:t>
            </a:r>
          </a:p>
        </p:txBody>
      </p:sp>
    </p:spTree>
    <p:extLst>
      <p:ext uri="{BB962C8B-B14F-4D97-AF65-F5344CB8AC3E}">
        <p14:creationId xmlns:p14="http://schemas.microsoft.com/office/powerpoint/2010/main" val="1621135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5">
            <a:extLst xmlns:a="http://schemas.openxmlformats.org/drawingml/2006/main">
              <a:ext uri="{FF2B5EF4-FFF2-40B4-BE49-F238E27FC236}">
                <a16:creationId xmlns:a16="http://schemas.microsoft.com/office/drawing/2014/main" id="{48F7F697-A79F-47B5-AE93-14A5306D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활성화와 롤백에도 콘텐츠는 그대로였습니다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4E527D26-0A6C-4C9B-B810-D685839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arrow-0">
            <a:extLst xmlns:a="http://schemas.openxmlformats.org/drawingml/2006/main">
              <a:ext uri="{FF2B5EF4-FFF2-40B4-BE49-F238E27FC236}">
                <a16:creationId xmlns:a16="http://schemas.microsoft.com/office/drawing/2014/main" id="{EC26496B-E329-428F-99E8-C7D19D8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98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phase-0">
            <a:extLst xmlns:a="http://schemas.openxmlformats.org/drawingml/2006/main">
              <a:ext uri="{FF2B5EF4-FFF2-40B4-BE49-F238E27FC236}">
                <a16:creationId xmlns:a16="http://schemas.microsoft.com/office/drawing/2014/main" id="{AA6AD0D9-FC38-459E-9749-629440DA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171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5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9EAAFB8B-6F22-4467-8DD9-063F8332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기준선</a:t>
            </a:r>
          </a:p>
          <a:p xmlns:a="http://schemas.openxmlformats.org/drawingml/2006/main">
            <a:pPr algn="ctr">
              <a:def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Disabled</a:t>
            </a:r>
          </a:p>
        </p:txBody>
      </p:sp>
      <p:sp>
        <p:nvSpPr>
          <p:cNvPr id="6" name="phase-http-0">
            <a:extLst xmlns:a="http://schemas.openxmlformats.org/drawingml/2006/main">
              <a:ext uri="{FF2B5EF4-FFF2-40B4-BE49-F238E27FC236}">
                <a16:creationId xmlns:a16="http://schemas.microsoft.com/office/drawing/2014/main" id="{D9952694-8907-4F45-BE36-7465AC63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7" name="arrow-1">
            <a:extLst xmlns:a="http://schemas.openxmlformats.org/drawingml/2006/main">
              <a:ext uri="{FF2B5EF4-FFF2-40B4-BE49-F238E27FC236}">
                <a16:creationId xmlns:a16="http://schemas.microsoft.com/office/drawing/2014/main" id="{C4E39895-FE74-456B-A41B-FAC3A727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098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phase-1">
            <a:extLst xmlns:a="http://schemas.openxmlformats.org/drawingml/2006/main">
              <a:ext uri="{FF2B5EF4-FFF2-40B4-BE49-F238E27FC236}">
                <a16:creationId xmlns:a16="http://schemas.microsoft.com/office/drawing/2014/main" id="{373E729E-666D-41A5-947A-82286B13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47900"/>
            <a:ext cx="2171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745C082C-C0C7-4F7D-8370-6BA73333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52700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활성화</a:t>
            </a:r>
          </a:p>
          <a:p xmlns:a="http://schemas.openxmlformats.org/drawingml/2006/main">
            <a:pPr algn="ctr">
              <a:def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Enabled</a:t>
            </a:r>
          </a:p>
        </p:txBody>
      </p:sp>
      <p:sp>
        <p:nvSpPr>
          <p:cNvPr id="10" name="phase-http-1">
            <a:extLst xmlns:a="http://schemas.openxmlformats.org/drawingml/2006/main">
              <a:ext uri="{FF2B5EF4-FFF2-40B4-BE49-F238E27FC236}">
                <a16:creationId xmlns:a16="http://schemas.microsoft.com/office/drawing/2014/main" id="{3219249F-4ED9-4858-85B1-FF398D9B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33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11" name="arrow-2">
            <a:extLst xmlns:a="http://schemas.openxmlformats.org/drawingml/2006/main">
              <a:ext uri="{FF2B5EF4-FFF2-40B4-BE49-F238E27FC236}">
                <a16:creationId xmlns:a16="http://schemas.microsoft.com/office/drawing/2014/main" id="{646EBE54-26BD-4D19-8420-87C714FA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9875"/>
            <a:ext cx="55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phase-2">
            <a:extLst xmlns:a="http://schemas.openxmlformats.org/drawingml/2006/main">
              <a:ext uri="{FF2B5EF4-FFF2-40B4-BE49-F238E27FC236}">
                <a16:creationId xmlns:a16="http://schemas.microsoft.com/office/drawing/2014/main" id="{9E8FAF97-DBEE-449F-AA78-F1875933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171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27FD62BE-B6F0-4D10-B342-6EC748C6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롤백</a:t>
            </a:r>
          </a:p>
          <a:p xmlns:a="http://schemas.openxmlformats.org/drawingml/2006/main">
            <a:pPr algn="ctr">
              <a:def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Disabled</a:t>
            </a:r>
          </a:p>
        </p:txBody>
      </p:sp>
      <p:sp>
        <p:nvSpPr>
          <p:cNvPr id="14" name="phase-http-2">
            <a:extLst xmlns:a="http://schemas.openxmlformats.org/drawingml/2006/main">
              <a:ext uri="{FF2B5EF4-FFF2-40B4-BE49-F238E27FC236}">
                <a16:creationId xmlns:a16="http://schemas.microsoft.com/office/drawing/2014/main" id="{AC6DF358-246A-48EE-9451-7B8A4377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15" name="phase-3">
            <a:extLst xmlns:a="http://schemas.openxmlformats.org/drawingml/2006/main">
              <a:ext uri="{FF2B5EF4-FFF2-40B4-BE49-F238E27FC236}">
                <a16:creationId xmlns:a16="http://schemas.microsoft.com/office/drawing/2014/main" id="{D3D0E64C-2846-4666-96D9-3B5C015F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47900"/>
            <a:ext cx="21717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16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6B9B20BC-189D-4D8C-A8B9-6FC3531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1790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최종</a:t>
            </a:r>
          </a:p>
          <a:p xmlns:a="http://schemas.openxmlformats.org/drawingml/2006/main">
            <a:pPr algn="ctr">
              <a:def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Enabled</a:t>
            </a:r>
          </a:p>
        </p:txBody>
      </p:sp>
      <p:sp>
        <p:nvSpPr>
          <p:cNvPr id="17" name="phase-http-3">
            <a:extLst xmlns:a="http://schemas.openxmlformats.org/drawingml/2006/main">
              <a:ext uri="{FF2B5EF4-FFF2-40B4-BE49-F238E27FC236}">
                <a16:creationId xmlns:a16="http://schemas.microsoft.com/office/drawing/2014/main" id="{7392F7B4-E294-4110-AA80-F329B078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33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HTTP 200</a:t>
            </a:r>
          </a:p>
        </p:txBody>
      </p:sp>
      <p:sp>
        <p:nvSpPr>
          <p:cNvPr id="18" name="integrity-count">
            <a:extLst xmlns:a="http://schemas.openxmlformats.org/drawingml/2006/main">
              <a:ext uri="{FF2B5EF4-FFF2-40B4-BE49-F238E27FC236}">
                <a16:creationId xmlns:a16="http://schemas.microsoft.com/office/drawing/2014/main" id="{5EE17571-DA01-4AF6-BC41-05750E1E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39 users · 117 discussions · 305 posts</a:t>
            </a:r>
          </a:p>
        </p:txBody>
      </p:sp>
      <p:sp>
        <p:nvSpPr>
          <p:cNvPr id="19" name="integrity-hash">
            <a:extLst xmlns:a="http://schemas.openxmlformats.org/drawingml/2006/main">
              <a:ext uri="{FF2B5EF4-FFF2-40B4-BE49-F238E27FC236}">
                <a16:creationId xmlns:a16="http://schemas.microsoft.com/office/drawing/2014/main" id="{50DFC8A0-8BC3-476A-90A1-3562E5E4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콘텐츠 SHA-256 동일 · 첨부 SHA-256 동일 · 정적 계약 8/8</a:t>
            </a:r>
          </a:p>
        </p:txBody>
      </p:sp>
    </p:spTree>
    <p:extLst>
      <p:ext uri="{BB962C8B-B14F-4D97-AF65-F5344CB8AC3E}">
        <p14:creationId xmlns:p14="http://schemas.microsoft.com/office/powerpoint/2010/main" val="125908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60A90985-E927-49E8-9269-CB7D931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Flarum Core를 건드리지 않아 롤백은 확장 하나로 끝납니다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AF53184C-5AAB-4E1A-B3C2-F99FFD5A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E1AFF46-1BE9-4803-ABF1-3521D77B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0BF67D34-9ECA-41D7-894E-319E1CE5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5" name="flarum-core">
            <a:extLst xmlns:a="http://schemas.openxmlformats.org/drawingml/2006/main">
              <a:ext uri="{FF2B5EF4-FFF2-40B4-BE49-F238E27FC236}">
                <a16:creationId xmlns:a16="http://schemas.microsoft.com/office/drawing/2014/main" id="{5545B7A1-5A0E-480A-8730-AA358C21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6" name="theme-extension">
            <a:extLst xmlns:a="http://schemas.openxmlformats.org/drawingml/2006/main">
              <a:ext uri="{FF2B5EF4-FFF2-40B4-BE49-F238E27FC236}">
                <a16:creationId xmlns:a16="http://schemas.microsoft.com/office/drawing/2014/main" id="{C37B8D77-FD23-4B55-8A0A-213D1949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76450"/>
            <a:ext cx="2971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7" name="community-ui">
            <a:extLst xmlns:a="http://schemas.openxmlformats.org/drawingml/2006/main">
              <a:ext uri="{FF2B5EF4-FFF2-40B4-BE49-F238E27FC236}">
                <a16:creationId xmlns:a16="http://schemas.microsoft.com/office/drawing/2014/main" id="{064B7CE1-9CE8-4BF3-9528-3AC89976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8" name="flarum-core-title">
            <a:extLst xmlns:a="http://schemas.openxmlformats.org/drawingml/2006/main">
              <a:ext uri="{FF2B5EF4-FFF2-40B4-BE49-F238E27FC236}">
                <a16:creationId xmlns:a16="http://schemas.microsoft.com/office/drawing/2014/main" id="{83D799F2-ADEA-4897-B423-06235AC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Flarum 1.8.18</a:t>
            </a:r>
          </a:p>
        </p:txBody>
      </p:sp>
      <p:sp>
        <p:nvSpPr>
          <p:cNvPr id="9" name="flarum-core-copy">
            <a:extLst xmlns:a="http://schemas.openxmlformats.org/drawingml/2006/main">
              <a:ext uri="{FF2B5EF4-FFF2-40B4-BE49-F238E27FC236}">
                <a16:creationId xmlns:a16="http://schemas.microsoft.com/office/drawing/2014/main" id="{8C76BEB7-1C90-410F-94B1-C518E2F5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라우팅 · 권한 · 검색 · 작성</a:t>
            </a:r>
          </a:p>
        </p:txBody>
      </p:sp>
      <p:sp>
        <p:nvSpPr>
          <p:cNvPr id="10" name="theme-title">
            <a:extLst xmlns:a="http://schemas.openxmlformats.org/drawingml/2006/main">
              <a:ext uri="{FF2B5EF4-FFF2-40B4-BE49-F238E27FC236}">
                <a16:creationId xmlns:a16="http://schemas.microsoft.com/office/drawing/2014/main" id="{CC2B24DF-4893-4894-8224-83E4812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ABLESTACK</a:t>
            </a:r>
          </a:p>
          <a:p xmlns:a="http://schemas.openxmlformats.org/drawingml/2006/main">
            <a:pPr algn="ctr">
              <a:defRPr sz="21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Theme</a:t>
            </a:r>
          </a:p>
        </p:txBody>
      </p:sp>
      <p:sp>
        <p:nvSpPr>
          <p:cNvPr id="11" name="theme-copy">
            <a:extLst xmlns:a="http://schemas.openxmlformats.org/drawingml/2006/main">
              <a:ext uri="{FF2B5EF4-FFF2-40B4-BE49-F238E27FC236}">
                <a16:creationId xmlns:a16="http://schemas.microsoft.com/office/drawing/2014/main" id="{BC5FDA8E-6FF9-42E8-87F3-6B63575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57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LESS · 한글 Cache · 상태 표시</a:t>
            </a:r>
          </a:p>
        </p:txBody>
      </p:sp>
      <p:sp>
        <p:nvSpPr>
          <p:cNvPr id="12" name="ui-title">
            <a:extLst xmlns:a="http://schemas.openxmlformats.org/drawingml/2006/main">
              <a:ext uri="{FF2B5EF4-FFF2-40B4-BE49-F238E27FC236}">
                <a16:creationId xmlns:a16="http://schemas.microsoft.com/office/drawing/2014/main" id="{32FF16C4-F187-467F-84CE-814A63FA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Community UI</a:t>
            </a:r>
          </a:p>
        </p:txBody>
      </p:sp>
      <p:sp>
        <p:nvSpPr>
          <p:cNvPr id="13" name="ui-copy">
            <a:extLst xmlns:a="http://schemas.openxmlformats.org/drawingml/2006/main">
              <a:ext uri="{FF2B5EF4-FFF2-40B4-BE49-F238E27FC236}">
                <a16:creationId xmlns:a16="http://schemas.microsoft.com/office/drawing/2014/main" id="{1026BF07-AB27-4E3C-896C-129AAC53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Desktop · Mobile · Accessibility</a:t>
            </a:r>
          </a:p>
        </p:txBody>
      </p:sp>
      <p:sp>
        <p:nvSpPr>
          <p:cNvPr id="14" name="rollback-strip">
            <a:extLst xmlns:a="http://schemas.openxmlformats.org/drawingml/2006/main">
              <a:ext uri="{FF2B5EF4-FFF2-40B4-BE49-F238E27FC236}">
                <a16:creationId xmlns:a16="http://schemas.microsoft.com/office/drawing/2014/main" id="{F3CAD643-596B-443D-AE7E-F1E1FCE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7429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E4B955"/>
            </a:solidFill>
            <a:prstDash val="solid"/>
          </a:ln>
        </p:spPr>
      </p:sp>
      <p:sp>
        <p:nvSpPr>
          <p:cNvPr id="15" name="rollback-copy">
            <a:extLst xmlns:a="http://schemas.openxmlformats.org/drawingml/2006/main">
              <a:ext uri="{FF2B5EF4-FFF2-40B4-BE49-F238E27FC236}">
                <a16:creationId xmlns:a16="http://schemas.microsoft.com/office/drawing/2014/main" id="{5375730A-252B-458D-9FB8-0C6F283B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91100"/>
            <a:ext cx="681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rPr>
              <a:t>장애 시 extension:disable → 기본 Flarum UI 복귀</a:t>
            </a:r>
          </a:p>
        </p:txBody>
      </p:sp>
    </p:spTree>
    <p:extLst>
      <p:ext uri="{BB962C8B-B14F-4D97-AF65-F5344CB8AC3E}">
        <p14:creationId xmlns:p14="http://schemas.microsoft.com/office/powerpoint/2010/main" val="902393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C34BF6FC-107E-47AE-A1D9-34F8DA8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ISSUE #73 · IMPLEMENTATION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702A505-CF55-4E2B-997D-AD97669D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적용만</a:t>
            </a:r>
          </a:p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승인하면 됩니다</a:t>
            </a:r>
          </a:p>
        </p:txBody>
      </p:sp>
      <p:sp>
        <p:nvSpPr>
          <p:cNvPr id="3" name="close-detail">
            <a:extLst xmlns:a="http://schemas.openxmlformats.org/drawingml/2006/main">
              <a:ext uri="{FF2B5EF4-FFF2-40B4-BE49-F238E27FC236}">
                <a16:creationId xmlns:a16="http://schemas.microsoft.com/office/drawing/2014/main" id="{9201F0BC-9321-4618-9717-2C359901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19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WSL 전체 주기 PASS · 한글 원문 키·태그창 직접 영문 0건</a:t>
            </a:r>
          </a:p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Core·Vendor·DB·운영 Community 변경 없음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B69D7650-8F72-440A-A35D-F375736F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lose-go">
            <a:extLst xmlns:a="http://schemas.openxmlformats.org/drawingml/2006/main">
              <a:ext uri="{FF2B5EF4-FFF2-40B4-BE49-F238E27FC236}">
                <a16:creationId xmlns:a16="http://schemas.microsoft.com/office/drawing/2014/main" id="{D22D7C7A-3B4D-4B7F-8D88-8BDE2729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lose-condition">
            <a:extLst xmlns:a="http://schemas.openxmlformats.org/drawingml/2006/main">
              <a:ext uri="{FF2B5EF4-FFF2-40B4-BE49-F238E27FC236}">
                <a16:creationId xmlns:a16="http://schemas.microsoft.com/office/drawing/2014/main" id="{A9DB6BD3-70D3-4FF4-87A5-0B977B39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반영 승인 대기</a:t>
            </a:r>
          </a:p>
        </p:txBody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5B9A3FB3-E1F1-4632-A39D-408F7F26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다음: 백업 → 테마 적용 → Desktop/Mobile Smoke → 해시 비교</a:t>
            </a:r>
          </a:p>
        </p:txBody>
      </p:sp>
    </p:spTree>
    <p:extLst>
      <p:ext uri="{BB962C8B-B14F-4D97-AF65-F5344CB8AC3E}">
        <p14:creationId xmlns:p14="http://schemas.microsoft.com/office/powerpoint/2010/main" val="522318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2026-08-19T04:35:04.2940000Z</dcterms:created>
  <dcterms:modified xsi:type="dcterms:W3CDTF">2026-08-19T04:35:04.2940000Z</dcterms:modified>
</coreProperties>
</file>