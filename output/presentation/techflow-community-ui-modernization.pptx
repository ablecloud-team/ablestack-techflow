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502b79dfb44bed" /><Relationship Type="http://schemas.openxmlformats.org/officeDocument/2006/relationships/extended-properties" Target="/docProps/app.xml" Id="R1c306842f2494be9" /><Relationship Type="http://schemas.openxmlformats.org/officeDocument/2006/relationships/officeDocument" Target="/ppt/presentation.xml" Id="R7b38d98d776f4b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284510fb2c4e6a"/>
  </p:sldMasterIdLst>
  <p:notesMasterIdLst>
    <p:notesMasterId xmlns:r="http://schemas.openxmlformats.org/officeDocument/2006/relationships" r:id="Rb97b412fbf5d49f6"/>
  </p:notesMasterIdLst>
  <p:sldIdLst>
    <p:sldId xmlns:r="http://schemas.openxmlformats.org/officeDocument/2006/relationships" id="256" r:id="R1a967ddc46a14adc"/>
    <p:sldId xmlns:r="http://schemas.openxmlformats.org/officeDocument/2006/relationships" id="257" r:id="R5f15f6ccac1345ea"/>
    <p:sldId xmlns:r="http://schemas.openxmlformats.org/officeDocument/2006/relationships" id="258" r:id="R1fea2b4f0b2443e7"/>
    <p:sldId xmlns:r="http://schemas.openxmlformats.org/officeDocument/2006/relationships" id="259" r:id="Rf92d09e73e1e4986"/>
    <p:sldId xmlns:r="http://schemas.openxmlformats.org/officeDocument/2006/relationships" id="260" r:id="R5ea16cb5e6c24b3f"/>
    <p:sldId xmlns:r="http://schemas.openxmlformats.org/officeDocument/2006/relationships" id="261" r:id="R4208fce0a3b949c2"/>
    <p:sldId xmlns:r="http://schemas.openxmlformats.org/officeDocument/2006/relationships" id="262" r:id="R098e1a5ba4474b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0e5e120118493d" /><Relationship Type="http://schemas.openxmlformats.org/officeDocument/2006/relationships/slideMaster" Target="/ppt/slideMasters/slideMaster1.xml" Id="R83284510fb2c4e6a" /><Relationship Type="http://schemas.openxmlformats.org/officeDocument/2006/relationships/notesMaster" Target="/ppt/notesMasters/notesMaster1.xml" Id="Rb97b412fbf5d49f6" /><Relationship Type="http://schemas.openxmlformats.org/officeDocument/2006/relationships/presProps" Target="/ppt/presProps.xml" Id="Rdcd6aa95fbf74a6d" /><Relationship Type="http://schemas.openxmlformats.org/officeDocument/2006/relationships/tableStyles" Target="/ppt/tableStyles.xml" Id="R66b1b06efef14291" /><Relationship Type="http://schemas.openxmlformats.org/officeDocument/2006/relationships/slide" Target="/ppt/slides/slide1.xml" Id="R1a967ddc46a14adc" /><Relationship Type="http://schemas.openxmlformats.org/officeDocument/2006/relationships/slide" Target="/ppt/slides/slide2.xml" Id="R5f15f6ccac1345ea" /><Relationship Type="http://schemas.openxmlformats.org/officeDocument/2006/relationships/slide" Target="/ppt/slides/slide3.xml" Id="R1fea2b4f0b2443e7" /><Relationship Type="http://schemas.openxmlformats.org/officeDocument/2006/relationships/slide" Target="/ppt/slides/slide4.xml" Id="Rf92d09e73e1e4986" /><Relationship Type="http://schemas.openxmlformats.org/officeDocument/2006/relationships/slide" Target="/ppt/slides/slide5.xml" Id="R5ea16cb5e6c24b3f" /><Relationship Type="http://schemas.openxmlformats.org/officeDocument/2006/relationships/slide" Target="/ppt/slides/slide6.xml" Id="R4208fce0a3b949c2" /><Relationship Type="http://schemas.openxmlformats.org/officeDocument/2006/relationships/slide" Target="/ppt/slides/slide7.xml" Id="R098e1a5ba4474b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9fd1e49a6541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27056068434add" /><Relationship Type="http://schemas.openxmlformats.org/officeDocument/2006/relationships/notesMaster" Target="/ppt/notesMasters/notesMaster1.xml" Id="R8c6237e89f8541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eba590e1b14e0a" /><Relationship Type="http://schemas.openxmlformats.org/officeDocument/2006/relationships/notesMaster" Target="/ppt/notesMasters/notesMaster1.xml" Id="R1e4dff014f264c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03596fcaa1493a" /><Relationship Type="http://schemas.openxmlformats.org/officeDocument/2006/relationships/notesMaster" Target="/ppt/notesMasters/notesMaster1.xml" Id="Rc6334bfdbe9f44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533a8fc56444bf" /><Relationship Type="http://schemas.openxmlformats.org/officeDocument/2006/relationships/notesMaster" Target="/ppt/notesMasters/notesMaster1.xml" Id="R47eb31274afb42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dd146e9ea94217" /><Relationship Type="http://schemas.openxmlformats.org/officeDocument/2006/relationships/notesMaster" Target="/ppt/notesMasters/notesMaster1.xml" Id="R059f5b1bbeda40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4f066c348f49fd" /><Relationship Type="http://schemas.openxmlformats.org/officeDocument/2006/relationships/notesMaster" Target="/ppt/notesMasters/notesMaster1.xml" Id="R2fd5f4dd09c344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bdfa115878481b" /><Relationship Type="http://schemas.openxmlformats.org/officeDocument/2006/relationships/notesMaster" Target="/ppt/notesMasters/notesMaster1.xml" Id="Rf611bb9f6c914b4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28c67cc07444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250f0028ac44a9" /><Relationship Type="http://schemas.openxmlformats.org/officeDocument/2006/relationships/slideLayout" Target="/ppt/slideLayouts/slideLayout1.xml" Id="R8345dfe464324a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45dfe464324a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0636252d544ed5" /><Relationship Type="http://schemas.openxmlformats.org/officeDocument/2006/relationships/image" Target="/ppt/media/image.png" Id="R351cc1dffecc43f0" /><Relationship Type="http://schemas.openxmlformats.org/officeDocument/2006/relationships/notesSlide" Target="/ppt/notesSlides/notesSlide1.xml" Id="R333992f5d4224b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7e91ae5934f6b" /><Relationship Type="http://schemas.openxmlformats.org/officeDocument/2006/relationships/image" Target="/ppt/media/image.jpeg" Id="R4dd8a080a26a482b" /><Relationship Type="http://schemas.openxmlformats.org/officeDocument/2006/relationships/image" Target="/ppt/media/image2.png" Id="R527004dc2efe499a" /><Relationship Type="http://schemas.openxmlformats.org/officeDocument/2006/relationships/notesSlide" Target="/ppt/notesSlides/notesSlide2.xml" Id="R1f355d5a55004d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3e947e56846cf" /><Relationship Type="http://schemas.openxmlformats.org/officeDocument/2006/relationships/notesSlide" Target="/ppt/notesSlides/notesSlide3.xml" Id="R3b42e0bb63cb40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3561342734d64" /><Relationship Type="http://schemas.openxmlformats.org/officeDocument/2006/relationships/image" Target="/ppt/media/image3.png" Id="R7ba50e144fe844e4" /><Relationship Type="http://schemas.openxmlformats.org/officeDocument/2006/relationships/notesSlide" Target="/ppt/notesSlides/notesSlide4.xml" Id="R5093cb2888d34d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caddf6b2449a4" /><Relationship Type="http://schemas.openxmlformats.org/officeDocument/2006/relationships/notesSlide" Target="/ppt/notesSlides/notesSlide5.xml" Id="Rb930ef472f9447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86ab84a9d4c66" /><Relationship Type="http://schemas.openxmlformats.org/officeDocument/2006/relationships/notesSlide" Target="/ppt/notesSlides/notesSlide6.xml" Id="R0562599cd73f49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9ad81e5cb4eaa" /><Relationship Type="http://schemas.openxmlformats.org/officeDocument/2006/relationships/notesSlide" Target="/ppt/notesSlides/notesSlide7.xml" Id="R0dd375c5d85548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B30C517E-02CD-47F7-B7FB-6A4A9F2C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B7F3300-C30F-436E-B722-FD76091A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76B1FC0-5714-41D6-A0C6-4DD00F3A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3E47E418-CE4E-41DB-9ECD-70662FC6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cc1dffecc43f0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F3ABF863-A594-457D-BC55-BDC23A83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3563510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8F834E69-3D26-4FA4-8F92-4AB62DE0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90A132A9-F840-4709-BDCF-9ECF3DC2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2BCD3387-73D4-427D-840E-DF406D47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3FF48F15-66D2-4E02-A402-EF3E08D9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8a080a26a482b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004dc2efe499a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A7452FD0-121D-49B0-9629-0C16A27F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5043334E-AB41-4998-8A95-1D591726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128px Hero · 28px 타이틀 · 240px 탐색 · 버튼 넘침 0px</a:t>
            </a:r>
          </a:p>
        </p:txBody>
      </p:sp>
    </p:spTree>
    <p:extLst>
      <p:ext uri="{BB962C8B-B14F-4D97-AF65-F5344CB8AC3E}">
        <p14:creationId xmlns:p14="http://schemas.microsoft.com/office/powerpoint/2010/main" val="16277512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E35B2A2A-517B-4272-898B-2A046A2D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AI 진행 답변과 최종 해결 가이드를 한눈에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9C0A3593-1AB6-4176-8118-FA382F61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44EE3C0F-D19C-422D-986E-5E4D6B70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60A20C07-2808-4EEE-BF38-9A1A396E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19DF42A7-5B22-4B82-8B34-F234AC85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FF9B2690-7305-480C-B838-F4836305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6A80EF6D-692F-4F25-A4C1-A69DF4E1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7A79B4B4-D4CB-4170-86F4-7FCA9549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F1B6E346-1686-4F1E-B6BE-3A82E05A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8F24D563-2FA6-4055-95AA-94BD01ED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7AEB40EC-3DA0-4A0D-8C01-C384A1AC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71E76F99-9DD9-4DED-8A6E-BFF2AC43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C69927BF-29FE-4BFB-A307-D50F58E7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최종 해결 가이드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EC212F34-1579-49F5-9C60-4D38A2E0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질문자가 선택한 Knowledge Base</a:t>
            </a:r>
          </a:p>
        </p:txBody>
      </p:sp>
    </p:spTree>
    <p:extLst>
      <p:ext uri="{BB962C8B-B14F-4D97-AF65-F5344CB8AC3E}">
        <p14:creationId xmlns:p14="http://schemas.microsoft.com/office/powerpoint/2010/main" val="15697146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364DDEE9-32AA-424D-8E5E-D1EDCA90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390px 모바일과 한글 화면을 검증했습니다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0BA99E0B-A0F3-49AB-88F1-2426C3CE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50e144fe844e4"/>
          <a:stretch xmlns:a="http://schemas.openxmlformats.org/drawingml/2006/main"/>
        </p:blipFill>
        <p:spPr>
          <a:xfrm xmlns:a="http://schemas.openxmlformats.org/drawingml/2006/main">
            <a:off x="1151171" y="1295400"/>
            <a:ext cx="2288709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1ED04589-AECA-4ECD-B785-ABD2B20E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2줄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1D6DDF5C-E0C5-4B88-8A67-8695AE7E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토의 제목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B6748176-C57F-44B7-B51A-5DB5301C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44px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1DCD3B08-338E-4060-B5E9-2367297C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주요 조작 영역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351D7747-9A75-4B88-A194-12002F37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195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0건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413C1D88-C228-4ABE-99E5-D6470B7D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원문 core.* 키 노출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0A5760AE-27F5-499A-B46B-014DB29D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391150"/>
            <a:ext cx="581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검색 · 로그인 · 홈 · 목록 실제 브라우저 Smoke 통과</a:t>
            </a:r>
          </a:p>
        </p:txBody>
      </p:sp>
    </p:spTree>
    <p:extLst>
      <p:ext uri="{BB962C8B-B14F-4D97-AF65-F5344CB8AC3E}">
        <p14:creationId xmlns:p14="http://schemas.microsoft.com/office/powerpoint/2010/main" val="20695778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7C7115AC-2500-477F-A76B-032C779E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867E932A-D99E-41C3-859A-F7D8243D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02DA7620-22D1-468B-B978-439EECC6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65C31113-1990-4E1B-AFAC-6F435612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DED1DD9-7A5C-4E9F-A14C-5AD7AC93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FEF4294B-0EBC-4C49-897E-08644B1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B3791DE9-44AD-4BA6-8BA0-ACFE8CED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0F9CF05A-D6DB-4883-9FB6-38C24BB3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DE3571C8-CC88-42CE-B623-82880703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6AE13730-A351-4D2C-A953-A1AD3C87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A942B671-4EFD-40FC-8628-3D18C3E7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2C5380C8-08C7-4A62-81E9-10DAAEC9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44F93C3B-1630-48A0-87A0-E34BF208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1EABD644-F355-4E63-A3C0-4C40E9EE5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88C13E14-ECA3-4A8D-AEB1-12A8A2B9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C2394D85-BDC6-4D3E-9F38-5E0B65E1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884B2FE5-FB57-4421-9A7A-E476FC16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E32C6351-882A-4A72-9227-5974C798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4A91C376-C0C0-4F29-A738-E4846798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17780988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936FB80E-5395-4A55-AD96-BEDB34A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3F45BDCE-34E9-4077-B6E9-879863229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EB86C32F-C4FD-45E8-9497-343C1812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6F22E331-7339-4254-919A-CCAE04D6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DA23153E-79AE-48B3-A25B-D56C8D30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FDE91976-7457-4CFE-B630-516C6F2F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99C8A671-21F5-4CCE-984F-FFDA4482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AEFC3C39-A8D6-49E8-A2CD-DCB6196F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921626C5-662F-4967-BEC0-07F29A8DC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C39A71F0-144B-4F5B-90E3-26EF4A4C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50BC9FF5-CF2D-4B73-8AF0-12FC42B1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283B322A-01FC-48D8-8FCE-05C60105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739BED58-F52D-47EA-90CA-37B12211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62AD6541-9226-48D0-9347-826D4FFF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46F68522-A016-4317-82DD-1A7C7A60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4923732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D1BDAAFA-749F-4F68-B0B3-D02CB6F0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79087787-4218-4B4D-9D5E-876C14FB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E2399564-ACA1-440B-8B67-6DA3C260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B0D82F77-79CC-42A8-B90C-B3D5283F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4C24718F-5617-4A4E-A7C3-4A672406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E0ED3DBD-A662-414D-BC4C-72CD92E8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260A11F1-9615-4262-91E0-CDC2F64E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11537219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2026-08-18T07:36:56.8100000Z</dcterms:created>
  <dcterms:modified xsi:type="dcterms:W3CDTF">2026-08-18T07:36:56.8100000Z</dcterms:modified>
</coreProperties>
</file>