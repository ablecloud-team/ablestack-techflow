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855498d99d4653" /><Relationship Type="http://schemas.openxmlformats.org/officeDocument/2006/relationships/extended-properties" Target="/docProps/app.xml" Id="Rceb1d9c9fb9e4855" /><Relationship Type="http://schemas.openxmlformats.org/officeDocument/2006/relationships/officeDocument" Target="/ppt/presentation.xml" Id="Rb0546965631348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23ed2c59ab4a48"/>
  </p:sldMasterIdLst>
  <p:notesMasterIdLst>
    <p:notesMasterId xmlns:r="http://schemas.openxmlformats.org/officeDocument/2006/relationships" r:id="R2ac1b75db5b54a3f"/>
  </p:notesMasterIdLst>
  <p:sldIdLst>
    <p:sldId xmlns:r="http://schemas.openxmlformats.org/officeDocument/2006/relationships" id="256" r:id="R29902aa5288b4f46"/>
    <p:sldId xmlns:r="http://schemas.openxmlformats.org/officeDocument/2006/relationships" id="257" r:id="R82200808d0ba46cd"/>
    <p:sldId xmlns:r="http://schemas.openxmlformats.org/officeDocument/2006/relationships" id="258" r:id="R9459cd57773545b4"/>
    <p:sldId xmlns:r="http://schemas.openxmlformats.org/officeDocument/2006/relationships" id="259" r:id="R58daa52f907e4816"/>
    <p:sldId xmlns:r="http://schemas.openxmlformats.org/officeDocument/2006/relationships" id="260" r:id="R0498629cca9f484b"/>
    <p:sldId xmlns:r="http://schemas.openxmlformats.org/officeDocument/2006/relationships" id="261" r:id="Rfbb6947407f24e94"/>
    <p:sldId xmlns:r="http://schemas.openxmlformats.org/officeDocument/2006/relationships" id="262" r:id="R868b946573cd4b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a9bdc2473243cd" /><Relationship Type="http://schemas.openxmlformats.org/officeDocument/2006/relationships/slideMaster" Target="/ppt/slideMasters/slideMaster1.xml" Id="R4323ed2c59ab4a48" /><Relationship Type="http://schemas.openxmlformats.org/officeDocument/2006/relationships/notesMaster" Target="/ppt/notesMasters/notesMaster1.xml" Id="R2ac1b75db5b54a3f" /><Relationship Type="http://schemas.openxmlformats.org/officeDocument/2006/relationships/presProps" Target="/ppt/presProps.xml" Id="Ra97f0051327d4d23" /><Relationship Type="http://schemas.openxmlformats.org/officeDocument/2006/relationships/tableStyles" Target="/ppt/tableStyles.xml" Id="R97a01783feac46c8" /><Relationship Type="http://schemas.openxmlformats.org/officeDocument/2006/relationships/slide" Target="/ppt/slides/slide1.xml" Id="R29902aa5288b4f46" /><Relationship Type="http://schemas.openxmlformats.org/officeDocument/2006/relationships/slide" Target="/ppt/slides/slide2.xml" Id="R82200808d0ba46cd" /><Relationship Type="http://schemas.openxmlformats.org/officeDocument/2006/relationships/slide" Target="/ppt/slides/slide3.xml" Id="R9459cd57773545b4" /><Relationship Type="http://schemas.openxmlformats.org/officeDocument/2006/relationships/slide" Target="/ppt/slides/slide4.xml" Id="R58daa52f907e4816" /><Relationship Type="http://schemas.openxmlformats.org/officeDocument/2006/relationships/slide" Target="/ppt/slides/slide5.xml" Id="R0498629cca9f484b" /><Relationship Type="http://schemas.openxmlformats.org/officeDocument/2006/relationships/slide" Target="/ppt/slides/slide6.xml" Id="Rfbb6947407f24e94" /><Relationship Type="http://schemas.openxmlformats.org/officeDocument/2006/relationships/slide" Target="/ppt/slides/slide7.xml" Id="R868b946573cd4b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1016638c3441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694ad7f6e247c5" /><Relationship Type="http://schemas.openxmlformats.org/officeDocument/2006/relationships/notesMaster" Target="/ppt/notesMasters/notesMaster1.xml" Id="R648f1eb61faa42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b808ba905b4688" /><Relationship Type="http://schemas.openxmlformats.org/officeDocument/2006/relationships/notesMaster" Target="/ppt/notesMasters/notesMaster1.xml" Id="R566c319f3b7b4b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10c8fdaa534d90" /><Relationship Type="http://schemas.openxmlformats.org/officeDocument/2006/relationships/notesMaster" Target="/ppt/notesMasters/notesMaster1.xml" Id="Re657684e18514c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eaf86808884fa4" /><Relationship Type="http://schemas.openxmlformats.org/officeDocument/2006/relationships/notesMaster" Target="/ppt/notesMasters/notesMaster1.xml" Id="Re7cf176db07c4c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81186fb0714e40" /><Relationship Type="http://schemas.openxmlformats.org/officeDocument/2006/relationships/notesMaster" Target="/ppt/notesMasters/notesMaster1.xml" Id="R59ace8a175f147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369ae69e8c4b20" /><Relationship Type="http://schemas.openxmlformats.org/officeDocument/2006/relationships/notesMaster" Target="/ppt/notesMasters/notesMaster1.xml" Id="R640fb0d9f5ca4e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aae1d6af8843d1" /><Relationship Type="http://schemas.openxmlformats.org/officeDocument/2006/relationships/notesMaster" Target="/ppt/notesMasters/notesMaster1.xml" Id="Rc2ed9ace311642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c8553d15b049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5d8d2a1b6d4670" /><Relationship Type="http://schemas.openxmlformats.org/officeDocument/2006/relationships/slideLayout" Target="/ppt/slideLayouts/slideLayout1.xml" Id="Rfb8c9d92b24b49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8c9d92b24b49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97d9c71ae461e" /><Relationship Type="http://schemas.openxmlformats.org/officeDocument/2006/relationships/image" Target="/ppt/media/image.png" Id="R2a84c82562ae4722" /><Relationship Type="http://schemas.openxmlformats.org/officeDocument/2006/relationships/notesSlide" Target="/ppt/notesSlides/notesSlide1.xml" Id="Rd3043aa56ba348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f07f1fceff4423" /><Relationship Type="http://schemas.openxmlformats.org/officeDocument/2006/relationships/image" Target="/ppt/media/image.jpeg" Id="Ra29c05c119834702" /><Relationship Type="http://schemas.openxmlformats.org/officeDocument/2006/relationships/image" Target="/ppt/media/image2.png" Id="Rbf75648e436a4827" /><Relationship Type="http://schemas.openxmlformats.org/officeDocument/2006/relationships/notesSlide" Target="/ppt/notesSlides/notesSlide2.xml" Id="Rfbe1cc778b7241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ba37ebc46b49a6" /><Relationship Type="http://schemas.openxmlformats.org/officeDocument/2006/relationships/notesSlide" Target="/ppt/notesSlides/notesSlide3.xml" Id="R0bf652590e594c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cb99e301046c3" /><Relationship Type="http://schemas.openxmlformats.org/officeDocument/2006/relationships/image" Target="/ppt/media/image3.png" Id="Rec4814ea54df4c50" /><Relationship Type="http://schemas.openxmlformats.org/officeDocument/2006/relationships/notesSlide" Target="/ppt/notesSlides/notesSlide4.xml" Id="Rabebcb13e0a04c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75acb648d4f8a" /><Relationship Type="http://schemas.openxmlformats.org/officeDocument/2006/relationships/notesSlide" Target="/ppt/notesSlides/notesSlide5.xml" Id="Raddb32faf75240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dbd6dc5ca49d2" /><Relationship Type="http://schemas.openxmlformats.org/officeDocument/2006/relationships/notesSlide" Target="/ppt/notesSlides/notesSlide6.xml" Id="R6898bebed0d540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6c39f5aa5420e" /><Relationship Type="http://schemas.openxmlformats.org/officeDocument/2006/relationships/notesSlide" Target="/ppt/notesSlides/notesSlide7.xml" Id="Rfb9b96dee6a246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3383A91F-21B8-4498-BF9B-01E891F7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FD253A8-C98C-4236-AA14-70A454EE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654B557-AA2E-4933-A038-5468D31A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4D5A548F-8989-43B9-8B7E-571E87E3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84c82562ae4722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E68E7183-2E8D-4233-B2A6-2D26B78D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8465059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580589C4-B7E9-4AA3-B671-4BDEE4AF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A73990A1-E581-4844-85FA-41CE04F4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10EE9B8C-6A55-4B3B-BBCB-D9C03E24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0C7D763B-84F1-48DB-B696-54625AF4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9c05c119834702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75648e436a4827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A4534A8D-020E-4041-A167-F5DC4687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9F05B65F-39F7-4188-9961-2AE11285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블루 Hero · 넉넉한 카드 여백 · 한글 상태 · 44px 조작</a:t>
            </a:r>
          </a:p>
        </p:txBody>
      </p:sp>
    </p:spTree>
    <p:extLst>
      <p:ext uri="{BB962C8B-B14F-4D97-AF65-F5344CB8AC3E}">
        <p14:creationId xmlns:p14="http://schemas.microsoft.com/office/powerpoint/2010/main" val="14359197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D3837D8A-9A68-4EC0-91AA-3E870315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AI 진행 답변과 최종 해결 가이드를 한눈에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0E6DA27A-E755-4BC7-9E9A-5C8FFC8B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636B64CF-2FD0-46DB-8316-7AAA71E4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E500C165-7006-4E22-8052-0AB106F4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7F694103-997A-491E-9251-327AA93A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549F9B41-52CF-4721-AF15-7609E423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57D059EB-29F1-4FC2-9BDB-EB48E9DF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6EBA6FE6-1DC3-49C1-9E6D-83DFC25E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56FC9D8D-B176-4297-858F-E57A4B42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98FF19C0-A503-4AC8-97A6-7DB7EA2E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59DD1760-E734-48D9-8F0F-296DD57A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C5A2AB33-B88D-454D-8A97-BAB9A38C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5C1FC302-C3CA-4F0F-9B1B-640BD626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최종 해결 가이드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40941DC3-4513-4A4F-9AD4-99EDB444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질문자가 선택한 Knowledge Base</a:t>
            </a:r>
          </a:p>
        </p:txBody>
      </p:sp>
    </p:spTree>
    <p:extLst>
      <p:ext uri="{BB962C8B-B14F-4D97-AF65-F5344CB8AC3E}">
        <p14:creationId xmlns:p14="http://schemas.microsoft.com/office/powerpoint/2010/main" val="10359590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4">
            <a:extLst xmlns:a="http://schemas.openxmlformats.org/drawingml/2006/main">
              <a:ext uri="{FF2B5EF4-FFF2-40B4-BE49-F238E27FC236}">
                <a16:creationId xmlns:a16="http://schemas.microsoft.com/office/drawing/2014/main" id="{2F15FEEA-C6F5-424D-83D4-55BABD36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390px 모바일과 한글 화면을 검증했습니다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CB9751A4-DF02-4A22-8C21-23203702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814ea54df4c50"/>
          <a:stretch xmlns:a="http://schemas.openxmlformats.org/drawingml/2006/main"/>
        </p:blipFill>
        <p:spPr>
          <a:xfrm xmlns:a="http://schemas.openxmlformats.org/drawingml/2006/main">
            <a:off x="1151171" y="1295400"/>
            <a:ext cx="2288709" cy="495300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4" name="mobile-fact-1">
            <a:extLst xmlns:a="http://schemas.openxmlformats.org/drawingml/2006/main">
              <a:ext uri="{FF2B5EF4-FFF2-40B4-BE49-F238E27FC236}">
                <a16:creationId xmlns:a16="http://schemas.microsoft.com/office/drawing/2014/main" id="{EA59F433-3E23-4CCB-8EA3-4463B2C1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954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2줄</a:t>
            </a:r>
          </a:p>
        </p:txBody>
      </p:sp>
      <p:sp>
        <p:nvSpPr>
          <p:cNvPr id="5" name="mobile-desc-1">
            <a:extLst xmlns:a="http://schemas.openxmlformats.org/drawingml/2006/main">
              <a:ext uri="{FF2B5EF4-FFF2-40B4-BE49-F238E27FC236}">
                <a16:creationId xmlns:a16="http://schemas.microsoft.com/office/drawing/2014/main" id="{373D4433-A77F-4B84-93D9-1930DA38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478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토의 제목</a:t>
            </a:r>
          </a:p>
        </p:txBody>
      </p:sp>
      <p:sp>
        <p:nvSpPr>
          <p:cNvPr id="6" name="mobile-fact-2">
            <a:extLst xmlns:a="http://schemas.openxmlformats.org/drawingml/2006/main">
              <a:ext uri="{FF2B5EF4-FFF2-40B4-BE49-F238E27FC236}">
                <a16:creationId xmlns:a16="http://schemas.microsoft.com/office/drawing/2014/main" id="{58275460-FB05-411D-B02D-9252A4F1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44px</a:t>
            </a:r>
          </a:p>
        </p:txBody>
      </p:sp>
      <p:sp>
        <p:nvSpPr>
          <p:cNvPr id="7" name="mobile-desc-2">
            <a:extLst xmlns:a="http://schemas.openxmlformats.org/drawingml/2006/main">
              <a:ext uri="{FF2B5EF4-FFF2-40B4-BE49-F238E27FC236}">
                <a16:creationId xmlns:a16="http://schemas.microsoft.com/office/drawing/2014/main" id="{E260E1DC-E08D-4F90-A60C-BEC7B4AF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099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주요 조작 영역</a:t>
            </a:r>
          </a:p>
        </p:txBody>
      </p:sp>
      <p:sp>
        <p:nvSpPr>
          <p:cNvPr id="8" name="mobile-fact-3">
            <a:extLst xmlns:a="http://schemas.openxmlformats.org/drawingml/2006/main">
              <a:ext uri="{FF2B5EF4-FFF2-40B4-BE49-F238E27FC236}">
                <a16:creationId xmlns:a16="http://schemas.microsoft.com/office/drawing/2014/main" id="{6CE8AF66-EA2E-4CF9-8B9B-E76DF2DE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195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0건</a:t>
            </a:r>
          </a:p>
        </p:txBody>
      </p:sp>
      <p:sp>
        <p:nvSpPr>
          <p:cNvPr id="9" name="mobile-desc-3">
            <a:extLst xmlns:a="http://schemas.openxmlformats.org/drawingml/2006/main">
              <a:ext uri="{FF2B5EF4-FFF2-40B4-BE49-F238E27FC236}">
                <a16:creationId xmlns:a16="http://schemas.microsoft.com/office/drawing/2014/main" id="{DAA544EE-D0D3-4995-8347-F2794F01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719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원문 core.* 키 노출</a:t>
            </a:r>
          </a:p>
        </p:txBody>
      </p:sp>
      <p:sp>
        <p:nvSpPr>
          <p:cNvPr id="10" name="mobile-foot">
            <a:extLst xmlns:a="http://schemas.openxmlformats.org/drawingml/2006/main">
              <a:ext uri="{FF2B5EF4-FFF2-40B4-BE49-F238E27FC236}">
                <a16:creationId xmlns:a16="http://schemas.microsoft.com/office/drawing/2014/main" id="{2AB98398-C233-4C7F-9E16-46DFCA17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391150"/>
            <a:ext cx="581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검색 · 로그인 · 홈 · 목록 실제 브라우저 Smoke 통과</a:t>
            </a:r>
          </a:p>
        </p:txBody>
      </p:sp>
    </p:spTree>
    <p:extLst>
      <p:ext uri="{BB962C8B-B14F-4D97-AF65-F5344CB8AC3E}">
        <p14:creationId xmlns:p14="http://schemas.microsoft.com/office/powerpoint/2010/main" val="1272068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5">
            <a:extLst xmlns:a="http://schemas.openxmlformats.org/drawingml/2006/main">
              <a:ext uri="{FF2B5EF4-FFF2-40B4-BE49-F238E27FC236}">
                <a16:creationId xmlns:a16="http://schemas.microsoft.com/office/drawing/2014/main" id="{6BB39D81-FAB5-40E3-8C37-5F642A85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62253063-E7AC-4BCF-BBC7-2D6E4636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F83CE108-D5A7-406B-BB46-1891E63C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9D6CB411-3441-466D-907B-23D68BB9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B1D25370-BB38-40FF-9FE8-216457D5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D034EF33-E754-4A5F-A744-690CD4E8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974A4E60-DA99-40EC-BDFA-F1F1DF25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4DA65038-233C-4076-8F19-0CD2BD7C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784A685-1C25-4739-9479-3630A580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06580123-C9A3-4E80-831B-6C708F46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20923B26-3CA5-42C5-BEBC-3402BAB7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432A0B7B-2753-4E49-9623-6095659F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C497E9CF-5413-4558-9FDD-684AB136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767860F9-3517-46FB-8DB2-2D26EC68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E64AA44B-4729-4FB0-AA17-CBFF4655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7E4B26EC-BEB1-4C3D-8081-29603864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6A6C3AF3-3A7C-43F3-B1E8-89834F49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8B9C66D0-8E04-484D-8C02-BEB87EF6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30945544-F938-4AE9-9341-2AB12566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7/7</a:t>
            </a:r>
          </a:p>
        </p:txBody>
      </p:sp>
    </p:spTree>
    <p:extLst>
      <p:ext uri="{BB962C8B-B14F-4D97-AF65-F5344CB8AC3E}">
        <p14:creationId xmlns:p14="http://schemas.microsoft.com/office/powerpoint/2010/main" val="284138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6">
            <a:extLst xmlns:a="http://schemas.openxmlformats.org/drawingml/2006/main">
              <a:ext uri="{FF2B5EF4-FFF2-40B4-BE49-F238E27FC236}">
                <a16:creationId xmlns:a16="http://schemas.microsoft.com/office/drawing/2014/main" id="{C2C6F4D2-9EE2-4FDD-BC52-173AF175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13D7E22A-AE64-475F-9196-E0C1A7F8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97EC3B7F-386C-4786-97DF-F409D487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E66F4DD0-920C-4E1B-AED5-9C85E6D3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9CA3784D-5454-448A-8F5F-9E7D825D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E4ED5645-5B51-41AF-A900-421E4F43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F39AAF2B-FB0D-44C8-B00D-5CF5CF3D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25F1602E-147F-40D5-BB7F-7A4652B7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AA7CDD2A-CDBC-4BB6-8BF7-4C81D4D8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C069B4FC-9974-45E8-8B0C-E5825BCF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16017296-655A-4257-BDBA-713B8D5F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8AA4CAC8-BB88-429F-A32A-BC5EF660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B78B82E9-1C01-471A-8A5A-094B891E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F1678DA7-86C2-45D4-B880-46856B6D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5F1F7096-604A-46C3-937C-B66DBCC6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18223897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8845B3F0-8CA6-49C8-BD93-DDD1F8F8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B90482D9-E49D-4A75-A7DD-D20A8403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07786C93-BD25-40E4-9FD9-D2A9C687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한글 원문 키 0건</a:t>
            </a:r>
          </a:p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4A99C6E8-A50F-478C-ABEC-15A17584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7216BC89-86DB-4940-84C2-0E9AD119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A737D8EF-3E59-4E0F-B875-8CE04D6F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75AB3431-1F98-4F70-9CF4-B76ADFF2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1452098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2026-08-18T07:18:04.9740000Z</dcterms:created>
  <dcterms:modified xsi:type="dcterms:W3CDTF">2026-08-18T07:18:04.9740000Z</dcterms:modified>
</coreProperties>
</file>