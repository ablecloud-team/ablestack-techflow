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780fc1206148b8" /><Relationship Type="http://schemas.openxmlformats.org/officeDocument/2006/relationships/extended-properties" Target="/docProps/app.xml" Id="R56ddc6ce3dd947d6" /><Relationship Type="http://schemas.openxmlformats.org/officeDocument/2006/relationships/officeDocument" Target="/ppt/presentation.xml" Id="R4b7ddcae9e9e43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c6ceb06316f4483"/>
  </p:sldMasterIdLst>
  <p:notesMasterIdLst>
    <p:notesMasterId xmlns:r="http://schemas.openxmlformats.org/officeDocument/2006/relationships" r:id="Rcb8efe9ddc394072"/>
  </p:notesMasterIdLst>
  <p:sldIdLst>
    <p:sldId xmlns:r="http://schemas.openxmlformats.org/officeDocument/2006/relationships" id="256" r:id="Rc2dd14c03a92421c"/>
    <p:sldId xmlns:r="http://schemas.openxmlformats.org/officeDocument/2006/relationships" id="257" r:id="R6de45b9a4f7041cd"/>
    <p:sldId xmlns:r="http://schemas.openxmlformats.org/officeDocument/2006/relationships" id="258" r:id="Rcf322dd2e2d8447b"/>
    <p:sldId xmlns:r="http://schemas.openxmlformats.org/officeDocument/2006/relationships" id="259" r:id="Rf36e72383d1d4ca0"/>
    <p:sldId xmlns:r="http://schemas.openxmlformats.org/officeDocument/2006/relationships" id="260" r:id="R111548922daa424d"/>
    <p:sldId xmlns:r="http://schemas.openxmlformats.org/officeDocument/2006/relationships" id="261" r:id="R4b7ad0d608a248b4"/>
    <p:sldId xmlns:r="http://schemas.openxmlformats.org/officeDocument/2006/relationships" id="262" r:id="R1c22f7e99ccf415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9731e5ed8a4598" /><Relationship Type="http://schemas.openxmlformats.org/officeDocument/2006/relationships/slideMaster" Target="/ppt/slideMasters/slideMaster1.xml" Id="R5c6ceb06316f4483" /><Relationship Type="http://schemas.openxmlformats.org/officeDocument/2006/relationships/notesMaster" Target="/ppt/notesMasters/notesMaster1.xml" Id="Rcb8efe9ddc394072" /><Relationship Type="http://schemas.openxmlformats.org/officeDocument/2006/relationships/presProps" Target="/ppt/presProps.xml" Id="Rc6cf996a3b06401c" /><Relationship Type="http://schemas.openxmlformats.org/officeDocument/2006/relationships/tableStyles" Target="/ppt/tableStyles.xml" Id="R7c019bd0861f44f6" /><Relationship Type="http://schemas.openxmlformats.org/officeDocument/2006/relationships/slide" Target="/ppt/slides/slide1.xml" Id="Rc2dd14c03a92421c" /><Relationship Type="http://schemas.openxmlformats.org/officeDocument/2006/relationships/slide" Target="/ppt/slides/slide2.xml" Id="R6de45b9a4f7041cd" /><Relationship Type="http://schemas.openxmlformats.org/officeDocument/2006/relationships/slide" Target="/ppt/slides/slide3.xml" Id="Rcf322dd2e2d8447b" /><Relationship Type="http://schemas.openxmlformats.org/officeDocument/2006/relationships/slide" Target="/ppt/slides/slide4.xml" Id="Rf36e72383d1d4ca0" /><Relationship Type="http://schemas.openxmlformats.org/officeDocument/2006/relationships/slide" Target="/ppt/slides/slide5.xml" Id="R111548922daa424d" /><Relationship Type="http://schemas.openxmlformats.org/officeDocument/2006/relationships/slide" Target="/ppt/slides/slide6.xml" Id="R4b7ad0d608a248b4" /><Relationship Type="http://schemas.openxmlformats.org/officeDocument/2006/relationships/slide" Target="/ppt/slides/slide7.xml" Id="R1c22f7e99ccf41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6e910410b94c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94f1a8a4964f3f" /><Relationship Type="http://schemas.openxmlformats.org/officeDocument/2006/relationships/notesMaster" Target="/ppt/notesMasters/notesMaster1.xml" Id="R600b65fdb7db42c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f54ee032ef4365" /><Relationship Type="http://schemas.openxmlformats.org/officeDocument/2006/relationships/notesMaster" Target="/ppt/notesMasters/notesMaster1.xml" Id="R49b40cd090a748e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be935c205d42f7" /><Relationship Type="http://schemas.openxmlformats.org/officeDocument/2006/relationships/notesMaster" Target="/ppt/notesMasters/notesMaster1.xml" Id="Re561fc6e443d4f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8d6e4c62e0742f5" /><Relationship Type="http://schemas.openxmlformats.org/officeDocument/2006/relationships/notesMaster" Target="/ppt/notesMasters/notesMaster1.xml" Id="R91e54e0a218544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9268d1395c489a" /><Relationship Type="http://schemas.openxmlformats.org/officeDocument/2006/relationships/notesMaster" Target="/ppt/notesMasters/notesMaster1.xml" Id="Rff237f1f91524c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1abf905086445f" /><Relationship Type="http://schemas.openxmlformats.org/officeDocument/2006/relationships/notesMaster" Target="/ppt/notesMasters/notesMaster1.xml" Id="Ra840262c9f094db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90f31540bc42e6" /><Relationship Type="http://schemas.openxmlformats.org/officeDocument/2006/relationships/notesMaster" Target="/ppt/notesMasters/notesMaster1.xml" Id="R03ae812ae73648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7da9362e7f46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a5bdafe0a5d43c5" /><Relationship Type="http://schemas.openxmlformats.org/officeDocument/2006/relationships/slideLayout" Target="/ppt/slideLayouts/slideLayout1.xml" Id="Rc74d5161f4da4c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4d5161f4da4c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7ed8455f574cd7" /><Relationship Type="http://schemas.openxmlformats.org/officeDocument/2006/relationships/image" Target="/ppt/media/image.png" Id="Rc47cd4200bc14518" /><Relationship Type="http://schemas.openxmlformats.org/officeDocument/2006/relationships/notesSlide" Target="/ppt/notesSlides/notesSlide1.xml" Id="Re5af4cae156445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3e48289a6046c0" /><Relationship Type="http://schemas.openxmlformats.org/officeDocument/2006/relationships/image" Target="/ppt/media/image.jpeg" Id="Rf381dd1ff34c40ba" /><Relationship Type="http://schemas.openxmlformats.org/officeDocument/2006/relationships/image" Target="/ppt/media/image2.png" Id="R6879a08eb87c45ca" /><Relationship Type="http://schemas.openxmlformats.org/officeDocument/2006/relationships/notesSlide" Target="/ppt/notesSlides/notesSlide2.xml" Id="R1e1e044911134d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ae88fbad1f4609" /><Relationship Type="http://schemas.openxmlformats.org/officeDocument/2006/relationships/notesSlide" Target="/ppt/notesSlides/notesSlide3.xml" Id="Rb659e2688cc34c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562fd8146b46d0" /><Relationship Type="http://schemas.openxmlformats.org/officeDocument/2006/relationships/image" Target="/ppt/media/image3.png" Id="Rb50bffb16a6d43f9" /><Relationship Type="http://schemas.openxmlformats.org/officeDocument/2006/relationships/notesSlide" Target="/ppt/notesSlides/notesSlide4.xml" Id="R11b6d346154e4a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4b743e5b3a4555" /><Relationship Type="http://schemas.openxmlformats.org/officeDocument/2006/relationships/notesSlide" Target="/ppt/notesSlides/notesSlide5.xml" Id="R4a8143b3efc242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f0f76fd9354c0c" /><Relationship Type="http://schemas.openxmlformats.org/officeDocument/2006/relationships/notesSlide" Target="/ppt/notesSlides/notesSlide6.xml" Id="R55050bbb18314bd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fdda9c4e50407b" /><Relationship Type="http://schemas.openxmlformats.org/officeDocument/2006/relationships/notesSlide" Target="/ppt/notesSlides/notesSlide7.xml" Id="Rad8abc8f62e747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91680549-CE80-4458-994D-C3A287E0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ABLESTACK TECHFLOW · ISSUE #73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FE3A896-EFD3-43EA-9444-00AA215A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Community</a:t>
            </a:r>
          </a:p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인터페이스 현대화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D2ECFF94-0CC1-4EFA-9F46-950A38BA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브랜드 테마 · 한글 UX · 반응형 · 안전한 롤백</a:t>
            </a:r>
          </a:p>
        </p:txBody>
      </p:sp>
      <p:sp>
        <p:nvSpPr>
          <p:cNvPr id="4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CEC32381-2A15-4D9D-BA8D-97F8261F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"/>
            <a:ext cx="5543550" cy="561975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5F7FB"/>
          </a:solidFill>
          <a:ln xmlns:a="http://schemas.openxmlformats.org/drawingml/2006/main" w="9525">
            <a:solidFill>
              <a:srgbClr val="D8E0EC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cd4200bc14518"/>
          <a:stretch xmlns:a="http://schemas.openxmlformats.org/drawingml/2006/main"/>
        </p:blipFill>
        <p:spPr>
          <a:xfrm xmlns:a="http://schemas.openxmlformats.org/drawingml/2006/main">
            <a:off x="6438900" y="1632347"/>
            <a:ext cx="5048250" cy="3155156"/>
          </a:xfrm>
          <a:prstGeom xmlns:a="http://schemas.openxmlformats.org/drawingml/2006/main" prst="roundRect">
            <a:avLst>
              <a:gd name="adj" fmla="val 2281"/>
            </a:avLst>
          </a:prstGeom>
        </p:spPr>
      </p:pic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A6D54DF7-2113-410A-85A6-5969AAA8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CONDITIONAL GO</a:t>
            </a:r>
          </a:p>
        </p:txBody>
      </p:sp>
    </p:spTree>
    <p:extLst>
      <p:ext uri="{BB962C8B-B14F-4D97-AF65-F5344CB8AC3E}">
        <p14:creationId xmlns:p14="http://schemas.microsoft.com/office/powerpoint/2010/main" val="10910684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2">
            <a:extLst xmlns:a="http://schemas.openxmlformats.org/drawingml/2006/main">
              <a:ext uri="{FF2B5EF4-FFF2-40B4-BE49-F238E27FC236}">
                <a16:creationId xmlns:a16="http://schemas.microsoft.com/office/drawing/2014/main" id="{5BAAFDC0-B916-440F-91B2-3565308D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기능은 그대로, 읽기 계층은 더 분명해졌습니다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8E2D9527-0B4D-48EE-A546-21180FF3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B6CD03B7-A90D-42DC-B5B9-33C70AB1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BEFORE</a:t>
            </a:r>
          </a:p>
        </p:txBody>
      </p:sp>
      <p:sp>
        <p:nvSpPr>
          <p:cNvPr id="4" name="after-label">
            <a:extLst xmlns:a="http://schemas.openxmlformats.org/drawingml/2006/main">
              <a:ext uri="{FF2B5EF4-FFF2-40B4-BE49-F238E27FC236}">
                <a16:creationId xmlns:a16="http://schemas.microsoft.com/office/drawing/2014/main" id="{804A9045-4FAB-493F-B586-89FC8A484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AFTER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81dd1ff34c40ba"/>
          <a:stretch xmlns:a="http://schemas.openxmlformats.org/drawingml/2006/main"/>
        </p:blipFill>
        <p:spPr>
          <a:xfrm xmlns:a="http://schemas.openxmlformats.org/drawingml/2006/main">
            <a:off x="4572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79a08eb87c45ca"/>
          <a:stretch xmlns:a="http://schemas.openxmlformats.org/drawingml/2006/main"/>
        </p:blipFill>
        <p:spPr>
          <a:xfrm xmlns:a="http://schemas.openxmlformats.org/drawingml/2006/main">
            <a:off x="6362700" y="1583531"/>
            <a:ext cx="5143500" cy="3214688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before-copy">
            <a:extLst xmlns:a="http://schemas.openxmlformats.org/drawingml/2006/main">
              <a:ext uri="{FF2B5EF4-FFF2-40B4-BE49-F238E27FC236}">
                <a16:creationId xmlns:a16="http://schemas.microsoft.com/office/drawing/2014/main" id="{19C1749B-31E2-4883-9B8C-22658E46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좁은 행 간격 · 약한 상태 구분 · 모바일 겹침</a:t>
            </a:r>
          </a:p>
        </p:txBody>
      </p:sp>
      <p:sp>
        <p:nvSpPr>
          <p:cNvPr id="8" name="after-copy">
            <a:extLst xmlns:a="http://schemas.openxmlformats.org/drawingml/2006/main">
              <a:ext uri="{FF2B5EF4-FFF2-40B4-BE49-F238E27FC236}">
                <a16:creationId xmlns:a16="http://schemas.microsoft.com/office/drawing/2014/main" id="{19FE9EA7-2A05-4C05-993E-9BA0C353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브랜드 Hero · 카드 목록 · 한글 상태 · 44px 조작</a:t>
            </a:r>
          </a:p>
        </p:txBody>
      </p:sp>
    </p:spTree>
    <p:extLst>
      <p:ext uri="{BB962C8B-B14F-4D97-AF65-F5344CB8AC3E}">
        <p14:creationId xmlns:p14="http://schemas.microsoft.com/office/powerpoint/2010/main" val="445880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5FBCB95F-9314-4279-A16F-687B0DB3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AI 진행 답변과 최종 해결 가이드를 한눈에 구분합니다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16FECE9A-D2B6-4F98-A6AA-84194AC4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state-0">
            <a:extLst xmlns:a="http://schemas.openxmlformats.org/drawingml/2006/main">
              <a:ext uri="{FF2B5EF4-FFF2-40B4-BE49-F238E27FC236}">
                <a16:creationId xmlns:a16="http://schemas.microsoft.com/office/drawing/2014/main" id="{7A75C80A-ADAC-4040-BE86-62E079CD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C"/>
            </a:solidFill>
            <a:prstDash val="solid"/>
          </a:ln>
        </p:spPr>
      </p:sp>
      <p:sp>
        <p:nvSpPr>
          <p:cNvPr id="4" name="state-label-0">
            <a:extLst xmlns:a="http://schemas.openxmlformats.org/drawingml/2006/main">
              <a:ext uri="{FF2B5EF4-FFF2-40B4-BE49-F238E27FC236}">
                <a16:creationId xmlns:a16="http://schemas.microsoft.com/office/drawing/2014/main" id="{BB1918FC-5789-40B5-9C74-94D9A42FF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859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사용자 질문</a:t>
            </a:r>
          </a:p>
        </p:txBody>
      </p:sp>
      <p:sp>
        <p:nvSpPr>
          <p:cNvPr id="5" name="state-detail-0">
            <a:extLst xmlns:a="http://schemas.openxmlformats.org/drawingml/2006/main">
              <a:ext uri="{FF2B5EF4-FFF2-40B4-BE49-F238E27FC236}">
                <a16:creationId xmlns:a16="http://schemas.microsoft.com/office/drawing/2014/main" id="{09F14AC0-5A0C-42ED-9F51-AAB0A53F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049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증상과 첨부파일</a:t>
            </a:r>
          </a:p>
        </p:txBody>
      </p:sp>
      <p:sp>
        <p:nvSpPr>
          <p:cNvPr id="6" name="state-1">
            <a:extLst xmlns:a="http://schemas.openxmlformats.org/drawingml/2006/main">
              <a:ext uri="{FF2B5EF4-FFF2-40B4-BE49-F238E27FC236}">
                <a16:creationId xmlns:a16="http://schemas.microsoft.com/office/drawing/2014/main" id="{3E72D55E-0027-4699-86F8-ED11DC81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A8C5F2"/>
            </a:solidFill>
            <a:prstDash val="solid"/>
          </a:ln>
        </p:spPr>
      </p:sp>
      <p:sp>
        <p:nvSpPr>
          <p:cNvPr id="7" name="state-label-1">
            <a:extLst xmlns:a="http://schemas.openxmlformats.org/drawingml/2006/main">
              <a:ext uri="{FF2B5EF4-FFF2-40B4-BE49-F238E27FC236}">
                <a16:creationId xmlns:a16="http://schemas.microsoft.com/office/drawing/2014/main" id="{5B12408D-5975-4BDA-8617-C0EBFED9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AI 기술지원</a:t>
            </a:r>
          </a:p>
        </p:txBody>
      </p:sp>
      <p:sp>
        <p:nvSpPr>
          <p:cNvPr id="8" name="state-detail-1">
            <a:extLst xmlns:a="http://schemas.openxmlformats.org/drawingml/2006/main">
              <a:ext uri="{FF2B5EF4-FFF2-40B4-BE49-F238E27FC236}">
                <a16:creationId xmlns:a16="http://schemas.microsoft.com/office/drawing/2014/main" id="{DC5F0F68-71F2-461D-8239-530774CA7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717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중인 전문 엔지니어 답변</a:t>
            </a:r>
          </a:p>
        </p:txBody>
      </p:sp>
      <p:sp>
        <p:nvSpPr>
          <p:cNvPr id="9" name="state-2">
            <a:extLst xmlns:a="http://schemas.openxmlformats.org/drawingml/2006/main">
              <a:ext uri="{FF2B5EF4-FFF2-40B4-BE49-F238E27FC236}">
                <a16:creationId xmlns:a16="http://schemas.microsoft.com/office/drawing/2014/main" id="{D036181D-4D01-45F0-9CF5-A6D640834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0" name="state-label-2">
            <a:extLst xmlns:a="http://schemas.openxmlformats.org/drawingml/2006/main">
              <a:ext uri="{FF2B5EF4-FFF2-40B4-BE49-F238E27FC236}">
                <a16:creationId xmlns:a16="http://schemas.microsoft.com/office/drawing/2014/main" id="{41CD6F0C-110D-4E90-93B5-37221C3F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추가 확인 필요</a:t>
            </a:r>
          </a:p>
        </p:txBody>
      </p:sp>
      <p:sp>
        <p:nvSpPr>
          <p:cNvPr id="11" name="state-detail-2">
            <a:extLst xmlns:a="http://schemas.openxmlformats.org/drawingml/2006/main">
              <a:ext uri="{FF2B5EF4-FFF2-40B4-BE49-F238E27FC236}">
                <a16:creationId xmlns:a16="http://schemas.microsoft.com/office/drawing/2014/main" id="{F8C74544-3392-4D89-8846-2E720EED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385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로그·화면·환경 정보 요청</a:t>
            </a:r>
          </a:p>
        </p:txBody>
      </p:sp>
      <p:sp>
        <p:nvSpPr>
          <p:cNvPr id="12" name="state-3">
            <a:extLst xmlns:a="http://schemas.openxmlformats.org/drawingml/2006/main">
              <a:ext uri="{FF2B5EF4-FFF2-40B4-BE49-F238E27FC236}">
                <a16:creationId xmlns:a16="http://schemas.microsoft.com/office/drawing/2014/main" id="{C5E71AC0-F762-498B-9F4B-FC9F5315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053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13" name="state-label-3">
            <a:extLst xmlns:a="http://schemas.openxmlformats.org/drawingml/2006/main">
              <a:ext uri="{FF2B5EF4-FFF2-40B4-BE49-F238E27FC236}">
                <a16:creationId xmlns:a16="http://schemas.microsoft.com/office/drawing/2014/main" id="{528FF452-CB64-4804-A93B-394A7E8DA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863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최종 해결 가이드</a:t>
            </a:r>
          </a:p>
        </p:txBody>
      </p:sp>
      <p:sp>
        <p:nvSpPr>
          <p:cNvPr id="14" name="state-detail-3">
            <a:extLst xmlns:a="http://schemas.openxmlformats.org/drawingml/2006/main">
              <a:ext uri="{FF2B5EF4-FFF2-40B4-BE49-F238E27FC236}">
                <a16:creationId xmlns:a16="http://schemas.microsoft.com/office/drawing/2014/main" id="{D3B60F42-BC99-44F9-B119-E7678398D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053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질문자가 선택한 Knowledge Base</a:t>
            </a:r>
          </a:p>
        </p:txBody>
      </p:sp>
    </p:spTree>
    <p:extLst>
      <p:ext uri="{BB962C8B-B14F-4D97-AF65-F5344CB8AC3E}">
        <p14:creationId xmlns:p14="http://schemas.microsoft.com/office/powerpoint/2010/main" val="17806733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4">
            <a:extLst xmlns:a="http://schemas.openxmlformats.org/drawingml/2006/main">
              <a:ext uri="{FF2B5EF4-FFF2-40B4-BE49-F238E27FC236}">
                <a16:creationId xmlns:a16="http://schemas.microsoft.com/office/drawing/2014/main" id="{6680B715-1A00-444C-BBD2-3F94C731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390px 모바일과 한글 화면을 검증했습니다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81327CE6-4F4B-4EDA-A996-FBED6CF4C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0bffb16a6d43f9"/>
          <a:stretch xmlns:a="http://schemas.openxmlformats.org/drawingml/2006/main"/>
        </p:blipFill>
        <p:spPr>
          <a:xfrm xmlns:a="http://schemas.openxmlformats.org/drawingml/2006/main">
            <a:off x="1151171" y="1295400"/>
            <a:ext cx="2288709" cy="495300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4" name="mobile-fact-1">
            <a:extLst xmlns:a="http://schemas.openxmlformats.org/drawingml/2006/main">
              <a:ext uri="{FF2B5EF4-FFF2-40B4-BE49-F238E27FC236}">
                <a16:creationId xmlns:a16="http://schemas.microsoft.com/office/drawing/2014/main" id="{6FB15226-17CB-4448-95DE-FAEB5A8F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954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2줄</a:t>
            </a:r>
          </a:p>
        </p:txBody>
      </p:sp>
      <p:sp>
        <p:nvSpPr>
          <p:cNvPr id="5" name="mobile-desc-1">
            <a:extLst xmlns:a="http://schemas.openxmlformats.org/drawingml/2006/main">
              <a:ext uri="{FF2B5EF4-FFF2-40B4-BE49-F238E27FC236}">
                <a16:creationId xmlns:a16="http://schemas.microsoft.com/office/drawing/2014/main" id="{A0C34297-DB2A-4849-8DCA-8D9A21113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478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토의 제목</a:t>
            </a:r>
          </a:p>
        </p:txBody>
      </p:sp>
      <p:sp>
        <p:nvSpPr>
          <p:cNvPr id="6" name="mobile-fact-2">
            <a:extLst xmlns:a="http://schemas.openxmlformats.org/drawingml/2006/main">
              <a:ext uri="{FF2B5EF4-FFF2-40B4-BE49-F238E27FC236}">
                <a16:creationId xmlns:a16="http://schemas.microsoft.com/office/drawing/2014/main" id="{82C7D91A-77CB-4C4F-8E2E-33CFC2BF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575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44px</a:t>
            </a:r>
          </a:p>
        </p:txBody>
      </p:sp>
      <p:sp>
        <p:nvSpPr>
          <p:cNvPr id="7" name="mobile-desc-2">
            <a:extLst xmlns:a="http://schemas.openxmlformats.org/drawingml/2006/main">
              <a:ext uri="{FF2B5EF4-FFF2-40B4-BE49-F238E27FC236}">
                <a16:creationId xmlns:a16="http://schemas.microsoft.com/office/drawing/2014/main" id="{E606FF7E-E099-445C-BA59-300A4630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099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주요 조작 영역</a:t>
            </a:r>
          </a:p>
        </p:txBody>
      </p:sp>
      <p:sp>
        <p:nvSpPr>
          <p:cNvPr id="8" name="mobile-fact-3">
            <a:extLst xmlns:a="http://schemas.openxmlformats.org/drawingml/2006/main">
              <a:ext uri="{FF2B5EF4-FFF2-40B4-BE49-F238E27FC236}">
                <a16:creationId xmlns:a16="http://schemas.microsoft.com/office/drawing/2014/main" id="{24526196-C9B2-4C3F-A142-5DCEA934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0195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0건</a:t>
            </a:r>
          </a:p>
        </p:txBody>
      </p:sp>
      <p:sp>
        <p:nvSpPr>
          <p:cNvPr id="9" name="mobile-desc-3">
            <a:extLst xmlns:a="http://schemas.openxmlformats.org/drawingml/2006/main">
              <a:ext uri="{FF2B5EF4-FFF2-40B4-BE49-F238E27FC236}">
                <a16:creationId xmlns:a16="http://schemas.microsoft.com/office/drawing/2014/main" id="{127B6EE8-D4EA-49DA-8018-1068DF20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719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원문 core.* 키 노출</a:t>
            </a:r>
          </a:p>
        </p:txBody>
      </p:sp>
      <p:sp>
        <p:nvSpPr>
          <p:cNvPr id="10" name="mobile-foot">
            <a:extLst xmlns:a="http://schemas.openxmlformats.org/drawingml/2006/main">
              <a:ext uri="{FF2B5EF4-FFF2-40B4-BE49-F238E27FC236}">
                <a16:creationId xmlns:a16="http://schemas.microsoft.com/office/drawing/2014/main" id="{6C5DC943-78AF-4493-BBA4-2529758C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391150"/>
            <a:ext cx="581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검색 · 로그인 · 홈 · 목록 실제 브라우저 Smoke 통과</a:t>
            </a:r>
          </a:p>
        </p:txBody>
      </p:sp>
    </p:spTree>
    <p:extLst>
      <p:ext uri="{BB962C8B-B14F-4D97-AF65-F5344CB8AC3E}">
        <p14:creationId xmlns:p14="http://schemas.microsoft.com/office/powerpoint/2010/main" val="13753037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5">
            <a:extLst xmlns:a="http://schemas.openxmlformats.org/drawingml/2006/main">
              <a:ext uri="{FF2B5EF4-FFF2-40B4-BE49-F238E27FC236}">
                <a16:creationId xmlns:a16="http://schemas.microsoft.com/office/drawing/2014/main" id="{658E6956-4CF3-4C88-A534-CDA205C0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활성화와 롤백에도 콘텐츠는 그대로였습니다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52C6E615-9E59-4593-927D-9F06339C7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3" name="arrow-0">
            <a:extLst xmlns:a="http://schemas.openxmlformats.org/drawingml/2006/main">
              <a:ext uri="{FF2B5EF4-FFF2-40B4-BE49-F238E27FC236}">
                <a16:creationId xmlns:a16="http://schemas.microsoft.com/office/drawing/2014/main" id="{1FC54BE4-DDEE-4B8A-9779-44CE8DF5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phase-0">
            <a:extLst xmlns:a="http://schemas.openxmlformats.org/drawingml/2006/main">
              <a:ext uri="{FF2B5EF4-FFF2-40B4-BE49-F238E27FC236}">
                <a16:creationId xmlns:a16="http://schemas.microsoft.com/office/drawing/2014/main" id="{5621E798-0475-4445-A8E7-D63F7C6A5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5F7FB"/>
          </a:solidFill>
          <a:ln xmlns:a="http://schemas.openxmlformats.org/drawingml/2006/main" w="9525">
            <a:solidFill>
              <a:srgbClr val="D8E0EC"/>
            </a:solidFill>
            <a:prstDash val="solid"/>
          </a:ln>
        </p:spPr>
      </p:sp>
      <p:sp>
        <p:nvSpPr>
          <p:cNvPr id="5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5623CFD8-438F-455E-83AD-6676C5E1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기준선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6" name="phase-http-0">
            <a:extLst xmlns:a="http://schemas.openxmlformats.org/drawingml/2006/main">
              <a:ext uri="{FF2B5EF4-FFF2-40B4-BE49-F238E27FC236}">
                <a16:creationId xmlns:a16="http://schemas.microsoft.com/office/drawing/2014/main" id="{0567E467-B22F-4B46-8A18-FC591176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94734BCA-AA5F-4AFF-842B-CFE9961B2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8" name="phase-1">
            <a:extLst xmlns:a="http://schemas.openxmlformats.org/drawingml/2006/main">
              <a:ext uri="{FF2B5EF4-FFF2-40B4-BE49-F238E27FC236}">
                <a16:creationId xmlns:a16="http://schemas.microsoft.com/office/drawing/2014/main" id="{56CD48A5-C9FB-4010-9367-A392398F6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9124B49A-7039-49C5-AF13-3064730F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활성화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0" name="phase-http-1">
            <a:extLst xmlns:a="http://schemas.openxmlformats.org/drawingml/2006/main">
              <a:ext uri="{FF2B5EF4-FFF2-40B4-BE49-F238E27FC236}">
                <a16:creationId xmlns:a16="http://schemas.microsoft.com/office/drawing/2014/main" id="{32A14D2F-997B-4C5A-9E8E-C01E92D5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1" name="arrow-2">
            <a:extLst xmlns:a="http://schemas.openxmlformats.org/drawingml/2006/main">
              <a:ext uri="{FF2B5EF4-FFF2-40B4-BE49-F238E27FC236}">
                <a16:creationId xmlns:a16="http://schemas.microsoft.com/office/drawing/2014/main" id="{170D32A7-0330-4BDF-AB20-47E8E1E4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phase-2">
            <a:extLst xmlns:a="http://schemas.openxmlformats.org/drawingml/2006/main">
              <a:ext uri="{FF2B5EF4-FFF2-40B4-BE49-F238E27FC236}">
                <a16:creationId xmlns:a16="http://schemas.microsoft.com/office/drawing/2014/main" id="{D4B0644D-094A-4EA4-B6C8-1C85D75BD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5F7FB"/>
          </a:solidFill>
          <a:ln xmlns:a="http://schemas.openxmlformats.org/drawingml/2006/main" w="9525">
            <a:solidFill>
              <a:srgbClr val="D8E0EC"/>
            </a:solidFill>
            <a:prstDash val="solid"/>
          </a:ln>
        </p:spPr>
      </p:sp>
      <p:sp>
        <p:nvSpPr>
          <p:cNvPr id="13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0AE69C35-98ED-4E09-9DBB-8AAA4A005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롤백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14" name="phase-http-2">
            <a:extLst xmlns:a="http://schemas.openxmlformats.org/drawingml/2006/main">
              <a:ext uri="{FF2B5EF4-FFF2-40B4-BE49-F238E27FC236}">
                <a16:creationId xmlns:a16="http://schemas.microsoft.com/office/drawing/2014/main" id="{EF194639-EB90-4E9E-A82C-77D4BEC0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5" name="phase-3">
            <a:extLst xmlns:a="http://schemas.openxmlformats.org/drawingml/2006/main">
              <a:ext uri="{FF2B5EF4-FFF2-40B4-BE49-F238E27FC236}">
                <a16:creationId xmlns:a16="http://schemas.microsoft.com/office/drawing/2014/main" id="{A04A4922-20F8-45E4-858A-E8BA686C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16" name="phase-label-3">
            <a:extLst xmlns:a="http://schemas.openxmlformats.org/drawingml/2006/main">
              <a:ext uri="{FF2B5EF4-FFF2-40B4-BE49-F238E27FC236}">
                <a16:creationId xmlns:a16="http://schemas.microsoft.com/office/drawing/2014/main" id="{6CAB776A-DE9C-4E46-90C9-815D821B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최종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7" name="phase-http-3">
            <a:extLst xmlns:a="http://schemas.openxmlformats.org/drawingml/2006/main">
              <a:ext uri="{FF2B5EF4-FFF2-40B4-BE49-F238E27FC236}">
                <a16:creationId xmlns:a16="http://schemas.microsoft.com/office/drawing/2014/main" id="{247AF0D5-4E22-4815-918B-B1060808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8" name="integrity-count">
            <a:extLst xmlns:a="http://schemas.openxmlformats.org/drawingml/2006/main">
              <a:ext uri="{FF2B5EF4-FFF2-40B4-BE49-F238E27FC236}">
                <a16:creationId xmlns:a16="http://schemas.microsoft.com/office/drawing/2014/main" id="{9894574C-C982-4BC8-A76D-C5A58471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 users · 117 discussions · 305 posts</a:t>
            </a:r>
          </a:p>
        </p:txBody>
      </p:sp>
      <p:sp>
        <p:nvSpPr>
          <p:cNvPr id="19" name="integrity-hash">
            <a:extLst xmlns:a="http://schemas.openxmlformats.org/drawingml/2006/main">
              <a:ext uri="{FF2B5EF4-FFF2-40B4-BE49-F238E27FC236}">
                <a16:creationId xmlns:a16="http://schemas.microsoft.com/office/drawing/2014/main" id="{2C7AF541-490A-4364-8B77-A382B8B6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콘텐츠 SHA-256 동일 · 첨부 SHA-256 동일 · 정적 계약 7/7</a:t>
            </a:r>
          </a:p>
        </p:txBody>
      </p:sp>
    </p:spTree>
    <p:extLst>
      <p:ext uri="{BB962C8B-B14F-4D97-AF65-F5344CB8AC3E}">
        <p14:creationId xmlns:p14="http://schemas.microsoft.com/office/powerpoint/2010/main" val="7617884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6">
            <a:extLst xmlns:a="http://schemas.openxmlformats.org/drawingml/2006/main">
              <a:ext uri="{FF2B5EF4-FFF2-40B4-BE49-F238E27FC236}">
                <a16:creationId xmlns:a16="http://schemas.microsoft.com/office/drawing/2014/main" id="{34158DD9-2A88-48BE-905F-F50C1BE0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Core를 건드리지 않아 롤백은 확장 하나로 끝납니다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74DFDF43-A65D-4C07-8A76-108AFAF4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3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70A45F54-972C-474D-A28F-8B7212A4C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807268F8-4442-4F18-9691-2FED0F5D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5" name="flarum-core">
            <a:extLst xmlns:a="http://schemas.openxmlformats.org/drawingml/2006/main">
              <a:ext uri="{FF2B5EF4-FFF2-40B4-BE49-F238E27FC236}">
                <a16:creationId xmlns:a16="http://schemas.microsoft.com/office/drawing/2014/main" id="{DCCFFB2F-DC0F-41F8-8A41-BBED13FB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5F7FB"/>
          </a:solidFill>
          <a:ln xmlns:a="http://schemas.openxmlformats.org/drawingml/2006/main" w="9525">
            <a:solidFill>
              <a:srgbClr val="D8E0EC"/>
            </a:solidFill>
            <a:prstDash val="solid"/>
          </a:ln>
        </p:spPr>
      </p:sp>
      <p:sp>
        <p:nvSpPr>
          <p:cNvPr id="6" name="theme-extension">
            <a:extLst xmlns:a="http://schemas.openxmlformats.org/drawingml/2006/main">
              <a:ext uri="{FF2B5EF4-FFF2-40B4-BE49-F238E27FC236}">
                <a16:creationId xmlns:a16="http://schemas.microsoft.com/office/drawing/2014/main" id="{37792805-176F-455D-B2A3-7BC7E7B0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76450"/>
            <a:ext cx="29718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community-ui">
            <a:extLst xmlns:a="http://schemas.openxmlformats.org/drawingml/2006/main">
              <a:ext uri="{FF2B5EF4-FFF2-40B4-BE49-F238E27FC236}">
                <a16:creationId xmlns:a16="http://schemas.microsoft.com/office/drawing/2014/main" id="{24B96011-B45F-418D-B936-C61BA3FB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flarum-core-title">
            <a:extLst xmlns:a="http://schemas.openxmlformats.org/drawingml/2006/main">
              <a:ext uri="{FF2B5EF4-FFF2-40B4-BE49-F238E27FC236}">
                <a16:creationId xmlns:a16="http://schemas.microsoft.com/office/drawing/2014/main" id="{DD1A6F92-6CBD-4C19-9F90-7C3875BA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1.8.18</a:t>
            </a:r>
          </a:p>
        </p:txBody>
      </p:sp>
      <p:sp>
        <p:nvSpPr>
          <p:cNvPr id="9" name="flarum-core-copy">
            <a:extLst xmlns:a="http://schemas.openxmlformats.org/drawingml/2006/main">
              <a:ext uri="{FF2B5EF4-FFF2-40B4-BE49-F238E27FC236}">
                <a16:creationId xmlns:a16="http://schemas.microsoft.com/office/drawing/2014/main" id="{4CB49841-0399-4F61-BB5E-72A82946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라우팅 · 권한 · 검색 · 작성</a:t>
            </a:r>
          </a:p>
        </p:txBody>
      </p:sp>
      <p:sp>
        <p:nvSpPr>
          <p:cNvPr id="10" name="theme-title">
            <a:extLst xmlns:a="http://schemas.openxmlformats.org/drawingml/2006/main">
              <a:ext uri="{FF2B5EF4-FFF2-40B4-BE49-F238E27FC236}">
                <a16:creationId xmlns:a16="http://schemas.microsoft.com/office/drawing/2014/main" id="{9D30F129-F0C1-4737-A0E1-D36DBC64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622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ABLESTACK</a:t>
            </a:r>
          </a:p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Theme</a:t>
            </a:r>
          </a:p>
        </p:txBody>
      </p:sp>
      <p:sp>
        <p:nvSpPr>
          <p:cNvPr id="11" name="theme-copy">
            <a:extLst xmlns:a="http://schemas.openxmlformats.org/drawingml/2006/main">
              <a:ext uri="{FF2B5EF4-FFF2-40B4-BE49-F238E27FC236}">
                <a16:creationId xmlns:a16="http://schemas.microsoft.com/office/drawing/2014/main" id="{02452F53-54EC-4526-B8E3-3FA8EEF5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LESS · 한글 Cache · 상태 표시</a:t>
            </a:r>
          </a:p>
        </p:txBody>
      </p:sp>
      <p:sp>
        <p:nvSpPr>
          <p:cNvPr id="12" name="ui-title">
            <a:extLst xmlns:a="http://schemas.openxmlformats.org/drawingml/2006/main">
              <a:ext uri="{FF2B5EF4-FFF2-40B4-BE49-F238E27FC236}">
                <a16:creationId xmlns:a16="http://schemas.microsoft.com/office/drawing/2014/main" id="{6D266778-55F9-4D32-8287-0D11FD79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Community UI</a:t>
            </a:r>
          </a:p>
        </p:txBody>
      </p:sp>
      <p:sp>
        <p:nvSpPr>
          <p:cNvPr id="13" name="ui-copy">
            <a:extLst xmlns:a="http://schemas.openxmlformats.org/drawingml/2006/main">
              <a:ext uri="{FF2B5EF4-FFF2-40B4-BE49-F238E27FC236}">
                <a16:creationId xmlns:a16="http://schemas.microsoft.com/office/drawing/2014/main" id="{04C00FC2-1A8F-4511-933A-0D9CBA0F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 · Mobile · Accessibility</a:t>
            </a:r>
          </a:p>
        </p:txBody>
      </p:sp>
      <p:sp>
        <p:nvSpPr>
          <p:cNvPr id="14" name="rollback-strip">
            <a:extLst xmlns:a="http://schemas.openxmlformats.org/drawingml/2006/main">
              <a:ext uri="{FF2B5EF4-FFF2-40B4-BE49-F238E27FC236}">
                <a16:creationId xmlns:a16="http://schemas.microsoft.com/office/drawing/2014/main" id="{7BB9F9E2-03D1-49C7-B189-05969507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81550"/>
            <a:ext cx="7429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5" name="rollback-copy">
            <a:extLst xmlns:a="http://schemas.openxmlformats.org/drawingml/2006/main">
              <a:ext uri="{FF2B5EF4-FFF2-40B4-BE49-F238E27FC236}">
                <a16:creationId xmlns:a16="http://schemas.microsoft.com/office/drawing/2014/main" id="{E2C7D22E-982A-4965-90B4-E246A6F9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911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장애 시 extension:disable → 기본 Flarum UI 복귀</a:t>
            </a:r>
          </a:p>
        </p:txBody>
      </p:sp>
    </p:spTree>
    <p:extLst>
      <p:ext uri="{BB962C8B-B14F-4D97-AF65-F5344CB8AC3E}">
        <p14:creationId xmlns:p14="http://schemas.microsoft.com/office/powerpoint/2010/main" val="13732767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E23BD62A-074B-4266-BC13-F92E434B7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ISSUE #73 · IMPLEMENTATION COMPLETE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8A254BB3-8E28-4AF9-942E-1815CC62C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666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적용만</a:t>
            </a:r>
          </a:p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승인하면 됩니다</a:t>
            </a:r>
          </a:p>
        </p:txBody>
      </p:sp>
      <p:sp>
        <p:nvSpPr>
          <p:cNvPr id="3" name="close-detail">
            <a:extLst xmlns:a="http://schemas.openxmlformats.org/drawingml/2006/main">
              <a:ext uri="{FF2B5EF4-FFF2-40B4-BE49-F238E27FC236}">
                <a16:creationId xmlns:a16="http://schemas.microsoft.com/office/drawing/2014/main" id="{0153F1D8-2F9E-4F18-B45A-B19AC9030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195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WSL 전체 주기 PASS · 한글 원문 키 0건</a:t>
            </a:r>
          </a:p>
          <a:p xmlns:a="http://schemas.openxmlformats.org/drawingml/2006/main">
            <a:pPr algn="l">
              <a:def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Core·Vendor·DB·운영 Community 변경 없음</a:t>
            </a:r>
          </a:p>
        </p:txBody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32481C1C-6A60-430E-BFBC-FD2AD86A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57350"/>
            <a:ext cx="29527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close-go">
            <a:extLst xmlns:a="http://schemas.openxmlformats.org/drawingml/2006/main">
              <a:ext uri="{FF2B5EF4-FFF2-40B4-BE49-F238E27FC236}">
                <a16:creationId xmlns:a16="http://schemas.microsoft.com/office/drawing/2014/main" id="{A6116457-78B9-41FF-B107-F1FB4722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050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GO</a:t>
            </a:r>
          </a:p>
        </p:txBody>
      </p:sp>
      <p:sp>
        <p:nvSpPr>
          <p:cNvPr id="6" name="close-condition">
            <a:extLst xmlns:a="http://schemas.openxmlformats.org/drawingml/2006/main">
              <a:ext uri="{FF2B5EF4-FFF2-40B4-BE49-F238E27FC236}">
                <a16:creationId xmlns:a16="http://schemas.microsoft.com/office/drawing/2014/main" id="{69DB25A2-1F60-4BE4-B838-20BBE53A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3909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반영 승인 대기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6A56977A-1B2C-481C-9B2D-3E3DD8954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다음: 백업 → 테마 적용 → Desktop/Mobile Smoke → 해시 비교</a:t>
            </a:r>
          </a:p>
        </p:txBody>
      </p:sp>
    </p:spTree>
    <p:extLst>
      <p:ext uri="{BB962C8B-B14F-4D97-AF65-F5344CB8AC3E}">
        <p14:creationId xmlns:p14="http://schemas.microsoft.com/office/powerpoint/2010/main" val="9665127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2026-08-18T06:46:14.7300000Z</dcterms:created>
  <dcterms:modified xsi:type="dcterms:W3CDTF">2026-08-18T06:46:14.7300000Z</dcterms:modified>
</coreProperties>
</file>