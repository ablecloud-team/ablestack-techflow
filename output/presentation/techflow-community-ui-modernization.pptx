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79f686bd3546b9" /><Relationship Type="http://schemas.openxmlformats.org/officeDocument/2006/relationships/extended-properties" Target="/docProps/app.xml" Id="R10260987ec8f46a0" /><Relationship Type="http://schemas.openxmlformats.org/officeDocument/2006/relationships/officeDocument" Target="/ppt/presentation.xml" Id="R369b5f43304446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0690a8877d4ced"/>
  </p:sldMasterIdLst>
  <p:notesMasterIdLst>
    <p:notesMasterId xmlns:r="http://schemas.openxmlformats.org/officeDocument/2006/relationships" r:id="Rc26c27cb0ed3427f"/>
  </p:notesMasterIdLst>
  <p:sldIdLst>
    <p:sldId xmlns:r="http://schemas.openxmlformats.org/officeDocument/2006/relationships" id="256" r:id="R1350407f928f44a1"/>
    <p:sldId xmlns:r="http://schemas.openxmlformats.org/officeDocument/2006/relationships" id="257" r:id="R4c5523f84c9c4173"/>
    <p:sldId xmlns:r="http://schemas.openxmlformats.org/officeDocument/2006/relationships" id="258" r:id="Rac3669ab81f548da"/>
    <p:sldId xmlns:r="http://schemas.openxmlformats.org/officeDocument/2006/relationships" id="259" r:id="Re315f48afea24bf3"/>
    <p:sldId xmlns:r="http://schemas.openxmlformats.org/officeDocument/2006/relationships" id="260" r:id="R658251d49ec94dc4"/>
    <p:sldId xmlns:r="http://schemas.openxmlformats.org/officeDocument/2006/relationships" id="261" r:id="R6dd2094094424d27"/>
    <p:sldId xmlns:r="http://schemas.openxmlformats.org/officeDocument/2006/relationships" id="262" r:id="R97b5e5630ac14a0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e2756babb6e4afe" /><Relationship Type="http://schemas.openxmlformats.org/officeDocument/2006/relationships/slideMaster" Target="/ppt/slideMasters/slideMaster1.xml" Id="R450690a8877d4ced" /><Relationship Type="http://schemas.openxmlformats.org/officeDocument/2006/relationships/notesMaster" Target="/ppt/notesMasters/notesMaster1.xml" Id="Rc26c27cb0ed3427f" /><Relationship Type="http://schemas.openxmlformats.org/officeDocument/2006/relationships/presProps" Target="/ppt/presProps.xml" Id="Rbe11617fea2249cd" /><Relationship Type="http://schemas.openxmlformats.org/officeDocument/2006/relationships/tableStyles" Target="/ppt/tableStyles.xml" Id="R973082df00804439" /><Relationship Type="http://schemas.openxmlformats.org/officeDocument/2006/relationships/slide" Target="/ppt/slides/slide1.xml" Id="R1350407f928f44a1" /><Relationship Type="http://schemas.openxmlformats.org/officeDocument/2006/relationships/slide" Target="/ppt/slides/slide2.xml" Id="R4c5523f84c9c4173" /><Relationship Type="http://schemas.openxmlformats.org/officeDocument/2006/relationships/slide" Target="/ppt/slides/slide3.xml" Id="Rac3669ab81f548da" /><Relationship Type="http://schemas.openxmlformats.org/officeDocument/2006/relationships/slide" Target="/ppt/slides/slide4.xml" Id="Re315f48afea24bf3" /><Relationship Type="http://schemas.openxmlformats.org/officeDocument/2006/relationships/slide" Target="/ppt/slides/slide5.xml" Id="R658251d49ec94dc4" /><Relationship Type="http://schemas.openxmlformats.org/officeDocument/2006/relationships/slide" Target="/ppt/slides/slide6.xml" Id="R6dd2094094424d27" /><Relationship Type="http://schemas.openxmlformats.org/officeDocument/2006/relationships/slide" Target="/ppt/slides/slide7.xml" Id="R97b5e5630ac14a0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8ef5aa369644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edc1d94f134575" /><Relationship Type="http://schemas.openxmlformats.org/officeDocument/2006/relationships/notesMaster" Target="/ppt/notesMasters/notesMaster1.xml" Id="R4d4720ff65de4c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743d70ab3db4afd" /><Relationship Type="http://schemas.openxmlformats.org/officeDocument/2006/relationships/notesMaster" Target="/ppt/notesMasters/notesMaster1.xml" Id="R3dbd345e167744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3acd4dafd9a41ff" /><Relationship Type="http://schemas.openxmlformats.org/officeDocument/2006/relationships/notesMaster" Target="/ppt/notesMasters/notesMaster1.xml" Id="Rf05ff9fb8bf94b6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bdef734acc4f07" /><Relationship Type="http://schemas.openxmlformats.org/officeDocument/2006/relationships/notesMaster" Target="/ppt/notesMasters/notesMaster1.xml" Id="Rc23cbbc677c84c0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66d2c42317e451f" /><Relationship Type="http://schemas.openxmlformats.org/officeDocument/2006/relationships/notesMaster" Target="/ppt/notesMasters/notesMaster1.xml" Id="R53c5c8598e694c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d85512fbf74916" /><Relationship Type="http://schemas.openxmlformats.org/officeDocument/2006/relationships/notesMaster" Target="/ppt/notesMasters/notesMaster1.xml" Id="R5f6c061060ff47e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734a2524b04dd2" /><Relationship Type="http://schemas.openxmlformats.org/officeDocument/2006/relationships/notesMaster" Target="/ppt/notesMasters/notesMaster1.xml" Id="R20f762b74ff145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docs/reports/issue-73-community-ui-validation.md</a:t>
            </a:r>
          </a:p>
          <a:p xmlns:a="http://schemas.openxmlformats.org/drawingml/2006/main">
            <a:r>
              <a:t>- docs/evidence/issue-73/community-theme-validation.json</a:t>
            </a:r>
          </a:p>
          <a:p xmlns:a="http://schemas.openxmlformats.org/drawingml/2006/main">
            <a:r>
              <a:t>- docs/plans/issue-73-community-ui-modernization.md</a:t>
            </a:r>
          </a:p>
          <a:p xmlns:a="http://schemas.openxmlformats.org/drawingml/2006/main">
            <a:r>
              <a:t>- docs/runbooks/community-theme-rollout-rollback.md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3b454b63d644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de82d09c694f8c" /><Relationship Type="http://schemas.openxmlformats.org/officeDocument/2006/relationships/slideLayout" Target="/ppt/slideLayouts/slideLayout1.xml" Id="R95c7e8cca22843b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c7e8cca22843b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0ab351bfed4318" /><Relationship Type="http://schemas.openxmlformats.org/officeDocument/2006/relationships/image" Target="/ppt/media/image.jpeg" Id="Rbe76d691cd0e4aac" /><Relationship Type="http://schemas.openxmlformats.org/officeDocument/2006/relationships/notesSlide" Target="/ppt/notesSlides/notesSlide1.xml" Id="Rb4d1546ed949408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79f863661f4357" /><Relationship Type="http://schemas.openxmlformats.org/officeDocument/2006/relationships/image" Target="/ppt/media/image2.jpeg" Id="R73321c643e4d4662" /><Relationship Type="http://schemas.openxmlformats.org/officeDocument/2006/relationships/image" Target="/ppt/media/image3.jpeg" Id="R9d0db0d874a24d4f" /><Relationship Type="http://schemas.openxmlformats.org/officeDocument/2006/relationships/notesSlide" Target="/ppt/notesSlides/notesSlide2.xml" Id="R70655bbf119a4a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5a7201faf4b5c" /><Relationship Type="http://schemas.openxmlformats.org/officeDocument/2006/relationships/notesSlide" Target="/ppt/notesSlides/notesSlide3.xml" Id="R1f56a2ff27fe45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3094f8c1364a6e" /><Relationship Type="http://schemas.openxmlformats.org/officeDocument/2006/relationships/image" Target="/ppt/media/image4.jpeg" Id="R844661b7a9fc46a5" /><Relationship Type="http://schemas.openxmlformats.org/officeDocument/2006/relationships/notesSlide" Target="/ppt/notesSlides/notesSlide4.xml" Id="Rf6a8b9f7b33c45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ff0061801d439d" /><Relationship Type="http://schemas.openxmlformats.org/officeDocument/2006/relationships/notesSlide" Target="/ppt/notesSlides/notesSlide5.xml" Id="Rabc5e1ab20f8410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42168b5844cc4" /><Relationship Type="http://schemas.openxmlformats.org/officeDocument/2006/relationships/notesSlide" Target="/ppt/notesSlides/notesSlide6.xml" Id="Rc0cf52729e34456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c10bb895804343" /><Relationship Type="http://schemas.openxmlformats.org/officeDocument/2006/relationships/notesSlide" Target="/ppt/notesSlides/notesSlide7.xml" Id="R0473e1b4ba5049f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4B7B93E2-6442-4270-AE4F-B64538F3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ABLESTACK TECHFLOW · ISSUE #73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D4A67E8-893A-4EB1-9204-B81B03D1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5143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Community</a:t>
            </a:r>
          </a:p>
          <a:p xmlns:a="http://schemas.openxmlformats.org/drawingml/2006/main">
            <a:pPr algn="l">
              <a:def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인터페이스 현대화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664A089-42F5-44B7-831E-8FD64B31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147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브랜드 테마 · 한글 UX · 반응형 · 안전한 롤백</a:t>
            </a:r>
          </a:p>
        </p:txBody>
      </p:sp>
      <p:sp>
        <p:nvSpPr>
          <p:cNvPr id="4" name="cover-image-frame">
            <a:extLst xmlns:a="http://schemas.openxmlformats.org/drawingml/2006/main">
              <a:ext uri="{FF2B5EF4-FFF2-40B4-BE49-F238E27FC236}">
                <a16:creationId xmlns:a16="http://schemas.microsoft.com/office/drawing/2014/main" id="{B554C5A4-C2B8-4CFF-9A43-5C8F4917F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0050"/>
            <a:ext cx="5543550" cy="5619750"/>
          </a:xfrm>
          <a:prstGeom xmlns:a="http://schemas.openxmlformats.org/drawingml/2006/main" prst="roundRect">
            <a:avLst>
              <a:gd name="adj" fmla="val 1375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76d691cd0e4aac"/>
          <a:stretch xmlns:a="http://schemas.openxmlformats.org/drawingml/2006/main"/>
        </p:blipFill>
        <p:spPr>
          <a:xfrm xmlns:a="http://schemas.openxmlformats.org/drawingml/2006/main">
            <a:off x="6438900" y="1631683"/>
            <a:ext cx="5048250" cy="3156485"/>
          </a:xfrm>
          <a:prstGeom xmlns:a="http://schemas.openxmlformats.org/drawingml/2006/main" prst="roundRect">
            <a:avLst>
              <a:gd name="adj" fmla="val 2281"/>
            </a:avLst>
          </a:prstGeom>
        </p:spPr>
      </p:pic>
      <p:sp>
        <p:nvSpPr>
          <p:cNvPr id="6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15AAC152-9414-47E5-B35E-5D2E9FCC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149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CONDITIONAL GO</a:t>
            </a:r>
          </a:p>
        </p:txBody>
      </p:sp>
    </p:spTree>
    <p:extLst>
      <p:ext uri="{BB962C8B-B14F-4D97-AF65-F5344CB8AC3E}">
        <p14:creationId xmlns:p14="http://schemas.microsoft.com/office/powerpoint/2010/main" val="17068270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-2">
            <a:extLst xmlns:a="http://schemas.openxmlformats.org/drawingml/2006/main">
              <a:ext uri="{FF2B5EF4-FFF2-40B4-BE49-F238E27FC236}">
                <a16:creationId xmlns:a16="http://schemas.microsoft.com/office/drawing/2014/main" id="{A1283ABD-A432-4E85-8769-9450E8AA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기능은 그대로, 읽기 계층은 더 분명해졌습니다</a:t>
            </a:r>
          </a:p>
        </p:txBody>
      </p:sp>
      <p:sp>
        <p:nvSpPr>
          <p:cNvPr id="2" name="page-2">
            <a:extLst xmlns:a="http://schemas.openxmlformats.org/drawingml/2006/main">
              <a:ext uri="{FF2B5EF4-FFF2-40B4-BE49-F238E27FC236}">
                <a16:creationId xmlns:a16="http://schemas.microsoft.com/office/drawing/2014/main" id="{A27105BC-7324-4AA9-A9D8-90E2F185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" name="before-label">
            <a:extLst xmlns:a="http://schemas.openxmlformats.org/drawingml/2006/main">
              <a:ext uri="{FF2B5EF4-FFF2-40B4-BE49-F238E27FC236}">
                <a16:creationId xmlns:a16="http://schemas.microsoft.com/office/drawing/2014/main" id="{B45CADA3-BAB2-40F8-BC44-CFDCD51A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BEFORE</a:t>
            </a:r>
          </a:p>
        </p:txBody>
      </p:sp>
      <p:sp>
        <p:nvSpPr>
          <p:cNvPr id="4" name="after-label">
            <a:extLst xmlns:a="http://schemas.openxmlformats.org/drawingml/2006/main">
              <a:ext uri="{FF2B5EF4-FFF2-40B4-BE49-F238E27FC236}">
                <a16:creationId xmlns:a16="http://schemas.microsoft.com/office/drawing/2014/main" id="{3164679E-B971-43CC-8418-CD4442994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1620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AFTER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21c643e4d4662"/>
          <a:stretch xmlns:a="http://schemas.openxmlformats.org/drawingml/2006/main"/>
        </p:blipFill>
        <p:spPr>
          <a:xfrm xmlns:a="http://schemas.openxmlformats.org/drawingml/2006/main">
            <a:off x="4572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0db0d874a24d4f"/>
          <a:stretch xmlns:a="http://schemas.openxmlformats.org/drawingml/2006/main"/>
        </p:blipFill>
        <p:spPr>
          <a:xfrm xmlns:a="http://schemas.openxmlformats.org/drawingml/2006/main">
            <a:off x="6362700" y="1582854"/>
            <a:ext cx="5143500" cy="3216041"/>
          </a:xfrm>
          <a:prstGeom xmlns:a="http://schemas.openxmlformats.org/drawingml/2006/main" prst="roundRect">
            <a:avLst>
              <a:gd name="adj" fmla="val 3550"/>
            </a:avLst>
          </a:prstGeom>
        </p:spPr>
      </p:pic>
      <p:sp>
        <p:nvSpPr>
          <p:cNvPr id="7" name="before-copy">
            <a:extLst xmlns:a="http://schemas.openxmlformats.org/drawingml/2006/main">
              <a:ext uri="{FF2B5EF4-FFF2-40B4-BE49-F238E27FC236}">
                <a16:creationId xmlns:a16="http://schemas.microsoft.com/office/drawing/2014/main" id="{C4066924-24C7-4FEA-8B6B-E52E75A6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좁은 행 간격 · 약한 상태 구분 · 모바일 겹침</a:t>
            </a:r>
          </a:p>
        </p:txBody>
      </p:sp>
      <p:sp>
        <p:nvSpPr>
          <p:cNvPr id="8" name="after-copy">
            <a:extLst xmlns:a="http://schemas.openxmlformats.org/drawingml/2006/main">
              <a:ext uri="{FF2B5EF4-FFF2-40B4-BE49-F238E27FC236}">
                <a16:creationId xmlns:a16="http://schemas.microsoft.com/office/drawing/2014/main" id="{D8F642DD-110A-44B0-AB46-C6DBAF82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62px 단일 행 · 제목·태그·댓글 수 한 줄 · 240px 탐색</a:t>
            </a:r>
          </a:p>
        </p:txBody>
      </p:sp>
    </p:spTree>
    <p:extLst>
      <p:ext uri="{BB962C8B-B14F-4D97-AF65-F5344CB8AC3E}">
        <p14:creationId xmlns:p14="http://schemas.microsoft.com/office/powerpoint/2010/main" val="4304199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75B0F050-EE6B-405E-A8FB-61435466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답변과 선택된 해결 답변을 간결하게 구분합니다</a:t>
            </a:r>
          </a:p>
        </p:txBody>
      </p:sp>
      <p:sp>
        <p:nvSpPr>
          <p:cNvPr id="2" name="page-3">
            <a:extLst xmlns:a="http://schemas.openxmlformats.org/drawingml/2006/main">
              <a:ext uri="{FF2B5EF4-FFF2-40B4-BE49-F238E27FC236}">
                <a16:creationId xmlns:a16="http://schemas.microsoft.com/office/drawing/2014/main" id="{7BD68930-1D90-4E70-8434-7E1146E6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" name="state-0">
            <a:extLst xmlns:a="http://schemas.openxmlformats.org/drawingml/2006/main">
              <a:ext uri="{FF2B5EF4-FFF2-40B4-BE49-F238E27FC236}">
                <a16:creationId xmlns:a16="http://schemas.microsoft.com/office/drawing/2014/main" id="{0BEEDC12-5BF6-4506-9389-0B6D328A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049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4" name="state-label-0">
            <a:extLst xmlns:a="http://schemas.openxmlformats.org/drawingml/2006/main">
              <a:ext uri="{FF2B5EF4-FFF2-40B4-BE49-F238E27FC236}">
                <a16:creationId xmlns:a16="http://schemas.microsoft.com/office/drawing/2014/main" id="{4E5D7712-E169-41E6-8C93-56D3FA53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859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사용자 질문</a:t>
            </a:r>
          </a:p>
        </p:txBody>
      </p:sp>
      <p:sp>
        <p:nvSpPr>
          <p:cNvPr id="5" name="state-detail-0">
            <a:extLst xmlns:a="http://schemas.openxmlformats.org/drawingml/2006/main">
              <a:ext uri="{FF2B5EF4-FFF2-40B4-BE49-F238E27FC236}">
                <a16:creationId xmlns:a16="http://schemas.microsoft.com/office/drawing/2014/main" id="{9CC6A1E6-7539-4D38-A178-7E3965CF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049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증상과 첨부파일</a:t>
            </a:r>
          </a:p>
        </p:txBody>
      </p:sp>
      <p:sp>
        <p:nvSpPr>
          <p:cNvPr id="6" name="state-1">
            <a:extLst xmlns:a="http://schemas.openxmlformats.org/drawingml/2006/main">
              <a:ext uri="{FF2B5EF4-FFF2-40B4-BE49-F238E27FC236}">
                <a16:creationId xmlns:a16="http://schemas.microsoft.com/office/drawing/2014/main" id="{3A2B37F0-680C-4C4A-87AC-71C6F649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A8C5F2"/>
            </a:solidFill>
            <a:prstDash val="solid"/>
          </a:ln>
        </p:spPr>
      </p:sp>
      <p:sp>
        <p:nvSpPr>
          <p:cNvPr id="7" name="state-label-1">
            <a:extLst xmlns:a="http://schemas.openxmlformats.org/drawingml/2006/main">
              <a:ext uri="{FF2B5EF4-FFF2-40B4-BE49-F238E27FC236}">
                <a16:creationId xmlns:a16="http://schemas.microsoft.com/office/drawing/2014/main" id="{6DD98BBE-53C5-452F-B8C7-081631B8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7527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AI 기술지원</a:t>
            </a:r>
          </a:p>
        </p:txBody>
      </p:sp>
      <p:sp>
        <p:nvSpPr>
          <p:cNvPr id="8" name="state-detail-1">
            <a:extLst xmlns:a="http://schemas.openxmlformats.org/drawingml/2006/main">
              <a:ext uri="{FF2B5EF4-FFF2-40B4-BE49-F238E27FC236}">
                <a16:creationId xmlns:a16="http://schemas.microsoft.com/office/drawing/2014/main" id="{8E51167F-478E-4FD4-B3E6-91D1925B7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7717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진행 중인 전문 엔지니어 답변</a:t>
            </a:r>
          </a:p>
        </p:txBody>
      </p:sp>
      <p:sp>
        <p:nvSpPr>
          <p:cNvPr id="9" name="state-2">
            <a:extLst xmlns:a="http://schemas.openxmlformats.org/drawingml/2006/main">
              <a:ext uri="{FF2B5EF4-FFF2-40B4-BE49-F238E27FC236}">
                <a16:creationId xmlns:a16="http://schemas.microsoft.com/office/drawing/2014/main" id="{508A98F1-E253-4DF6-87E5-C765A653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385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0" name="state-label-2">
            <a:extLst xmlns:a="http://schemas.openxmlformats.org/drawingml/2006/main">
              <a:ext uri="{FF2B5EF4-FFF2-40B4-BE49-F238E27FC236}">
                <a16:creationId xmlns:a16="http://schemas.microsoft.com/office/drawing/2014/main" id="{03E5AF0B-B361-4F1B-888C-390D535E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추가 확인 필요</a:t>
            </a:r>
          </a:p>
        </p:txBody>
      </p:sp>
      <p:sp>
        <p:nvSpPr>
          <p:cNvPr id="11" name="state-detail-2">
            <a:extLst xmlns:a="http://schemas.openxmlformats.org/drawingml/2006/main">
              <a:ext uri="{FF2B5EF4-FFF2-40B4-BE49-F238E27FC236}">
                <a16:creationId xmlns:a16="http://schemas.microsoft.com/office/drawing/2014/main" id="{C5B1CAF8-47B3-4E01-A1C3-78BFB4F5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385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로그·화면·환경 정보 요청</a:t>
            </a:r>
          </a:p>
        </p:txBody>
      </p:sp>
      <p:sp>
        <p:nvSpPr>
          <p:cNvPr id="12" name="state-3">
            <a:extLst xmlns:a="http://schemas.openxmlformats.org/drawingml/2006/main">
              <a:ext uri="{FF2B5EF4-FFF2-40B4-BE49-F238E27FC236}">
                <a16:creationId xmlns:a16="http://schemas.microsoft.com/office/drawing/2014/main" id="{835489CD-574C-4B2D-B382-FA54F6C9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05350"/>
            <a:ext cx="104013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13" name="state-label-3">
            <a:extLst xmlns:a="http://schemas.openxmlformats.org/drawingml/2006/main">
              <a:ext uri="{FF2B5EF4-FFF2-40B4-BE49-F238E27FC236}">
                <a16:creationId xmlns:a16="http://schemas.microsoft.com/office/drawing/2014/main" id="{0770E9D6-A9C5-4992-9EAB-ABF33EE5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886325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해결된 답변</a:t>
            </a:r>
          </a:p>
        </p:txBody>
      </p:sp>
      <p:sp>
        <p:nvSpPr>
          <p:cNvPr id="14" name="state-detail-3">
            <a:extLst xmlns:a="http://schemas.openxmlformats.org/drawingml/2006/main">
              <a:ext uri="{FF2B5EF4-FFF2-40B4-BE49-F238E27FC236}">
                <a16:creationId xmlns:a16="http://schemas.microsoft.com/office/drawing/2014/main" id="{D96A8BC2-60FE-47A2-9EEA-873F9533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90537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작은 배지 · 녹색 강조선 · 중복 작성자 정보 제거</a:t>
            </a:r>
          </a:p>
        </p:txBody>
      </p:sp>
    </p:spTree>
    <p:extLst>
      <p:ext uri="{BB962C8B-B14F-4D97-AF65-F5344CB8AC3E}">
        <p14:creationId xmlns:p14="http://schemas.microsoft.com/office/powerpoint/2010/main" val="17267016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4">
            <a:extLst xmlns:a="http://schemas.openxmlformats.org/drawingml/2006/main">
              <a:ext uri="{FF2B5EF4-FFF2-40B4-BE49-F238E27FC236}">
                <a16:creationId xmlns:a16="http://schemas.microsoft.com/office/drawing/2014/main" id="{A94BB092-25C0-41AC-A3EC-796817B2E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작업 버튼과 Footer를 별도 영역으로 분리했습니다</a:t>
            </a:r>
          </a:p>
        </p:txBody>
      </p:sp>
      <p:sp>
        <p:nvSpPr>
          <p:cNvPr id="2" name="page-4">
            <a:extLst xmlns:a="http://schemas.openxmlformats.org/drawingml/2006/main">
              <a:ext uri="{FF2B5EF4-FFF2-40B4-BE49-F238E27FC236}">
                <a16:creationId xmlns:a16="http://schemas.microsoft.com/office/drawing/2014/main" id="{3129D753-EEFC-4FFB-A7DD-D71ADCFE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4661b7a9fc46a5"/>
          <a:stretch xmlns:a="http://schemas.openxmlformats.org/drawingml/2006/main"/>
        </p:blipFill>
        <p:spPr>
          <a:xfrm xmlns:a="http://schemas.openxmlformats.org/drawingml/2006/main">
            <a:off x="1151821" y="1295400"/>
            <a:ext cx="2287408" cy="495300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4" name="mobile-fact-1">
            <a:extLst xmlns:a="http://schemas.openxmlformats.org/drawingml/2006/main">
              <a:ext uri="{FF2B5EF4-FFF2-40B4-BE49-F238E27FC236}">
                <a16:creationId xmlns:a16="http://schemas.microsoft.com/office/drawing/2014/main" id="{15C9C83B-D3F8-4456-8C5F-CBC306A6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954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8px</a:t>
            </a:r>
          </a:p>
        </p:txBody>
      </p:sp>
      <p:sp>
        <p:nvSpPr>
          <p:cNvPr id="5" name="mobile-desc-1">
            <a:extLst xmlns:a="http://schemas.openxmlformats.org/drawingml/2006/main">
              <a:ext uri="{FF2B5EF4-FFF2-40B4-BE49-F238E27FC236}">
                <a16:creationId xmlns:a16="http://schemas.microsoft.com/office/drawing/2014/main" id="{738E5E57-66FA-4596-9CAE-6DED76A0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4785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카드 아래 답장 작업 영역</a:t>
            </a:r>
          </a:p>
        </p:txBody>
      </p:sp>
      <p:sp>
        <p:nvSpPr>
          <p:cNvPr id="6" name="mobile-fact-2">
            <a:extLst xmlns:a="http://schemas.openxmlformats.org/drawingml/2006/main">
              <a:ext uri="{FF2B5EF4-FFF2-40B4-BE49-F238E27FC236}">
                <a16:creationId xmlns:a16="http://schemas.microsoft.com/office/drawing/2014/main" id="{9CBB2B0B-B879-4EAA-B56C-3DC917E7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575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39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1px</a:t>
            </a:r>
          </a:p>
        </p:txBody>
      </p:sp>
      <p:sp>
        <p:nvSpPr>
          <p:cNvPr id="7" name="mobile-desc-2">
            <a:extLst xmlns:a="http://schemas.openxmlformats.org/drawingml/2006/main">
              <a:ext uri="{FF2B5EF4-FFF2-40B4-BE49-F238E27FC236}">
                <a16:creationId xmlns:a16="http://schemas.microsoft.com/office/drawing/2014/main" id="{833FCFD6-EFE7-4BDF-9FA5-65434188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0990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카드·버튼 오른쪽 선 차이</a:t>
            </a:r>
          </a:p>
        </p:txBody>
      </p:sp>
      <p:sp>
        <p:nvSpPr>
          <p:cNvPr id="8" name="mobile-fact-3">
            <a:extLst xmlns:a="http://schemas.openxmlformats.org/drawingml/2006/main">
              <a:ext uri="{FF2B5EF4-FFF2-40B4-BE49-F238E27FC236}">
                <a16:creationId xmlns:a16="http://schemas.microsoft.com/office/drawing/2014/main" id="{BA9E087C-4DBE-434A-8A2C-EDB518CF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19550"/>
            <a:ext cx="2333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38/36px</a:t>
            </a:r>
          </a:p>
        </p:txBody>
      </p:sp>
      <p:sp>
        <p:nvSpPr>
          <p:cNvPr id="9" name="mobile-desc-3">
            <a:extLst xmlns:a="http://schemas.openxmlformats.org/drawingml/2006/main">
              <a:ext uri="{FF2B5EF4-FFF2-40B4-BE49-F238E27FC236}">
                <a16:creationId xmlns:a16="http://schemas.microsoft.com/office/drawing/2014/main" id="{109EBE79-AA01-4765-9F11-0E4AF7F8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7195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Desktop/Mobile Footer 아이콘</a:t>
            </a:r>
          </a:p>
        </p:txBody>
      </p:sp>
      <p:sp>
        <p:nvSpPr>
          <p:cNvPr id="10" name="mobile-foot">
            <a:extLst xmlns:a="http://schemas.openxmlformats.org/drawingml/2006/main">
              <a:ext uri="{FF2B5EF4-FFF2-40B4-BE49-F238E27FC236}">
                <a16:creationId xmlns:a16="http://schemas.microsoft.com/office/drawing/2014/main" id="{7FBADA9F-BA90-43A1-841A-4AA87EE0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391150"/>
            <a:ext cx="647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중복 구분선 제거 · 비로그인 답장 비활성 · 모바일 넘침 0px</a:t>
            </a:r>
          </a:p>
        </p:txBody>
      </p:sp>
    </p:spTree>
    <p:extLst>
      <p:ext uri="{BB962C8B-B14F-4D97-AF65-F5344CB8AC3E}">
        <p14:creationId xmlns:p14="http://schemas.microsoft.com/office/powerpoint/2010/main" val="1223656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title-5">
            <a:extLst xmlns:a="http://schemas.openxmlformats.org/drawingml/2006/main">
              <a:ext uri="{FF2B5EF4-FFF2-40B4-BE49-F238E27FC236}">
                <a16:creationId xmlns:a16="http://schemas.microsoft.com/office/drawing/2014/main" id="{D9F1C426-603E-4E77-A1F0-62AAC17DD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활성화와 롤백에도 콘텐츠는 그대로였습니다</a:t>
            </a:r>
          </a:p>
        </p:txBody>
      </p:sp>
      <p:sp>
        <p:nvSpPr>
          <p:cNvPr id="2" name="page-5">
            <a:extLst xmlns:a="http://schemas.openxmlformats.org/drawingml/2006/main">
              <a:ext uri="{FF2B5EF4-FFF2-40B4-BE49-F238E27FC236}">
                <a16:creationId xmlns:a16="http://schemas.microsoft.com/office/drawing/2014/main" id="{23F6A1F1-7E1F-462F-9621-A96BA6FF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3" name="arrow-0">
            <a:extLst xmlns:a="http://schemas.openxmlformats.org/drawingml/2006/main">
              <a:ext uri="{FF2B5EF4-FFF2-40B4-BE49-F238E27FC236}">
                <a16:creationId xmlns:a16="http://schemas.microsoft.com/office/drawing/2014/main" id="{AB83CF44-8E5E-4759-832C-417E6F52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phase-0">
            <a:extLst xmlns:a="http://schemas.openxmlformats.org/drawingml/2006/main">
              <a:ext uri="{FF2B5EF4-FFF2-40B4-BE49-F238E27FC236}">
                <a16:creationId xmlns:a16="http://schemas.microsoft.com/office/drawing/2014/main" id="{7B8FD691-1520-43AB-BA99-FEBC32BC5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5" name="phase-label-0">
            <a:extLst xmlns:a="http://schemas.openxmlformats.org/drawingml/2006/main">
              <a:ext uri="{FF2B5EF4-FFF2-40B4-BE49-F238E27FC236}">
                <a16:creationId xmlns:a16="http://schemas.microsoft.com/office/drawing/2014/main" id="{F995D299-D9DE-4620-B3F9-20A651318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기준선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6" name="phase-http-0">
            <a:extLst xmlns:a="http://schemas.openxmlformats.org/drawingml/2006/main">
              <a:ext uri="{FF2B5EF4-FFF2-40B4-BE49-F238E27FC236}">
                <a16:creationId xmlns:a16="http://schemas.microsoft.com/office/drawing/2014/main" id="{AAECC66E-49BA-49BE-8D6F-814C0CB2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7" name="arrow-1">
            <a:extLst xmlns:a="http://schemas.openxmlformats.org/drawingml/2006/main">
              <a:ext uri="{FF2B5EF4-FFF2-40B4-BE49-F238E27FC236}">
                <a16:creationId xmlns:a16="http://schemas.microsoft.com/office/drawing/2014/main" id="{5C3DD1B8-0BA2-4AA5-AE2B-A8A1B1120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8" name="phase-1">
            <a:extLst xmlns:a="http://schemas.openxmlformats.org/drawingml/2006/main">
              <a:ext uri="{FF2B5EF4-FFF2-40B4-BE49-F238E27FC236}">
                <a16:creationId xmlns:a16="http://schemas.microsoft.com/office/drawing/2014/main" id="{04F0BD8A-CC9B-47B5-8142-71D1D198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9" name="phase-label-1">
            <a:extLst xmlns:a="http://schemas.openxmlformats.org/drawingml/2006/main">
              <a:ext uri="{FF2B5EF4-FFF2-40B4-BE49-F238E27FC236}">
                <a16:creationId xmlns:a16="http://schemas.microsoft.com/office/drawing/2014/main" id="{A580E82A-444F-4B6C-BBDB-BC56DBFF3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활성화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0" name="phase-http-1">
            <a:extLst xmlns:a="http://schemas.openxmlformats.org/drawingml/2006/main">
              <a:ext uri="{FF2B5EF4-FFF2-40B4-BE49-F238E27FC236}">
                <a16:creationId xmlns:a16="http://schemas.microsoft.com/office/drawing/2014/main" id="{C82E3898-C652-4870-AD21-16B0C2BE3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1" name="arrow-2">
            <a:extLst xmlns:a="http://schemas.openxmlformats.org/drawingml/2006/main">
              <a:ext uri="{FF2B5EF4-FFF2-40B4-BE49-F238E27FC236}">
                <a16:creationId xmlns:a16="http://schemas.microsoft.com/office/drawing/2014/main" id="{D0B1051D-001D-485F-B0B8-962CC458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09875"/>
            <a:ext cx="552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2" name="phase-2">
            <a:extLst xmlns:a="http://schemas.openxmlformats.org/drawingml/2006/main">
              <a:ext uri="{FF2B5EF4-FFF2-40B4-BE49-F238E27FC236}">
                <a16:creationId xmlns:a16="http://schemas.microsoft.com/office/drawing/2014/main" id="{709BF6E1-758D-48E1-A1B0-17B6D4CB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13" name="phase-label-2">
            <a:extLst xmlns:a="http://schemas.openxmlformats.org/drawingml/2006/main">
              <a:ext uri="{FF2B5EF4-FFF2-40B4-BE49-F238E27FC236}">
                <a16:creationId xmlns:a16="http://schemas.microsoft.com/office/drawing/2014/main" id="{5B3B237C-267C-4280-8F0C-F238E802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롤백</a:t>
            </a:r>
          </a:p>
          <a:p xmlns:a="http://schemas.openxmlformats.org/drawingml/2006/main">
            <a:pPr algn="ctr">
              <a:def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Disabled</a:t>
            </a:r>
          </a:p>
        </p:txBody>
      </p:sp>
      <p:sp>
        <p:nvSpPr>
          <p:cNvPr id="14" name="phase-http-2">
            <a:extLst xmlns:a="http://schemas.openxmlformats.org/drawingml/2006/main">
              <a:ext uri="{FF2B5EF4-FFF2-40B4-BE49-F238E27FC236}">
                <a16:creationId xmlns:a16="http://schemas.microsoft.com/office/drawing/2014/main" id="{D8B27D83-C915-4520-82DA-3AF23474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5" name="phase-3">
            <a:extLst xmlns:a="http://schemas.openxmlformats.org/drawingml/2006/main">
              <a:ext uri="{FF2B5EF4-FFF2-40B4-BE49-F238E27FC236}">
                <a16:creationId xmlns:a16="http://schemas.microsoft.com/office/drawing/2014/main" id="{78828B45-037A-4A7D-ADB8-2CDB9BAA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47900"/>
            <a:ext cx="21717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16" name="phase-label-3">
            <a:extLst xmlns:a="http://schemas.openxmlformats.org/drawingml/2006/main">
              <a:ext uri="{FF2B5EF4-FFF2-40B4-BE49-F238E27FC236}">
                <a16:creationId xmlns:a16="http://schemas.microsoft.com/office/drawing/2014/main" id="{A111AD34-6EAC-4873-85E5-EC1A3821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552700"/>
            <a:ext cx="17907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최종</a:t>
            </a:r>
          </a:p>
          <a:p xmlns:a="http://schemas.openxmlformats.org/drawingml/2006/main">
            <a:pPr algn="ctr">
              <a:def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Enabled</a:t>
            </a:r>
          </a:p>
        </p:txBody>
      </p:sp>
      <p:sp>
        <p:nvSpPr>
          <p:cNvPr id="17" name="phase-http-3">
            <a:extLst xmlns:a="http://schemas.openxmlformats.org/drawingml/2006/main">
              <a:ext uri="{FF2B5EF4-FFF2-40B4-BE49-F238E27FC236}">
                <a16:creationId xmlns:a16="http://schemas.microsoft.com/office/drawing/2014/main" id="{6C409C6D-D26C-463B-B2CA-7E96D252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3333750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HTTP 200</a:t>
            </a:r>
          </a:p>
        </p:txBody>
      </p:sp>
      <p:sp>
        <p:nvSpPr>
          <p:cNvPr id="18" name="integrity-count">
            <a:extLst xmlns:a="http://schemas.openxmlformats.org/drawingml/2006/main">
              <a:ext uri="{FF2B5EF4-FFF2-40B4-BE49-F238E27FC236}">
                <a16:creationId xmlns:a16="http://schemas.microsoft.com/office/drawing/2014/main" id="{82827E20-F3D1-4539-8348-6F7134CD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39 users · 117 discussions · 305 posts</a:t>
            </a:r>
          </a:p>
        </p:txBody>
      </p:sp>
      <p:sp>
        <p:nvSpPr>
          <p:cNvPr id="19" name="integrity-hash">
            <a:extLst xmlns:a="http://schemas.openxmlformats.org/drawingml/2006/main">
              <a:ext uri="{FF2B5EF4-FFF2-40B4-BE49-F238E27FC236}">
                <a16:creationId xmlns:a16="http://schemas.microsoft.com/office/drawing/2014/main" id="{F62C0DBE-98A4-44FA-BCCF-1D2C224A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콘텐츠 SHA-256 동일 · 첨부 SHA-256 동일 · 정적 계약 8/8</a:t>
            </a:r>
          </a:p>
        </p:txBody>
      </p:sp>
    </p:spTree>
    <p:extLst>
      <p:ext uri="{BB962C8B-B14F-4D97-AF65-F5344CB8AC3E}">
        <p14:creationId xmlns:p14="http://schemas.microsoft.com/office/powerpoint/2010/main" val="6468028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6">
            <a:extLst xmlns:a="http://schemas.openxmlformats.org/drawingml/2006/main">
              <a:ext uri="{FF2B5EF4-FFF2-40B4-BE49-F238E27FC236}">
                <a16:creationId xmlns:a16="http://schemas.microsoft.com/office/drawing/2014/main" id="{7664DB93-0890-4CD0-BD39-20B10339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Core를 건드리지 않아 롤백은 확장 하나로 끝납니다</a:t>
            </a:r>
          </a:p>
        </p:txBody>
      </p:sp>
      <p:sp>
        <p:nvSpPr>
          <p:cNvPr id="2" name="page-6">
            <a:extLst xmlns:a="http://schemas.openxmlformats.org/drawingml/2006/main">
              <a:ext uri="{FF2B5EF4-FFF2-40B4-BE49-F238E27FC236}">
                <a16:creationId xmlns:a16="http://schemas.microsoft.com/office/drawing/2014/main" id="{3F3A5760-3F2F-457F-ABB9-7B9E4EF2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3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4D7A4765-56DD-4DBF-AAA8-B068FC4C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75C0061E-10B5-4ECC-A97F-E90FF44C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24150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5" name="flarum-core">
            <a:extLst xmlns:a="http://schemas.openxmlformats.org/drawingml/2006/main">
              <a:ext uri="{FF2B5EF4-FFF2-40B4-BE49-F238E27FC236}">
                <a16:creationId xmlns:a16="http://schemas.microsoft.com/office/drawing/2014/main" id="{67F19C25-F757-4A5E-8A6F-69650BABC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3F7FC"/>
          </a:solidFill>
          <a:ln xmlns:a="http://schemas.openxmlformats.org/drawingml/2006/main" w="9525">
            <a:solidFill>
              <a:srgbClr val="D5E1F1"/>
            </a:solidFill>
            <a:prstDash val="solid"/>
          </a:ln>
        </p:spPr>
      </p:sp>
      <p:sp>
        <p:nvSpPr>
          <p:cNvPr id="6" name="theme-extension">
            <a:extLst xmlns:a="http://schemas.openxmlformats.org/drawingml/2006/main">
              <a:ext uri="{FF2B5EF4-FFF2-40B4-BE49-F238E27FC236}">
                <a16:creationId xmlns:a16="http://schemas.microsoft.com/office/drawing/2014/main" id="{B833FFDA-1BB0-450B-B2F8-0963868ED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76450"/>
            <a:ext cx="29718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7" name="community-ui">
            <a:extLst xmlns:a="http://schemas.openxmlformats.org/drawingml/2006/main">
              <a:ext uri="{FF2B5EF4-FFF2-40B4-BE49-F238E27FC236}">
                <a16:creationId xmlns:a16="http://schemas.microsoft.com/office/drawing/2014/main" id="{ED714F1C-07CD-49DA-A70D-0CDE790D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AF2"/>
          </a:solidFill>
          <a:ln xmlns:a="http://schemas.openxmlformats.org/drawingml/2006/main" w="9525">
            <a:solidFill>
              <a:srgbClr val="86D2AA"/>
            </a:solidFill>
            <a:prstDash val="solid"/>
          </a:ln>
        </p:spPr>
      </p:sp>
      <p:sp>
        <p:nvSpPr>
          <p:cNvPr id="8" name="flarum-core-title">
            <a:extLst xmlns:a="http://schemas.openxmlformats.org/drawingml/2006/main">
              <a:ext uri="{FF2B5EF4-FFF2-40B4-BE49-F238E27FC236}">
                <a16:creationId xmlns:a16="http://schemas.microsoft.com/office/drawing/2014/main" id="{19738C16-A9C1-4AE6-BB29-0820BE5E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Flarum 1.8.18</a:t>
            </a:r>
          </a:p>
        </p:txBody>
      </p:sp>
      <p:sp>
        <p:nvSpPr>
          <p:cNvPr id="9" name="flarum-core-copy">
            <a:extLst xmlns:a="http://schemas.openxmlformats.org/drawingml/2006/main">
              <a:ext uri="{FF2B5EF4-FFF2-40B4-BE49-F238E27FC236}">
                <a16:creationId xmlns:a16="http://schemas.microsoft.com/office/drawing/2014/main" id="{9B4AF3F7-E82F-4BD2-959E-CE6247FA0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라우팅 · 권한 · 검색 · 작성</a:t>
            </a:r>
          </a:p>
        </p:txBody>
      </p:sp>
      <p:sp>
        <p:nvSpPr>
          <p:cNvPr id="10" name="theme-title">
            <a:extLst xmlns:a="http://schemas.openxmlformats.org/drawingml/2006/main">
              <a:ext uri="{FF2B5EF4-FFF2-40B4-BE49-F238E27FC236}">
                <a16:creationId xmlns:a16="http://schemas.microsoft.com/office/drawing/2014/main" id="{D0688116-870D-40B4-9B55-AEB2C58F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3622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ABLESTACK</a:t>
            </a:r>
          </a:p>
          <a:p xmlns:a="http://schemas.openxmlformats.org/drawingml/2006/main">
            <a:pPr algn="ctr">
              <a:def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Theme</a:t>
            </a:r>
          </a:p>
        </p:txBody>
      </p:sp>
      <p:sp>
        <p:nvSpPr>
          <p:cNvPr id="11" name="theme-copy">
            <a:extLst xmlns:a="http://schemas.openxmlformats.org/drawingml/2006/main">
              <a:ext uri="{FF2B5EF4-FFF2-40B4-BE49-F238E27FC236}">
                <a16:creationId xmlns:a16="http://schemas.microsoft.com/office/drawing/2014/main" id="{64116E7C-269E-4C5D-8134-0C822354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257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LESS · 한글 Cache · 상태 표시</a:t>
            </a:r>
          </a:p>
        </p:txBody>
      </p:sp>
      <p:sp>
        <p:nvSpPr>
          <p:cNvPr id="12" name="ui-title">
            <a:extLst xmlns:a="http://schemas.openxmlformats.org/drawingml/2006/main">
              <a:ext uri="{FF2B5EF4-FFF2-40B4-BE49-F238E27FC236}">
                <a16:creationId xmlns:a16="http://schemas.microsoft.com/office/drawing/2014/main" id="{D029147F-6E28-4610-AC1E-F747C2A2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609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Community UI</a:t>
            </a:r>
          </a:p>
        </p:txBody>
      </p:sp>
      <p:sp>
        <p:nvSpPr>
          <p:cNvPr id="13" name="ui-copy">
            <a:extLst xmlns:a="http://schemas.openxmlformats.org/drawingml/2006/main">
              <a:ext uri="{FF2B5EF4-FFF2-40B4-BE49-F238E27FC236}">
                <a16:creationId xmlns:a16="http://schemas.microsoft.com/office/drawing/2014/main" id="{65DA998A-74FA-476A-96F4-4E5182B08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05150"/>
            <a:ext cx="2609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Desktop · Mobile · Accessibility</a:t>
            </a:r>
          </a:p>
        </p:txBody>
      </p:sp>
      <p:sp>
        <p:nvSpPr>
          <p:cNvPr id="14" name="rollback-strip">
            <a:extLst xmlns:a="http://schemas.openxmlformats.org/drawingml/2006/main">
              <a:ext uri="{FF2B5EF4-FFF2-40B4-BE49-F238E27FC236}">
                <a16:creationId xmlns:a16="http://schemas.microsoft.com/office/drawing/2014/main" id="{1F45A8B5-6E2F-4440-AFDD-EB9F3297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81550"/>
            <a:ext cx="7429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6DF"/>
          </a:solidFill>
          <a:ln xmlns:a="http://schemas.openxmlformats.org/drawingml/2006/main" w="9525">
            <a:solidFill>
              <a:srgbClr val="E4B955"/>
            </a:solidFill>
            <a:prstDash val="solid"/>
          </a:ln>
        </p:spPr>
      </p:sp>
      <p:sp>
        <p:nvSpPr>
          <p:cNvPr id="15" name="rollback-copy">
            <a:extLst xmlns:a="http://schemas.openxmlformats.org/drawingml/2006/main">
              <a:ext uri="{FF2B5EF4-FFF2-40B4-BE49-F238E27FC236}">
                <a16:creationId xmlns:a16="http://schemas.microsoft.com/office/drawing/2014/main" id="{6036D89C-F74E-4AB0-8A3D-0B2034F9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9911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9A6700"/>
                </a:solidFill>
                <a:latin typeface="Malgun Gothic"/>
                <a:ea typeface="Malgun Gothic"/>
                <a:cs typeface="Malgun Gothic"/>
              </a:rPr>
              <a:t>장애 시 extension:disable → 기본 Flarum UI 복귀</a:t>
            </a:r>
          </a:p>
        </p:txBody>
      </p:sp>
    </p:spTree>
    <p:extLst>
      <p:ext uri="{BB962C8B-B14F-4D97-AF65-F5344CB8AC3E}">
        <p14:creationId xmlns:p14="http://schemas.microsoft.com/office/powerpoint/2010/main" val="14781649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FECF0E5B-C068-4021-9581-CC58CA47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ISSUE #73 · IMPLEMENTATION COMPLETE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F9FE3DB6-675F-44C2-9E8A-DADE36513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0200"/>
            <a:ext cx="666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적용만</a:t>
            </a:r>
          </a:p>
          <a:p xmlns:a="http://schemas.openxmlformats.org/drawingml/2006/main">
            <a:pPr algn="l">
              <a:def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승인하면 됩니다</a:t>
            </a:r>
          </a:p>
        </p:txBody>
      </p:sp>
      <p:sp>
        <p:nvSpPr>
          <p:cNvPr id="3" name="close-detail">
            <a:extLst xmlns:a="http://schemas.openxmlformats.org/drawingml/2006/main">
              <a:ext uri="{FF2B5EF4-FFF2-40B4-BE49-F238E27FC236}">
                <a16:creationId xmlns:a16="http://schemas.microsoft.com/office/drawing/2014/main" id="{A1CAB914-18CF-4BE4-B5D7-88DA1333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195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WSL 전체 주기 PASS · 한글 원문 키 0건</a:t>
            </a:r>
          </a:p>
          <a:p xmlns:a="http://schemas.openxmlformats.org/drawingml/2006/main">
            <a:pPr algn="l">
              <a:def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52647D"/>
                </a:solidFill>
                <a:latin typeface="Malgun Gothic"/>
                <a:ea typeface="Malgun Gothic"/>
                <a:cs typeface="Malgun Gothic"/>
              </a:rPr>
              <a:t>Core·Vendor·DB·운영 Community 변경 없음</a:t>
            </a:r>
          </a:p>
        </p:txBody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886A65CC-C403-48BE-A859-BA55364C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57350"/>
            <a:ext cx="295275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55EEF"/>
            </a:solidFill>
            <a:prstDash val="solid"/>
          </a:ln>
        </p:spPr>
      </p:sp>
      <p:sp>
        <p:nvSpPr>
          <p:cNvPr id="5" name="close-go">
            <a:extLst xmlns:a="http://schemas.openxmlformats.org/drawingml/2006/main">
              <a:ext uri="{FF2B5EF4-FFF2-40B4-BE49-F238E27FC236}">
                <a16:creationId xmlns:a16="http://schemas.microsoft.com/office/drawing/2014/main" id="{98678C02-5A3E-469A-941D-A45818F4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050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defRPr>
            </a:pPr>
            <a:r>
              <a:rPr sz="5100" b="1">
                <a:solidFill>
                  <a:srgbClr val="155EEF"/>
                </a:solidFill>
                <a:latin typeface="Malgun Gothic"/>
                <a:ea typeface="Malgun Gothic"/>
                <a:cs typeface="Malgun Gothic"/>
              </a:rPr>
              <a:t>GO</a:t>
            </a:r>
          </a:p>
        </p:txBody>
      </p:sp>
      <p:sp>
        <p:nvSpPr>
          <p:cNvPr id="6" name="close-condition">
            <a:extLst xmlns:a="http://schemas.openxmlformats.org/drawingml/2006/main">
              <a:ext uri="{FF2B5EF4-FFF2-40B4-BE49-F238E27FC236}">
                <a16:creationId xmlns:a16="http://schemas.microsoft.com/office/drawing/2014/main" id="{7EB563E0-4F3A-44D9-A34D-A42189E1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390900"/>
            <a:ext cx="2343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5253E"/>
                </a:solidFill>
                <a:latin typeface="Malgun Gothic"/>
                <a:ea typeface="Malgun Gothic"/>
                <a:cs typeface="Malgun Gothic"/>
              </a:rPr>
              <a:t>운영 반영 승인 대기</a:t>
            </a:r>
          </a:p>
        </p:txBody>
      </p:sp>
      <p:sp>
        <p:nvSpPr>
          <p:cNvPr id="7" name="close-next">
            <a:extLst xmlns:a="http://schemas.openxmlformats.org/drawingml/2006/main">
              <a:ext uri="{FF2B5EF4-FFF2-40B4-BE49-F238E27FC236}">
                <a16:creationId xmlns:a16="http://schemas.microsoft.com/office/drawing/2014/main" id="{276483CC-135F-45D4-8AF0-EF992BAF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626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78248"/>
                </a:solidFill>
                <a:latin typeface="Malgun Gothic"/>
                <a:ea typeface="Malgun Gothic"/>
                <a:cs typeface="Malgun Gothic"/>
              </a:rPr>
              <a:t>다음: 백업 → 테마 적용 → Desktop/Mobile Smoke → 해시 비교</a:t>
            </a:r>
          </a:p>
        </p:txBody>
      </p:sp>
    </p:spTree>
    <p:extLst>
      <p:ext uri="{BB962C8B-B14F-4D97-AF65-F5344CB8AC3E}">
        <p14:creationId xmlns:p14="http://schemas.microsoft.com/office/powerpoint/2010/main" val="3805334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2026-08-19T02:29:07.1910000Z</dcterms:created>
  <dcterms:modified xsi:type="dcterms:W3CDTF">2026-08-19T02:29:07.1910000Z</dcterms:modified>
</coreProperties>
</file>