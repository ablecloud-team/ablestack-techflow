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e77250e44d4dfa" /><Relationship Type="http://schemas.openxmlformats.org/officeDocument/2006/relationships/extended-properties" Target="/docProps/app.xml" Id="R0bd340eaced1476e" /><Relationship Type="http://schemas.openxmlformats.org/officeDocument/2006/relationships/officeDocument" Target="/ppt/presentation.xml" Id="R83a6b6f5342349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28d4a5547b40a3"/>
  </p:sldMasterIdLst>
  <p:notesMasterIdLst>
    <p:notesMasterId xmlns:r="http://schemas.openxmlformats.org/officeDocument/2006/relationships" r:id="Rfe3d9586424b4b53"/>
  </p:notesMasterIdLst>
  <p:sldIdLst>
    <p:sldId xmlns:r="http://schemas.openxmlformats.org/officeDocument/2006/relationships" id="256" r:id="Re0db7bc1f14c4b6c"/>
    <p:sldId xmlns:r="http://schemas.openxmlformats.org/officeDocument/2006/relationships" id="257" r:id="R2f51b9001dc345ad"/>
    <p:sldId xmlns:r="http://schemas.openxmlformats.org/officeDocument/2006/relationships" id="258" r:id="R9cf8cc73950b4cfe"/>
    <p:sldId xmlns:r="http://schemas.openxmlformats.org/officeDocument/2006/relationships" id="259" r:id="Ra38110e758634e27"/>
    <p:sldId xmlns:r="http://schemas.openxmlformats.org/officeDocument/2006/relationships" id="260" r:id="R98c792ba31af484a"/>
    <p:sldId xmlns:r="http://schemas.openxmlformats.org/officeDocument/2006/relationships" id="261" r:id="R2f4cc16b75fb4165"/>
    <p:sldId xmlns:r="http://schemas.openxmlformats.org/officeDocument/2006/relationships" id="262" r:id="R3ec9014c327e46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3f42e16d5a4fc9" /><Relationship Type="http://schemas.openxmlformats.org/officeDocument/2006/relationships/slideMaster" Target="/ppt/slideMasters/slideMaster1.xml" Id="R8128d4a5547b40a3" /><Relationship Type="http://schemas.openxmlformats.org/officeDocument/2006/relationships/notesMaster" Target="/ppt/notesMasters/notesMaster1.xml" Id="Rfe3d9586424b4b53" /><Relationship Type="http://schemas.openxmlformats.org/officeDocument/2006/relationships/presProps" Target="/ppt/presProps.xml" Id="Rcfbfb350fd054fb7" /><Relationship Type="http://schemas.openxmlformats.org/officeDocument/2006/relationships/tableStyles" Target="/ppt/tableStyles.xml" Id="R39bbd50e9d544131" /><Relationship Type="http://schemas.openxmlformats.org/officeDocument/2006/relationships/slide" Target="/ppt/slides/slide1.xml" Id="Re0db7bc1f14c4b6c" /><Relationship Type="http://schemas.openxmlformats.org/officeDocument/2006/relationships/slide" Target="/ppt/slides/slide2.xml" Id="R2f51b9001dc345ad" /><Relationship Type="http://schemas.openxmlformats.org/officeDocument/2006/relationships/slide" Target="/ppt/slides/slide3.xml" Id="R9cf8cc73950b4cfe" /><Relationship Type="http://schemas.openxmlformats.org/officeDocument/2006/relationships/slide" Target="/ppt/slides/slide4.xml" Id="Ra38110e758634e27" /><Relationship Type="http://schemas.openxmlformats.org/officeDocument/2006/relationships/slide" Target="/ppt/slides/slide5.xml" Id="R98c792ba31af484a" /><Relationship Type="http://schemas.openxmlformats.org/officeDocument/2006/relationships/slide" Target="/ppt/slides/slide6.xml" Id="R2f4cc16b75fb4165" /><Relationship Type="http://schemas.openxmlformats.org/officeDocument/2006/relationships/slide" Target="/ppt/slides/slide7.xml" Id="R3ec9014c327e46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bd6cdd2d554e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1ac18302514578" /><Relationship Type="http://schemas.openxmlformats.org/officeDocument/2006/relationships/notesMaster" Target="/ppt/notesMasters/notesMaster1.xml" Id="Ra8656d94005e4b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9eecab19d34427" /><Relationship Type="http://schemas.openxmlformats.org/officeDocument/2006/relationships/notesMaster" Target="/ppt/notesMasters/notesMaster1.xml" Id="R21c5dad8c20344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85ccfff5fe481c" /><Relationship Type="http://schemas.openxmlformats.org/officeDocument/2006/relationships/notesMaster" Target="/ppt/notesMasters/notesMaster1.xml" Id="R83a5eb9af8e644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b144edfcaf4e83" /><Relationship Type="http://schemas.openxmlformats.org/officeDocument/2006/relationships/notesMaster" Target="/ppt/notesMasters/notesMaster1.xml" Id="R0dcdef9d0d5347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7be86f3df94278" /><Relationship Type="http://schemas.openxmlformats.org/officeDocument/2006/relationships/notesMaster" Target="/ppt/notesMasters/notesMaster1.xml" Id="R9bafa667fe584d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e85cd226834bef" /><Relationship Type="http://schemas.openxmlformats.org/officeDocument/2006/relationships/notesMaster" Target="/ppt/notesMasters/notesMaster1.xml" Id="Rf0efad2236de42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0c99ee55e44387" /><Relationship Type="http://schemas.openxmlformats.org/officeDocument/2006/relationships/notesMaster" Target="/ppt/notesMasters/notesMaster1.xml" Id="R4c8f3af2048342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4a7287afd744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37ecb7da7d4fa3" /><Relationship Type="http://schemas.openxmlformats.org/officeDocument/2006/relationships/slideLayout" Target="/ppt/slideLayouts/slideLayout1.xml" Id="Ra9f69782bed045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f69782bed045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2f7dec57844eb" /><Relationship Type="http://schemas.openxmlformats.org/officeDocument/2006/relationships/image" Target="/ppt/media/image.jpeg" Id="R31596e66177f49b0" /><Relationship Type="http://schemas.openxmlformats.org/officeDocument/2006/relationships/notesSlide" Target="/ppt/notesSlides/notesSlide1.xml" Id="R70c2786f50e049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bc7cae459447e" /><Relationship Type="http://schemas.openxmlformats.org/officeDocument/2006/relationships/image" Target="/ppt/media/image2.jpeg" Id="R99b197b1fd4542b4" /><Relationship Type="http://schemas.openxmlformats.org/officeDocument/2006/relationships/image" Target="/ppt/media/image3.jpeg" Id="R9be2001d20fa478f" /><Relationship Type="http://schemas.openxmlformats.org/officeDocument/2006/relationships/notesSlide" Target="/ppt/notesSlides/notesSlide2.xml" Id="R5002cbe670ab48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142f349ae4cbb" /><Relationship Type="http://schemas.openxmlformats.org/officeDocument/2006/relationships/notesSlide" Target="/ppt/notesSlides/notesSlide3.xml" Id="Rb83e160a5c924f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3988f5e9d4795" /><Relationship Type="http://schemas.openxmlformats.org/officeDocument/2006/relationships/image" Target="/ppt/media/image4.jpeg" Id="R5de5d359253b4595" /><Relationship Type="http://schemas.openxmlformats.org/officeDocument/2006/relationships/notesSlide" Target="/ppt/notesSlides/notesSlide4.xml" Id="R9e3b8bcc5f9448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433f779fe4e9f" /><Relationship Type="http://schemas.openxmlformats.org/officeDocument/2006/relationships/notesSlide" Target="/ppt/notesSlides/notesSlide5.xml" Id="R42a77bf17b4141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851ad22c540bc" /><Relationship Type="http://schemas.openxmlformats.org/officeDocument/2006/relationships/notesSlide" Target="/ppt/notesSlides/notesSlide6.xml" Id="Rc5e9620b9f6241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3e160b12a408e" /><Relationship Type="http://schemas.openxmlformats.org/officeDocument/2006/relationships/notesSlide" Target="/ppt/notesSlides/notesSlide7.xml" Id="R80c6774d30db40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4EDAB85-9CA0-41FA-AFAE-4F4DC911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A85B106-9B37-4F8E-A495-623AB678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D59CBBF-992D-410E-95BC-C357D04D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060A676C-439E-46D5-A3A3-5FD0A1BE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96e66177f49b0"/>
          <a:stretch xmlns:a="http://schemas.openxmlformats.org/drawingml/2006/main"/>
        </p:blipFill>
        <p:spPr>
          <a:xfrm xmlns:a="http://schemas.openxmlformats.org/drawingml/2006/main">
            <a:off x="6438900" y="1631683"/>
            <a:ext cx="5048250" cy="3156485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B644A593-264A-4732-9205-8CE43D05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20660085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A59B239-41D3-4BB4-B2D8-0A6CAEDF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F9FF8748-5551-47C4-9A91-0E56D91B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09A24D7-4AC2-4228-81FD-3A703C3F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8EF9A651-1A04-435C-B43C-0EAEA97A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197b1fd4542b4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2001d20fa478f"/>
          <a:stretch xmlns:a="http://schemas.openxmlformats.org/drawingml/2006/main"/>
        </p:blipFill>
        <p:spPr>
          <a:xfrm xmlns:a="http://schemas.openxmlformats.org/drawingml/2006/main">
            <a:off x="63627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C96CEB9B-4BD4-487B-8DA6-9C8B7927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FEEEEFC7-DF75-4EF0-8F32-8422A1F3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492909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F6C5915F-2FB4-4731-B205-801CB87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3C42D8C1-17AE-4548-8901-E0BCC987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73229EC2-C3E1-4467-9BBD-4E9DC240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C151347E-3165-472E-B8B6-58920F39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D7B65244-CE02-444D-B93B-05A7DA6D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928C2664-C3CE-416F-B60F-6EDDEBAC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6F3C2DD6-5F12-44A7-8EC7-D188FC3B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5384EB28-58A7-49A7-8A28-C3C17104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06E73F2-8B24-4E8D-AF4B-88C3C850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C7BDEA3B-C56B-4F1F-9CDF-0C9DD860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C14F4E4C-8FC2-43BF-8DBC-4A077E31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5F24A556-ED89-450A-BF58-FA0CFD3E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EEC98F29-3D47-44BF-9EEF-2D62B957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2D4A5D7D-B9F1-4594-99E5-82E82C94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16781632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937FDF77-4814-4777-B99D-0D4F677D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작업 버튼은 떨어뜨리고 탐색 버튼은 계속 보이게 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8FAEFE5B-0EB6-414A-980E-EBFA15D1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d359253b4595"/>
          <a:stretch xmlns:a="http://schemas.openxmlformats.org/drawingml/2006/main"/>
        </p:blipFill>
        <p:spPr>
          <a:xfrm xmlns:a="http://schemas.openxmlformats.org/drawingml/2006/main">
            <a:off x="1151821" y="1295400"/>
            <a:ext cx="2287408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A4DBB530-6B45-4AC2-AAA1-A2938A6F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8px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1B402E6C-4059-4129-83BC-C4BBAC23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답장·좋아요·더 보기 사이 간격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26EE0772-1C59-400A-9F8D-EA6EB6AE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40px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2F045A5A-5F22-4D47-AC9A-895C8950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목록 복귀 후 유지되는 탐색 버튼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B9C2971F-DEB0-4423-B997-CD3769D3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955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38/36px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665229CE-59FF-4903-B5D7-82145E7A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Desktop/Mobile Footer 아이콘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3C407D7C-F146-4A98-85FD-3C106C56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버튼 겹침 0px · 비로그인 답장 비활성 · 모바일 넘침 0px</a:t>
            </a:r>
          </a:p>
        </p:txBody>
      </p:sp>
    </p:spTree>
    <p:extLst>
      <p:ext uri="{BB962C8B-B14F-4D97-AF65-F5344CB8AC3E}">
        <p14:creationId xmlns:p14="http://schemas.microsoft.com/office/powerpoint/2010/main" val="5842930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D1B6AF8B-1C0C-4B24-92DC-C11CC8D0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3F19CAC8-CBF2-4689-922E-BA12F5FC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ABC06285-81F8-440B-AD21-8024515B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D38288E8-BEF8-4BB5-BAD1-26E914DC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ACDA921-067D-41BF-B612-FE53F42C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17639F4F-2A06-48A4-8464-D9D42F5F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A7B400B7-72C0-4E3A-A45F-F20DA4BF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DF3C7E49-D298-47CC-B57A-2A22DFBF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049972A-C486-4A24-912D-E5AD1805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F2B2DB35-82A8-49D9-A387-D0561CBD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CC0CB8DC-05FE-40F6-A51B-91224C5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B1E525E3-C2F8-4653-B0F3-AA403872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115C5B96-982B-4611-881C-EFAB365D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7250EC67-5488-4F70-8CC5-39184EDE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4F036147-723D-4040-A1A0-86DA7B45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97A16CCC-330F-444B-AF36-07CF9CA3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17812BFD-34FB-495A-936B-F2DBD2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57F3C0F3-0B0A-4480-9AA3-46FC971F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AF3F3645-4198-4430-9952-A189A422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1268514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AC38669B-900D-41E8-AC8C-EF54389A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945FD937-88D4-42B1-AE27-AF3D2DBF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D09F5280-E891-44FB-B111-8F0DC003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259D4B19-0273-4C67-BAF5-A1FDD7AF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11C0B420-47CA-4289-9252-11A7A229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8731385E-A661-445B-8CF4-37759F93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9CB076B-8C14-4EE5-B93B-A1F523DE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CE978517-FE5E-4BE7-8429-29189AAF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55C89E07-5A36-400A-95B8-587A38D1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FFC9188F-3C95-4CA6-A5FB-6645E2FF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1B94DDC6-6F1C-4829-AD58-D275A164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ECD4990E-1485-4FB7-B2D0-71545F94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8891AB65-BCFF-4CB8-A7D3-90EE1264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0EFD781E-6AB5-4642-BF06-25570255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462E9009-C284-4BAD-ABA0-787961CB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9804753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E2BF843F-1DDF-4428-96EC-6644D681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925F3904-3DD4-441B-A5A3-D0C71D5A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9DFF5793-B944-4C8A-8771-FA3B995F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231CBF65-AF9A-4D93-B6C5-34E713F2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FDA05F06-79D5-41CC-820B-3B150EE3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CF9BE8CB-4091-4CEC-937A-7F1A78C8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616D2B61-FC20-4EE1-8114-BB98206A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12883167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2026-08-19T02:44:24.6920000Z</dcterms:created>
  <dcterms:modified xsi:type="dcterms:W3CDTF">2026-08-19T02:44:24.6920000Z</dcterms:modified>
</coreProperties>
</file>