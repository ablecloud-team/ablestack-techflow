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4ec6e0d4cf4993" /><Relationship Type="http://schemas.openxmlformats.org/officeDocument/2006/relationships/extended-properties" Target="/docProps/app.xml" Id="R691fe5533d8443a6" /><Relationship Type="http://schemas.openxmlformats.org/officeDocument/2006/relationships/officeDocument" Target="/ppt/presentation.xml" Id="Rc3c9d99db06443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289dac5715463c"/>
  </p:sldMasterIdLst>
  <p:notesMasterIdLst>
    <p:notesMasterId xmlns:r="http://schemas.openxmlformats.org/officeDocument/2006/relationships" r:id="R5a63753992904720"/>
  </p:notesMasterIdLst>
  <p:sldIdLst>
    <p:sldId xmlns:r="http://schemas.openxmlformats.org/officeDocument/2006/relationships" id="256" r:id="Rf3f2e224f62b4df2"/>
    <p:sldId xmlns:r="http://schemas.openxmlformats.org/officeDocument/2006/relationships" id="257" r:id="R47346d6cfa0441d2"/>
    <p:sldId xmlns:r="http://schemas.openxmlformats.org/officeDocument/2006/relationships" id="258" r:id="R85128aca2b114b12"/>
    <p:sldId xmlns:r="http://schemas.openxmlformats.org/officeDocument/2006/relationships" id="259" r:id="R38b18c58551044bb"/>
    <p:sldId xmlns:r="http://schemas.openxmlformats.org/officeDocument/2006/relationships" id="260" r:id="Rd74c630ae9b84172"/>
    <p:sldId xmlns:r="http://schemas.openxmlformats.org/officeDocument/2006/relationships" id="261" r:id="Rf0f6bd67daf34aa1"/>
    <p:sldId xmlns:r="http://schemas.openxmlformats.org/officeDocument/2006/relationships" id="262" r:id="R93afc6a7536147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e1336c53c42ae" /><Relationship Type="http://schemas.openxmlformats.org/officeDocument/2006/relationships/slideMaster" Target="/ppt/slideMasters/slideMaster1.xml" Id="R3d289dac5715463c" /><Relationship Type="http://schemas.openxmlformats.org/officeDocument/2006/relationships/notesMaster" Target="/ppt/notesMasters/notesMaster1.xml" Id="R5a63753992904720" /><Relationship Type="http://schemas.openxmlformats.org/officeDocument/2006/relationships/presProps" Target="/ppt/presProps.xml" Id="R383ba01879ec4107" /><Relationship Type="http://schemas.openxmlformats.org/officeDocument/2006/relationships/tableStyles" Target="/ppt/tableStyles.xml" Id="R8580fc2be68c4c9e" /><Relationship Type="http://schemas.openxmlformats.org/officeDocument/2006/relationships/slide" Target="/ppt/slides/slide1.xml" Id="Rf3f2e224f62b4df2" /><Relationship Type="http://schemas.openxmlformats.org/officeDocument/2006/relationships/slide" Target="/ppt/slides/slide2.xml" Id="R47346d6cfa0441d2" /><Relationship Type="http://schemas.openxmlformats.org/officeDocument/2006/relationships/slide" Target="/ppt/slides/slide3.xml" Id="R85128aca2b114b12" /><Relationship Type="http://schemas.openxmlformats.org/officeDocument/2006/relationships/slide" Target="/ppt/slides/slide4.xml" Id="R38b18c58551044bb" /><Relationship Type="http://schemas.openxmlformats.org/officeDocument/2006/relationships/slide" Target="/ppt/slides/slide5.xml" Id="Rd74c630ae9b84172" /><Relationship Type="http://schemas.openxmlformats.org/officeDocument/2006/relationships/slide" Target="/ppt/slides/slide6.xml" Id="Rf0f6bd67daf34aa1" /><Relationship Type="http://schemas.openxmlformats.org/officeDocument/2006/relationships/slide" Target="/ppt/slides/slide7.xml" Id="R93afc6a7536147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3f8bf178ba41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16015ff28a417d" /><Relationship Type="http://schemas.openxmlformats.org/officeDocument/2006/relationships/notesMaster" Target="/ppt/notesMasters/notesMaster1.xml" Id="R36b75ace6a8844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203d2ab98b443f" /><Relationship Type="http://schemas.openxmlformats.org/officeDocument/2006/relationships/notesMaster" Target="/ppt/notesMasters/notesMaster1.xml" Id="R829b2f14b0c444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bf3bd43114493f" /><Relationship Type="http://schemas.openxmlformats.org/officeDocument/2006/relationships/notesMaster" Target="/ppt/notesMasters/notesMaster1.xml" Id="Re6393804177d44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b9aa8364be43a4" /><Relationship Type="http://schemas.openxmlformats.org/officeDocument/2006/relationships/notesMaster" Target="/ppt/notesMasters/notesMaster1.xml" Id="R1925e14b01ad4e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6bcbcf587c474b" /><Relationship Type="http://schemas.openxmlformats.org/officeDocument/2006/relationships/notesMaster" Target="/ppt/notesMasters/notesMaster1.xml" Id="R9a431144198545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79025451164d44" /><Relationship Type="http://schemas.openxmlformats.org/officeDocument/2006/relationships/notesMaster" Target="/ppt/notesMasters/notesMaster1.xml" Id="R96420d058ff844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02c6d4a59b4f81" /><Relationship Type="http://schemas.openxmlformats.org/officeDocument/2006/relationships/notesMaster" Target="/ppt/notesMasters/notesMaster1.xml" Id="R481c4b1650dc45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c76fe7ad8f4d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a60cc3e9c94e4d" /><Relationship Type="http://schemas.openxmlformats.org/officeDocument/2006/relationships/slideLayout" Target="/ppt/slideLayouts/slideLayout1.xml" Id="Rccedec4aa97f46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edec4aa97f46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db8d56e514dff" /><Relationship Type="http://schemas.openxmlformats.org/officeDocument/2006/relationships/image" Target="/ppt/media/image.png" Id="Rec128fe052de40fb" /><Relationship Type="http://schemas.openxmlformats.org/officeDocument/2006/relationships/notesSlide" Target="/ppt/notesSlides/notesSlide1.xml" Id="Rb17ed03775b844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01e65ac274cde" /><Relationship Type="http://schemas.openxmlformats.org/officeDocument/2006/relationships/image" Target="/ppt/media/image.jpeg" Id="Rc34234274fbb45c3" /><Relationship Type="http://schemas.openxmlformats.org/officeDocument/2006/relationships/image" Target="/ppt/media/image2.png" Id="R4fc30fecaf514fcf" /><Relationship Type="http://schemas.openxmlformats.org/officeDocument/2006/relationships/notesSlide" Target="/ppt/notesSlides/notesSlide2.xml" Id="Ra03888cbf46f43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937fde53a9478f" /><Relationship Type="http://schemas.openxmlformats.org/officeDocument/2006/relationships/notesSlide" Target="/ppt/notesSlides/notesSlide3.xml" Id="Rf40e4e034de245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3814faca446bd" /><Relationship Type="http://schemas.openxmlformats.org/officeDocument/2006/relationships/image" Target="/ppt/media/image3.png" Id="R4130c8acc2b64afe" /><Relationship Type="http://schemas.openxmlformats.org/officeDocument/2006/relationships/notesSlide" Target="/ppt/notesSlides/notesSlide4.xml" Id="R39c7788a8de242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582c8a0f24372" /><Relationship Type="http://schemas.openxmlformats.org/officeDocument/2006/relationships/notesSlide" Target="/ppt/notesSlides/notesSlide5.xml" Id="Rd53aac9bab1943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b8c39b31a466f" /><Relationship Type="http://schemas.openxmlformats.org/officeDocument/2006/relationships/notesSlide" Target="/ppt/notesSlides/notesSlide6.xml" Id="R51c466c1319044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2d9818ba2491c" /><Relationship Type="http://schemas.openxmlformats.org/officeDocument/2006/relationships/notesSlide" Target="/ppt/notesSlides/notesSlide7.xml" Id="R7ad25cf777a845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6A0E1AE2-8141-4D8A-BB5D-1EF2067A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24B2A0A-4D5E-4B36-8D1C-7070601C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4D2850B-0AFE-42D9-90D2-CD007796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F664099D-0A70-40DB-A9CC-E74DAC98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28fe052de40fb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E92B467F-7C9A-44D9-A263-6761D185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8014628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E682403E-9681-42A3-B766-F5D321C0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F22B46BE-E734-4392-A3D5-79F00C04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93AB476D-7088-40F5-B8F7-033C16EA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6D383DBB-B7FB-4A43-8069-01FB7F79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234274fbb45c3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c30fecaf514fcf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AAD1D29B-5DE8-4131-BC01-9DEC41B2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754AA158-47C2-4550-ABE9-A81B06E6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8735901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C37C2F42-6B54-4121-9AB6-858B0774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B2276FE2-CE0C-4F87-8FAC-4194A462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114BF808-C15E-484F-9CE7-174AEAAB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D72A2202-E576-4375-BEA5-E932B8E9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1B2929B8-A873-400C-86C2-C208A7C2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DB03F58E-DEA0-4CF3-ADD0-818AD6CC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B53D863D-8110-405C-BAFD-06EDE0C5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DBF71906-FCF0-4067-96A0-DA994AFD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AA39FFA4-4360-42F7-9C46-79A6AC40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C269C019-D6E1-44DC-853C-75668B13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224680BB-1527-472E-9473-566F6F4A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1ABFA78A-C8FF-4506-B579-635CE39C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298AC384-1A5B-43B1-8430-9DFF7077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ABFD9291-295B-4FCF-9D69-C15FEA59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13987173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BEC821CE-0705-4BC0-92BF-DB54CADD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정렬과 작업 버튼도 읽기 흐름에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D262422D-8F74-46F3-9CF9-3C883E5A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0c8acc2b64afe"/>
          <a:stretch xmlns:a="http://schemas.openxmlformats.org/drawingml/2006/main"/>
        </p:blipFill>
        <p:spPr>
          <a:xfrm xmlns:a="http://schemas.openxmlformats.org/drawingml/2006/main">
            <a:off x="1151171" y="1295400"/>
            <a:ext cx="2288709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09D6411F-335B-40CB-980D-4B476E93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9545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19/17px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7EF65A59-6E66-43CF-A7DC-2019E638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Desktop/Mobile 대칭 여백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F1746BC5-A36C-4DE7-81AF-A63EC412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0px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0DE1872B-12D7-4C84-BE84-B0BD4D32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아바타·제목 중심 차이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816C6C50-3955-496F-BC95-33AAE6BD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40px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2F113371-1F20-49F1-91BF-0D1587E3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상시 답장 아이콘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54218DC0-40E3-4663-A3DF-EF44F843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911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비로그인 상태는 회색 비활성 · Desktop/Mobile 실제 검증</a:t>
            </a:r>
          </a:p>
        </p:txBody>
      </p:sp>
    </p:spTree>
    <p:extLst>
      <p:ext uri="{BB962C8B-B14F-4D97-AF65-F5344CB8AC3E}">
        <p14:creationId xmlns:p14="http://schemas.microsoft.com/office/powerpoint/2010/main" val="19007030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1B3C5397-287D-4853-AF72-D2728BBC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45BC8912-A3D0-4A6F-9907-637E7225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8F1034F4-056A-4EBA-B354-E6FFD365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9BA29C60-2ECB-41EE-A8F2-91010B3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8C6C6CF-8578-4077-B9DF-ED5478A3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09E54E61-1DF0-4E0B-A60D-7C1FCD7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D6F79204-1667-4E8D-8B2B-5DAE84EA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BC07B156-EF30-405C-9984-94CF6200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50A6A4F4-989B-4BC6-BEF6-A9E7D843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CD3CC1DC-ACB0-41E7-B280-4B3547B5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AAEA09B0-FA33-4EA0-9E08-EF007FAA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434D4675-1793-4E04-806D-9DEF1861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100F7E7-6F51-465F-AF51-80409989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A42F71EB-F022-4DD5-AB01-2B14D5D5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14B0C104-1F07-4201-B8C5-8EE29BDC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D85FD0E7-B1A2-454E-A1A1-1714CBC4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918B2065-C7D9-41A2-9FC3-524B9CE3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162BA18B-473C-45A2-AE0B-0DCCC996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00D4A4F6-6C7D-4046-AE0F-A6CF5265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19465609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71FD96AE-EEF9-4DED-9916-D2F27916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EB05283-32D7-4EF7-AFC5-0543788A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24407C0C-201C-43B4-8FC2-DB0F9C2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75B3B0B6-8528-4ECC-A6B2-37F572E7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38F29F28-8A67-4448-8A19-77F1DA76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E89FFF8F-96F3-47EF-8311-6DD97244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F36AE2A6-5829-4597-9988-4418EAA2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C5667768-B215-4D15-9325-B094D971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A5E3BAFA-68D6-4749-BA3E-FD15D79E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B0C11CFA-EAD4-4642-BE8F-4F3E5E2E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49427B8E-7B15-40A3-AC4D-BB7FDD79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47E9E6E6-E8B2-4075-ABA2-206B2D6B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39C69243-91CB-421B-A675-DB13E6F9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BBA2CD8A-2933-4B8D-B211-9178B2AD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1209170B-CF3A-4720-ACD9-C475BD6F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9256333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6632BABF-0D1E-4528-AB50-514CEDBA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0027A857-2D8B-4F2B-8D42-DE090DD6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57D29F66-3BE0-4920-B160-42D78979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466DB24B-45C1-45D6-A539-A1A318AC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A52553F0-2810-4987-98BA-251191E7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FBEDFCA8-CBEA-4567-A6DD-BD0D44BB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448D6E2F-7D5F-4429-AA19-45282D8D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19618747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2026-08-19T00:55:15.8100000Z</dcterms:created>
  <dcterms:modified xsi:type="dcterms:W3CDTF">2026-08-19T00:55:15.8110000Z</dcterms:modified>
</coreProperties>
</file>