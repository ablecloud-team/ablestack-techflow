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a766c3aab441c8" /><Relationship Type="http://schemas.openxmlformats.org/officeDocument/2006/relationships/extended-properties" Target="/docProps/app.xml" Id="R5a0703228b164d87" /><Relationship Type="http://schemas.openxmlformats.org/officeDocument/2006/relationships/officeDocument" Target="/ppt/presentation.xml" Id="Rcb5519bfc8cf46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c41340626646f0"/>
  </p:sldMasterIdLst>
  <p:notesMasterIdLst>
    <p:notesMasterId xmlns:r="http://schemas.openxmlformats.org/officeDocument/2006/relationships" r:id="Rb371bacbbbe34996"/>
  </p:notesMasterIdLst>
  <p:sldIdLst>
    <p:sldId xmlns:r="http://schemas.openxmlformats.org/officeDocument/2006/relationships" id="256" r:id="R421f4a0087934b19"/>
    <p:sldId xmlns:r="http://schemas.openxmlformats.org/officeDocument/2006/relationships" id="257" r:id="R6fae06355a9a4f1b"/>
    <p:sldId xmlns:r="http://schemas.openxmlformats.org/officeDocument/2006/relationships" id="258" r:id="Ra46b688f408449b6"/>
    <p:sldId xmlns:r="http://schemas.openxmlformats.org/officeDocument/2006/relationships" id="259" r:id="Rbe0ec6b4f5e741e7"/>
    <p:sldId xmlns:r="http://schemas.openxmlformats.org/officeDocument/2006/relationships" id="260" r:id="Reb1ce01b5a8d41b4"/>
    <p:sldId xmlns:r="http://schemas.openxmlformats.org/officeDocument/2006/relationships" id="261" r:id="Rd33476dba3494d92"/>
    <p:sldId xmlns:r="http://schemas.openxmlformats.org/officeDocument/2006/relationships" id="262" r:id="R8083cb7c0dd7439c"/>
    <p:sldId xmlns:r="http://schemas.openxmlformats.org/officeDocument/2006/relationships" id="263" r:id="R79b2276e9ae9480e"/>
    <p:sldId xmlns:r="http://schemas.openxmlformats.org/officeDocument/2006/relationships" id="264" r:id="Rb7ef19d013ac48b2"/>
    <p:sldId xmlns:r="http://schemas.openxmlformats.org/officeDocument/2006/relationships" id="265" r:id="Re94c6271661742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0c75816ce544bc" /><Relationship Type="http://schemas.openxmlformats.org/officeDocument/2006/relationships/slideMaster" Target="/ppt/slideMasters/slideMaster1.xml" Id="R66c41340626646f0" /><Relationship Type="http://schemas.openxmlformats.org/officeDocument/2006/relationships/notesMaster" Target="/ppt/notesMasters/notesMaster1.xml" Id="Rb371bacbbbe34996" /><Relationship Type="http://schemas.openxmlformats.org/officeDocument/2006/relationships/presProps" Target="/ppt/presProps.xml" Id="R8687904424f24a87" /><Relationship Type="http://schemas.openxmlformats.org/officeDocument/2006/relationships/tableStyles" Target="/ppt/tableStyles.xml" Id="Rd557a61ee62846c2" /><Relationship Type="http://schemas.openxmlformats.org/officeDocument/2006/relationships/slide" Target="/ppt/slides/slide1.xml" Id="R421f4a0087934b19" /><Relationship Type="http://schemas.openxmlformats.org/officeDocument/2006/relationships/slide" Target="/ppt/slides/slide2.xml" Id="R6fae06355a9a4f1b" /><Relationship Type="http://schemas.openxmlformats.org/officeDocument/2006/relationships/slide" Target="/ppt/slides/slide3.xml" Id="Ra46b688f408449b6" /><Relationship Type="http://schemas.openxmlformats.org/officeDocument/2006/relationships/slide" Target="/ppt/slides/slide4.xml" Id="Rbe0ec6b4f5e741e7" /><Relationship Type="http://schemas.openxmlformats.org/officeDocument/2006/relationships/slide" Target="/ppt/slides/slide5.xml" Id="Reb1ce01b5a8d41b4" /><Relationship Type="http://schemas.openxmlformats.org/officeDocument/2006/relationships/slide" Target="/ppt/slides/slide6.xml" Id="Rd33476dba3494d92" /><Relationship Type="http://schemas.openxmlformats.org/officeDocument/2006/relationships/slide" Target="/ppt/slides/slide7.xml" Id="R8083cb7c0dd7439c" /><Relationship Type="http://schemas.openxmlformats.org/officeDocument/2006/relationships/slide" Target="/ppt/slides/slide8.xml" Id="R79b2276e9ae9480e" /><Relationship Type="http://schemas.openxmlformats.org/officeDocument/2006/relationships/slide" Target="/ppt/slides/slide9.xml" Id="Rb7ef19d013ac48b2" /><Relationship Type="http://schemas.openxmlformats.org/officeDocument/2006/relationships/slide" Target="/ppt/slides/slide10.xml" Id="Re94c6271661742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6e3cdf936c4c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0283e400914fca" /><Relationship Type="http://schemas.openxmlformats.org/officeDocument/2006/relationships/notesMaster" Target="/ppt/notesMasters/notesMaster1.xml" Id="R60de4742862648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4b858adbaf4d66" /><Relationship Type="http://schemas.openxmlformats.org/officeDocument/2006/relationships/notesMaster" Target="/ppt/notesMasters/notesMaster1.xml" Id="Re5c3dbf49ac84f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c2519f6e0e4e9b" /><Relationship Type="http://schemas.openxmlformats.org/officeDocument/2006/relationships/notesMaster" Target="/ppt/notesMasters/notesMaster1.xml" Id="R827d01a2e3ce40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eaf7ea308c43be" /><Relationship Type="http://schemas.openxmlformats.org/officeDocument/2006/relationships/notesMaster" Target="/ppt/notesMasters/notesMaster1.xml" Id="Rbc8a9a0b90bb44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5336a9b7034ae8" /><Relationship Type="http://schemas.openxmlformats.org/officeDocument/2006/relationships/notesMaster" Target="/ppt/notesMasters/notesMaster1.xml" Id="Rf2eb95af15b34f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8c0e07ed84920" /><Relationship Type="http://schemas.openxmlformats.org/officeDocument/2006/relationships/notesMaster" Target="/ppt/notesMasters/notesMaster1.xml" Id="R7b642a951fcf40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8022d042e44f00" /><Relationship Type="http://schemas.openxmlformats.org/officeDocument/2006/relationships/notesMaster" Target="/ppt/notesMasters/notesMaster1.xml" Id="Rc0587a67688e42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c16805e7ba461a" /><Relationship Type="http://schemas.openxmlformats.org/officeDocument/2006/relationships/notesMaster" Target="/ppt/notesMasters/notesMaster1.xml" Id="Rd9302a291ca44d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8315de96a64de3" /><Relationship Type="http://schemas.openxmlformats.org/officeDocument/2006/relationships/notesMaster" Target="/ppt/notesMasters/notesMaster1.xml" Id="R7ecc1d8d532c4b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9649bd2cb74030" /><Relationship Type="http://schemas.openxmlformats.org/officeDocument/2006/relationships/notesMaster" Target="/ppt/notesMasters/notesMaster1.xml" Id="Rddf41f1228034b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e1d8ff104c48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7c7424cc30440c" /><Relationship Type="http://schemas.openxmlformats.org/officeDocument/2006/relationships/slideLayout" Target="/ppt/slideLayouts/slideLayout1.xml" Id="R958c5ff59c6a48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8c5ff59c6a48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1a4694d8e442a" /><Relationship Type="http://schemas.openxmlformats.org/officeDocument/2006/relationships/image" Target="/ppt/media/image.png" Id="R5a6aad62ff9a46ae" /><Relationship Type="http://schemas.openxmlformats.org/officeDocument/2006/relationships/notesSlide" Target="/ppt/notesSlides/notesSlide1.xml" Id="R6b88c0fa55c145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f4c311c0e4622" /><Relationship Type="http://schemas.openxmlformats.org/officeDocument/2006/relationships/image" Target="/ppt/media/image.jpeg" Id="R855e1b23405a43dc" /><Relationship Type="http://schemas.openxmlformats.org/officeDocument/2006/relationships/image" Target="/ppt/media/image2.png" Id="R9f16110f7030477c" /><Relationship Type="http://schemas.openxmlformats.org/officeDocument/2006/relationships/notesSlide" Target="/ppt/notesSlides/notesSlide2.xml" Id="R50293a32897849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9fb08b0414c12" /><Relationship Type="http://schemas.openxmlformats.org/officeDocument/2006/relationships/notesSlide" Target="/ppt/notesSlides/notesSlide3.xml" Id="R4c1f282982db48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f393e9b9447d2" /><Relationship Type="http://schemas.openxmlformats.org/officeDocument/2006/relationships/image" Target="/ppt/media/image3.png" Id="R251c8ff33f22420e" /><Relationship Type="http://schemas.openxmlformats.org/officeDocument/2006/relationships/image" Target="/ppt/media/image2.jpeg" Id="R4210e99c239a4e47" /><Relationship Type="http://schemas.openxmlformats.org/officeDocument/2006/relationships/notesSlide" Target="/ppt/notesSlides/notesSlide4.xml" Id="Rad04ae77306646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493b7bc064263" /><Relationship Type="http://schemas.openxmlformats.org/officeDocument/2006/relationships/image" Target="/ppt/media/image4.png" Id="R6c867ac67bb242a3" /><Relationship Type="http://schemas.openxmlformats.org/officeDocument/2006/relationships/notesSlide" Target="/ppt/notesSlides/notesSlide5.xml" Id="R94bf312bd2414f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17a882afe4865" /><Relationship Type="http://schemas.openxmlformats.org/officeDocument/2006/relationships/image" Target="/ppt/media/image5.png" Id="R14749d1187f34432" /><Relationship Type="http://schemas.openxmlformats.org/officeDocument/2006/relationships/notesSlide" Target="/ppt/notesSlides/notesSlide6.xml" Id="Rc9a0f8b5070145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e64172bd04ed6" /><Relationship Type="http://schemas.openxmlformats.org/officeDocument/2006/relationships/image" Target="/ppt/media/image6.png" Id="R955ff43caf28431d" /><Relationship Type="http://schemas.openxmlformats.org/officeDocument/2006/relationships/notesSlide" Target="/ppt/notesSlides/notesSlide7.xml" Id="R56972b312bd146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a07d35dbd4bf5" /><Relationship Type="http://schemas.openxmlformats.org/officeDocument/2006/relationships/notesSlide" Target="/ppt/notesSlides/notesSlide8.xml" Id="R4680327cda0940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0030243754aeb" /><Relationship Type="http://schemas.openxmlformats.org/officeDocument/2006/relationships/notesSlide" Target="/ppt/notesSlides/notesSlide9.xml" Id="R1ce7b316579c4b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224cc8daf4347" /><Relationship Type="http://schemas.openxmlformats.org/officeDocument/2006/relationships/notesSlide" Target="/ppt/notesSlides/notesSlide10.xml" Id="Rfd4cf3e6fca54c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831942A-4FA7-4197-A56B-40BC4781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2B3D133-9D8B-4A5F-9808-CB801939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5411666-89E7-4925-B585-5B787DF3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E40F805C-6C35-48CA-AA6E-7B4D4B81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aad62ff9a46ae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24564B8F-0972-465A-85E1-8F6E98AF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087502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3F5BEE9C-EDDE-4B2B-8EAD-1765160E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8138F1B7-FF75-48C9-BAEE-01ED6BAD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6E6163B-B9D8-4A08-BCD3-EFB05EC1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0ED1218E-772A-4FD4-97D3-6923F33D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5e1b23405a43dc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6110f7030477c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9267EC86-997F-46CE-981F-05CB51C2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9D371677-85F5-44F1-A99D-C1FAB51C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280px 탐색</a:t>
            </a:r>
          </a:p>
        </p:txBody>
      </p:sp>
    </p:spTree>
    <p:extLst>
      <p:ext uri="{BB962C8B-B14F-4D97-AF65-F5344CB8AC3E}">
        <p14:creationId xmlns:p14="http://schemas.microsoft.com/office/powerpoint/2010/main" val="20294168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B70A688E-BA8D-4296-B59E-FC87D47A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03ECAB18-1F42-46A7-86CC-6B517028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CA26F7D7-E64E-460F-9E88-00121483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B650A297-F151-42F4-B94E-88B33EFB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6DE8864E-7CF1-45AA-846B-5975887B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E21AA93C-1659-45D9-9BAC-D21A3C40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84CE8A24-9CA7-42CB-8580-9189FED2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62DE8DAD-EBC0-43D7-999D-5DC235C1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3BAB2EF9-A116-4479-B609-AF870C51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278E515B-5265-4D07-AEE2-57924FD4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5BD76827-FF47-44B6-9657-378657B3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B7B8F814-7865-4F2D-9FCA-29989123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30CF7C98-CBC7-4C42-A58B-9B2CECF6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F373DAE1-EA30-47E8-B8EA-8358D4A2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7518271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FF1CCC28-3B20-4F30-80FC-81B9E8EE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2F285550-1D3F-4374-A00B-13680A18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1c8ff33f22420e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0e99c239a4e47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0E567804-45A6-4A83-83C3-ECF6A83A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F1F71EB9-9F56-4538-93DE-30BFE32C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53D52412-89D0-4A67-AF24-1B201304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검색 2px 단일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88FB90F1-72E5-45E3-9718-AB05B7F2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3794274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79D4E410-FC1B-4A8C-9F6E-2D69C009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59A4307D-FA17-4B71-94D7-94A42DBF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67ac67bb242a3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D0494C80-5317-4904-B737-5BD3DCC0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3B38CC23-A437-47B0-8C82-70AB173B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3FBDD296-FE31-4B26-84EE-0A8EFDE4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280px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BD6F893A-5961-466E-BBF8-3CD4AF4E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8A9D4375-3889-42B9-B6FB-DD8EDB1A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672787F1-67F4-40FC-9D0B-0103FB02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188E9641-B320-43A6-A122-2FB81C25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930294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6">
            <a:extLst xmlns:a="http://schemas.openxmlformats.org/drawingml/2006/main">
              <a:ext uri="{FF2B5EF4-FFF2-40B4-BE49-F238E27FC236}">
                <a16:creationId xmlns:a16="http://schemas.microsoft.com/office/drawing/2014/main" id="{E89BED19-8A45-4CD6-9925-96EF2A50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목록과 아이콘을 웹폰트 없이 안정화했습니다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19169AC8-E234-4809-AA30-5C8498F1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49d1187f34432"/>
          <a:stretch xmlns:a="http://schemas.openxmlformats.org/drawingml/2006/main"/>
        </p:blipFill>
        <p:spPr>
          <a:xfrm xmlns:a="http://schemas.openxmlformats.org/drawingml/2006/main">
            <a:off x="457200" y="1373981"/>
            <a:ext cx="6667500" cy="4167188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4" name="pane-result">
            <a:extLst xmlns:a="http://schemas.openxmlformats.org/drawingml/2006/main">
              <a:ext uri="{FF2B5EF4-FFF2-40B4-BE49-F238E27FC236}">
                <a16:creationId xmlns:a16="http://schemas.microsoft.com/office/drawing/2014/main" id="{673C9B90-5BB4-423D-BDD7-DDDFC0BB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52550"/>
            <a:ext cx="3905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ane-title">
            <a:extLst xmlns:a="http://schemas.openxmlformats.org/drawingml/2006/main">
              <a:ext uri="{FF2B5EF4-FFF2-40B4-BE49-F238E27FC236}">
                <a16:creationId xmlns:a16="http://schemas.microsoft.com/office/drawing/2014/main" id="{4C05C078-06B3-4C4D-9E07-6692797E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430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상세 목록 패널</a:t>
            </a:r>
          </a:p>
        </p:txBody>
      </p:sp>
      <p:sp>
        <p:nvSpPr>
          <p:cNvPr id="6" name="pane-copy">
            <a:extLst xmlns:a="http://schemas.openxmlformats.org/drawingml/2006/main">
              <a:ext uri="{FF2B5EF4-FFF2-40B4-BE49-F238E27FC236}">
                <a16:creationId xmlns:a16="http://schemas.microsoft.com/office/drawing/2014/main" id="{09EE246E-2642-4D4F-B06D-06E2424F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240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Header 겹침 0px · 400px 목록</a:t>
            </a:r>
          </a:p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6px 스크롤바 · 카드 간격 8px</a:t>
            </a:r>
          </a:p>
        </p:txBody>
      </p:sp>
      <p:sp>
        <p:nvSpPr>
          <p:cNvPr id="7" name="icon-result">
            <a:extLst xmlns:a="http://schemas.openxmlformats.org/drawingml/2006/main">
              <a:ext uri="{FF2B5EF4-FFF2-40B4-BE49-F238E27FC236}">
                <a16:creationId xmlns:a16="http://schemas.microsoft.com/office/drawing/2014/main" id="{F9A55859-5C55-4EC2-BDA4-BE1DC80D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39052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icon-title">
            <a:extLst xmlns:a="http://schemas.openxmlformats.org/drawingml/2006/main">
              <a:ext uri="{FF2B5EF4-FFF2-40B4-BE49-F238E27FC236}">
                <a16:creationId xmlns:a16="http://schemas.microsoft.com/office/drawing/2014/main" id="{48657250-48A8-4681-A7F4-0ADB9BAC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45+ 내장 SVG</a:t>
            </a:r>
          </a:p>
        </p:txBody>
      </p:sp>
      <p:sp>
        <p:nvSpPr>
          <p:cNvPr id="9" name="icon-copy">
            <a:extLst xmlns:a="http://schemas.openxmlformats.org/drawingml/2006/main">
              <a:ext uri="{FF2B5EF4-FFF2-40B4-BE49-F238E27FC236}">
                <a16:creationId xmlns:a16="http://schemas.microsoft.com/office/drawing/2014/main" id="{4F6BD1D7-2243-4092-B210-AD9942E1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194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배지 · 타임라인 · 댓글 수</a:t>
            </a:r>
          </a:p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설정 · 작성기 · 검색 초기화</a:t>
            </a:r>
          </a:p>
        </p:txBody>
      </p:sp>
      <p:sp>
        <p:nvSpPr>
          <p:cNvPr id="10" name="entry-result">
            <a:extLst xmlns:a="http://schemas.openxmlformats.org/drawingml/2006/main">
              <a:ext uri="{FF2B5EF4-FFF2-40B4-BE49-F238E27FC236}">
                <a16:creationId xmlns:a16="http://schemas.microsoft.com/office/drawing/2014/main" id="{909C937E-DAB7-4447-9BAC-BB60B36E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71950"/>
            <a:ext cx="3905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1" name="entry-title">
            <a:extLst xmlns:a="http://schemas.openxmlformats.org/drawingml/2006/main">
              <a:ext uri="{FF2B5EF4-FFF2-40B4-BE49-F238E27FC236}">
                <a16:creationId xmlns:a16="http://schemas.microsoft.com/office/drawing/2014/main" id="{40B66CCD-CAAB-46D7-9F95-E646147B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첫 게시물 진입</a:t>
            </a:r>
          </a:p>
        </p:txBody>
      </p:sp>
      <p:sp>
        <p:nvSpPr>
          <p:cNvPr id="12" name="entry-copy">
            <a:extLst xmlns:a="http://schemas.openxmlformats.org/drawingml/2006/main">
              <a:ext uri="{FF2B5EF4-FFF2-40B4-BE49-F238E27FC236}">
                <a16:creationId xmlns:a16="http://schemas.microsoft.com/office/drawing/2014/main" id="{35BC0C33-CC4D-45B9-BA95-44C2AC2B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434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게시물 번호 제거 · scrollY 0</a:t>
            </a:r>
          </a:p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알림의 특정 답변 링크는 유지</a:t>
            </a:r>
          </a:p>
        </p:txBody>
      </p:sp>
      <p:sp>
        <p:nvSpPr>
          <p:cNvPr id="13" name="icon-result-strip">
            <a:extLst xmlns:a="http://schemas.openxmlformats.org/drawingml/2006/main">
              <a:ext uri="{FF2B5EF4-FFF2-40B4-BE49-F238E27FC236}">
                <a16:creationId xmlns:a16="http://schemas.microsoft.com/office/drawing/2014/main" id="{3874FB1B-26F5-4C32-AA45-914B8C53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점 · 더하기 · 깨진 사각형 대체 아이콘 0건</a:t>
            </a:r>
          </a:p>
        </p:txBody>
      </p:sp>
    </p:spTree>
    <p:extLst>
      <p:ext uri="{BB962C8B-B14F-4D97-AF65-F5344CB8AC3E}">
        <p14:creationId xmlns:p14="http://schemas.microsoft.com/office/powerpoint/2010/main" val="12141948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7">
            <a:extLst xmlns:a="http://schemas.openxmlformats.org/drawingml/2006/main">
              <a:ext uri="{FF2B5EF4-FFF2-40B4-BE49-F238E27FC236}">
                <a16:creationId xmlns:a16="http://schemas.microsoft.com/office/drawing/2014/main" id="{ECF60069-4CE1-4B1B-8A3C-22D7029B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태그와 보조 태그를 읽기 쉬운 구조로 나눴습니다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BFA962F0-2088-4F08-83B5-DBDD988D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ff43caf28431d"/>
          <a:stretch xmlns:a="http://schemas.openxmlformats.org/drawingml/2006/main"/>
        </p:blipFill>
        <p:spPr>
          <a:xfrm xmlns:a="http://schemas.openxmlformats.org/drawingml/2006/main">
            <a:off x="457200" y="1281113"/>
            <a:ext cx="7239000" cy="4524375"/>
          </a:xfrm>
          <a:prstGeom xmlns:a="http://schemas.openxmlformats.org/drawingml/2006/main" prst="roundRect">
            <a:avLst>
              <a:gd name="adj" fmla="val 2500"/>
            </a:avLst>
          </a:prstGeom>
        </p:spPr>
      </p:pic>
      <p:sp>
        <p:nvSpPr>
          <p:cNvPr id="4" name="primary-tags">
            <a:extLst xmlns:a="http://schemas.openxmlformats.org/drawingml/2006/main">
              <a:ext uri="{FF2B5EF4-FFF2-40B4-BE49-F238E27FC236}">
                <a16:creationId xmlns:a16="http://schemas.microsoft.com/office/drawing/2014/main" id="{CCD30C19-C709-47AB-BBB7-66898B82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33337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imary-tags-title">
            <a:extLst xmlns:a="http://schemas.openxmlformats.org/drawingml/2006/main">
              <a:ext uri="{FF2B5EF4-FFF2-40B4-BE49-F238E27FC236}">
                <a16:creationId xmlns:a16="http://schemas.microsoft.com/office/drawing/2014/main" id="{866D92E6-7065-4689-BB3C-CC020255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주요 태그</a:t>
            </a:r>
          </a:p>
        </p:txBody>
      </p:sp>
      <p:sp>
        <p:nvSpPr>
          <p:cNvPr id="6" name="primary-tags-copy">
            <a:extLst xmlns:a="http://schemas.openxmlformats.org/drawingml/2006/main">
              <a:ext uri="{FF2B5EF4-FFF2-40B4-BE49-F238E27FC236}">
                <a16:creationId xmlns:a16="http://schemas.microsoft.com/office/drawing/2014/main" id="{4BE870E9-3AAA-4DCA-834F-25AA733A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2762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3열 카드 · 간격 18px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최근 토론 독립 패널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날짜 00년 0월 0일</a:t>
            </a:r>
          </a:p>
        </p:txBody>
      </p:sp>
      <p:sp>
        <p:nvSpPr>
          <p:cNvPr id="7" name="secondary-tags">
            <a:extLst xmlns:a="http://schemas.openxmlformats.org/drawingml/2006/main">
              <a:ext uri="{FF2B5EF4-FFF2-40B4-BE49-F238E27FC236}">
                <a16:creationId xmlns:a16="http://schemas.microsoft.com/office/drawing/2014/main" id="{B7FD7FEF-6EF5-4C7F-BBE9-DFFE92FC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67100"/>
            <a:ext cx="33337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secondary-tags-title">
            <a:extLst xmlns:a="http://schemas.openxmlformats.org/drawingml/2006/main">
              <a:ext uri="{FF2B5EF4-FFF2-40B4-BE49-F238E27FC236}">
                <a16:creationId xmlns:a16="http://schemas.microsoft.com/office/drawing/2014/main" id="{CFEFABCD-398A-4991-B783-C049767D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보조 태그</a:t>
            </a:r>
          </a:p>
        </p:txBody>
      </p:sp>
      <p:sp>
        <p:nvSpPr>
          <p:cNvPr id="9" name="secondary-tags-copy">
            <a:extLst xmlns:a="http://schemas.openxmlformats.org/drawingml/2006/main">
              <a:ext uri="{FF2B5EF4-FFF2-40B4-BE49-F238E27FC236}">
                <a16:creationId xmlns:a16="http://schemas.microsoft.com/office/drawing/2014/main" id="{3F33E8E4-88FB-4B0A-A385-F1FF6B45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91000"/>
            <a:ext cx="2762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별도 4열 구역 · 설명 7건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한 열 · 넘침 0px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도구 모음 균등 여백</a:t>
            </a:r>
          </a:p>
        </p:txBody>
      </p:sp>
      <p:sp>
        <p:nvSpPr>
          <p:cNvPr id="10" name="tag-result-strip">
            <a:extLst xmlns:a="http://schemas.openxmlformats.org/drawingml/2006/main">
              <a:ext uri="{FF2B5EF4-FFF2-40B4-BE49-F238E27FC236}">
                <a16:creationId xmlns:a16="http://schemas.microsoft.com/office/drawing/2014/main" id="{1FB2B715-D34D-40AB-87D8-486C1645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245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태그 고유색은 강조선으로만 유지 · 본문 가독성 우선</a:t>
            </a:r>
          </a:p>
        </p:txBody>
      </p:sp>
    </p:spTree>
    <p:extLst>
      <p:ext uri="{BB962C8B-B14F-4D97-AF65-F5344CB8AC3E}">
        <p14:creationId xmlns:p14="http://schemas.microsoft.com/office/powerpoint/2010/main" val="11532795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8">
            <a:extLst xmlns:a="http://schemas.openxmlformats.org/drawingml/2006/main">
              <a:ext uri="{FF2B5EF4-FFF2-40B4-BE49-F238E27FC236}">
                <a16:creationId xmlns:a16="http://schemas.microsoft.com/office/drawing/2014/main" id="{D5FFEDA9-4482-4F75-A354-3D7B7EFC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F6060937-F067-4E9B-A2DE-040E0A47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0C1B1588-78B2-47E1-BC92-984AE01F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FC99B8CC-CEF7-47A9-A018-448F17E4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6DE96C1-1EEF-46ED-944F-E63353CD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E9C02EB3-081C-4A28-90A6-72F38310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F009F930-535C-49B1-B733-195ABCE4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12D274A3-8A34-4999-87FA-B42EA833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FA5C76C-F91B-4A4A-9CF1-22C9178B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6858344C-C69D-48AA-84FB-4749D2BE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0ADD3CF4-7B23-49CD-A21E-ECAD9FF0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0C7760BE-D41D-4600-A1E0-85988B17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9B3EC55D-9341-4E73-92FD-B20AC7E1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333C4389-2E45-452C-93F3-DA22A802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F4916EA0-DD8C-448C-ADCD-3958706B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9375A860-35A5-417A-96DE-9D0DF5BE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6F371A94-2807-4433-A0A0-BC62257B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78F43157-3B01-44E6-B62B-E8B0EDF6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1C566AAC-29B8-4C07-9B85-65B6C64A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10/10</a:t>
            </a:r>
          </a:p>
        </p:txBody>
      </p:sp>
    </p:spTree>
    <p:extLst>
      <p:ext uri="{BB962C8B-B14F-4D97-AF65-F5344CB8AC3E}">
        <p14:creationId xmlns:p14="http://schemas.microsoft.com/office/powerpoint/2010/main" val="19905625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9">
            <a:extLst xmlns:a="http://schemas.openxmlformats.org/drawingml/2006/main">
              <a:ext uri="{FF2B5EF4-FFF2-40B4-BE49-F238E27FC236}">
                <a16:creationId xmlns:a16="http://schemas.microsoft.com/office/drawing/2014/main" id="{47F617EE-AD59-4CED-9A10-F36B822B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9">
            <a:extLst xmlns:a="http://schemas.openxmlformats.org/drawingml/2006/main">
              <a:ext uri="{FF2B5EF4-FFF2-40B4-BE49-F238E27FC236}">
                <a16:creationId xmlns:a16="http://schemas.microsoft.com/office/drawing/2014/main" id="{4856FB6A-8CC2-4D68-9518-8E13BDD5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B10348F6-03F7-4D19-872F-85C0819B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D8DEBE38-E2FC-47E9-B0B8-4B1A4082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CC5209C8-C965-497D-A6FA-24160E90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3AEF5555-B2BE-486E-B618-6C0CAD4D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28A97A5E-908C-4247-A1BE-C1E80DE0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1535F209-B60D-46DB-B0D4-DC88CCA7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CBB0078B-7956-41E8-AAE5-5E10E36A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9B4819BB-A8E2-4153-B9CA-8C76B83C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488558CC-7B69-4395-A9C0-F3F1C93D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A92CD0A9-4DB5-4DB2-8D24-F9FDA971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1FC941D7-F811-4A54-803E-30EBDDE1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4E43A1B4-DFCB-46DE-9BDD-FAD72A88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8789E935-4D4A-462A-AA09-92DD4905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3248346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4BC1143-FD1A-4C80-83A4-A9C23E41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BA5B4900-D447-4AF4-8DEF-DDF41449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0F09E4A6-9EB4-408F-9778-46EDB867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280px 메뉴 · Header 겹침 0px</a:t>
            </a:r>
          </a:p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45+ SVG 아이콘·검색 포커스·첫 게시물 진입 검증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D2D6557F-C25A-4A46-8A3B-C3FDD49B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F14DB7E6-A78C-44CE-A1E9-70E2CA42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7BD48EE6-0441-4D52-8095-26D946AB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B9CBF51B-4A2B-4661-9553-8E975592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3230338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2026-08-19T07:45:56.3200000Z</dcterms:created>
  <dcterms:modified xsi:type="dcterms:W3CDTF">2026-08-19T07:45:56.3200000Z</dcterms:modified>
</coreProperties>
</file>