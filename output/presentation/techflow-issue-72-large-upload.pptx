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061230ae9f422f" /><Relationship Type="http://schemas.openxmlformats.org/officeDocument/2006/relationships/extended-properties" Target="/docProps/app.xml" Id="R48e3cdf5c68d4c04" /><Relationship Type="http://schemas.openxmlformats.org/officeDocument/2006/relationships/officeDocument" Target="/ppt/presentation.xml" Id="R14ede53ac0bd49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6a098976654b1b"/>
  </p:sldMasterIdLst>
  <p:notesMasterIdLst>
    <p:notesMasterId xmlns:r="http://schemas.openxmlformats.org/officeDocument/2006/relationships" r:id="R0c4aefedafdf42a5"/>
  </p:notesMasterIdLst>
  <p:sldIdLst>
    <p:sldId xmlns:r="http://schemas.openxmlformats.org/officeDocument/2006/relationships" id="256" r:id="Rf13a43a0da454cbd"/>
    <p:sldId xmlns:r="http://schemas.openxmlformats.org/officeDocument/2006/relationships" id="257" r:id="R1ebaa269188146d6"/>
    <p:sldId xmlns:r="http://schemas.openxmlformats.org/officeDocument/2006/relationships" id="258" r:id="R3c844e1ce522412b"/>
    <p:sldId xmlns:r="http://schemas.openxmlformats.org/officeDocument/2006/relationships" id="259" r:id="Rc18251d253dd4580"/>
    <p:sldId xmlns:r="http://schemas.openxmlformats.org/officeDocument/2006/relationships" id="260" r:id="R7639f7b73f6a42ba"/>
    <p:sldId xmlns:r="http://schemas.openxmlformats.org/officeDocument/2006/relationships" id="261" r:id="R6818c86770a54c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a60c1b20e1482d" /><Relationship Type="http://schemas.openxmlformats.org/officeDocument/2006/relationships/slideMaster" Target="/ppt/slideMasters/slideMaster1.xml" Id="Re06a098976654b1b" /><Relationship Type="http://schemas.openxmlformats.org/officeDocument/2006/relationships/notesMaster" Target="/ppt/notesMasters/notesMaster1.xml" Id="R0c4aefedafdf42a5" /><Relationship Type="http://schemas.openxmlformats.org/officeDocument/2006/relationships/presProps" Target="/ppt/presProps.xml" Id="Rf4d5d31c0c12403c" /><Relationship Type="http://schemas.openxmlformats.org/officeDocument/2006/relationships/tableStyles" Target="/ppt/tableStyles.xml" Id="R07c24c5064584b34" /><Relationship Type="http://schemas.openxmlformats.org/officeDocument/2006/relationships/slide" Target="/ppt/slides/slide1.xml" Id="Rf13a43a0da454cbd" /><Relationship Type="http://schemas.openxmlformats.org/officeDocument/2006/relationships/slide" Target="/ppt/slides/slide2.xml" Id="R1ebaa269188146d6" /><Relationship Type="http://schemas.openxmlformats.org/officeDocument/2006/relationships/slide" Target="/ppt/slides/slide3.xml" Id="R3c844e1ce522412b" /><Relationship Type="http://schemas.openxmlformats.org/officeDocument/2006/relationships/slide" Target="/ppt/slides/slide4.xml" Id="Rc18251d253dd4580" /><Relationship Type="http://schemas.openxmlformats.org/officeDocument/2006/relationships/slide" Target="/ppt/slides/slide5.xml" Id="R7639f7b73f6a42ba" /><Relationship Type="http://schemas.openxmlformats.org/officeDocument/2006/relationships/slide" Target="/ppt/slides/slide6.xml" Id="R6818c86770a54c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810ebe1a504f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0f7fb5256a4d1d" /><Relationship Type="http://schemas.openxmlformats.org/officeDocument/2006/relationships/notesMaster" Target="/ppt/notesMasters/notesMaster1.xml" Id="Rb26da9f31ae24a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a8dce749b442b1" /><Relationship Type="http://schemas.openxmlformats.org/officeDocument/2006/relationships/notesMaster" Target="/ppt/notesMasters/notesMaster1.xml" Id="Rcaf586574a9e4e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05093f188b45d2" /><Relationship Type="http://schemas.openxmlformats.org/officeDocument/2006/relationships/notesMaster" Target="/ppt/notesMasters/notesMaster1.xml" Id="Rb00dce69b3d84c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93b6cb634f440e" /><Relationship Type="http://schemas.openxmlformats.org/officeDocument/2006/relationships/notesMaster" Target="/ppt/notesMasters/notesMaster1.xml" Id="Redb4908dc80442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e652dc2bc241a1" /><Relationship Type="http://schemas.openxmlformats.org/officeDocument/2006/relationships/notesMaster" Target="/ppt/notesMasters/notesMaster1.xml" Id="R32eca497fcf147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1d5b1784334299" /><Relationship Type="http://schemas.openxmlformats.org/officeDocument/2006/relationships/notesMaster" Target="/ppt/notesMasters/notesMaster1.xml" Id="R39cb8c43ad0349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docs/evidence/issue-72/large-upload-production-validation.json</a:t>
            </a:r>
          </a:p>
          <a:p xmlns:a="http://schemas.openxmlformats.org/drawingml/2006/main">
            <a:r>
              <a:t>- docs/reports/issue-72-community-large-upload-validation.md</a:t>
            </a:r>
          </a:p>
          <a:p xmlns:a="http://schemas.openxmlformats.org/drawingml/2006/main">
            <a:r>
              <a:t>- docs/runbooks/community-large-uploads.md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docs/evidence/issue-72/large-upload-production-validation.json</a:t>
            </a:r>
          </a:p>
          <a:p xmlns:a="http://schemas.openxmlformats.org/drawingml/2006/main">
            <a:r>
              <a:t>- docs/reports/issue-72-community-large-upload-validation.md</a:t>
            </a:r>
          </a:p>
          <a:p xmlns:a="http://schemas.openxmlformats.org/drawingml/2006/main">
            <a:r>
              <a:t>- docs/runbooks/community-large-uploads.md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docs/evidence/issue-72/large-upload-production-validation.json</a:t>
            </a:r>
          </a:p>
          <a:p xmlns:a="http://schemas.openxmlformats.org/drawingml/2006/main">
            <a:r>
              <a:t>- docs/reports/issue-72-community-large-upload-validation.md</a:t>
            </a:r>
          </a:p>
          <a:p xmlns:a="http://schemas.openxmlformats.org/drawingml/2006/main">
            <a:r>
              <a:t>- docs/runbooks/community-large-uploads.md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docs/evidence/issue-72/large-upload-production-validation.json</a:t>
            </a:r>
          </a:p>
          <a:p xmlns:a="http://schemas.openxmlformats.org/drawingml/2006/main">
            <a:r>
              <a:t>- docs/reports/issue-72-community-large-upload-validation.md</a:t>
            </a:r>
          </a:p>
          <a:p xmlns:a="http://schemas.openxmlformats.org/drawingml/2006/main">
            <a:r>
              <a:t>- docs/runbooks/community-large-uploads.md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docs/evidence/issue-72/large-upload-production-validation.json</a:t>
            </a:r>
          </a:p>
          <a:p xmlns:a="http://schemas.openxmlformats.org/drawingml/2006/main">
            <a:r>
              <a:t>- docs/reports/issue-72-community-large-upload-validation.md</a:t>
            </a:r>
          </a:p>
          <a:p xmlns:a="http://schemas.openxmlformats.org/drawingml/2006/main">
            <a:r>
              <a:t>- docs/runbooks/community-large-uploads.md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docs/evidence/issue-72/large-upload-production-validation.json</a:t>
            </a:r>
          </a:p>
          <a:p xmlns:a="http://schemas.openxmlformats.org/drawingml/2006/main">
            <a:r>
              <a:t>- docs/reports/issue-72-community-large-upload-validation.md</a:t>
            </a:r>
          </a:p>
          <a:p xmlns:a="http://schemas.openxmlformats.org/drawingml/2006/main">
            <a:r>
              <a:t>- docs/runbooks/community-large-uploads.md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5c210f14b14c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b8e045f1e4469a" /><Relationship Type="http://schemas.openxmlformats.org/officeDocument/2006/relationships/slideLayout" Target="/ppt/slideLayouts/slideLayout1.xml" Id="Rc321bbc9997846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21bbc9997846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5446aa72f4aa4" /><Relationship Type="http://schemas.openxmlformats.org/officeDocument/2006/relationships/notesSlide" Target="/ppt/notesSlides/notesSlide1.xml" Id="R1bec0a87c2b740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be396b49d431b" /><Relationship Type="http://schemas.openxmlformats.org/officeDocument/2006/relationships/notesSlide" Target="/ppt/notesSlides/notesSlide2.xml" Id="Ra7cc10887d924b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7722a8e0c4209" /><Relationship Type="http://schemas.openxmlformats.org/officeDocument/2006/relationships/notesSlide" Target="/ppt/notesSlides/notesSlide3.xml" Id="R352d7d1fc1e24f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f4b19004f4d3e" /><Relationship Type="http://schemas.openxmlformats.org/officeDocument/2006/relationships/notesSlide" Target="/ppt/notesSlides/notesSlide4.xml" Id="Rea786f5102904f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2480642964cf4" /><Relationship Type="http://schemas.openxmlformats.org/officeDocument/2006/relationships/notesSlide" Target="/ppt/notesSlides/notesSlide5.xml" Id="R0a8f4ef24a5b41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10fb840e85477d" /><Relationship Type="http://schemas.openxmlformats.org/officeDocument/2006/relationships/notesSlide" Target="/ppt/notesSlides/notesSlide6.xml" Id="R8156564e40b44d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41BFFF59-A17B-4344-B672-A7CE1F31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ABLESTACK TECHFLOW · ISSUE #72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DC155FF-FF7B-4E64-A623-AEAFE41E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334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9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Community 대용량</a:t>
            </a:r>
          </a:p>
          <a:p xmlns:a="http://schemas.openxmlformats.org/drawingml/2006/main">
            <a:pPr algn="l">
              <a:defRPr sz="49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9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첨부 개선 완료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784D507-CF34-4A1B-AA32-0AAF1071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50 MiB 경계 · 압축 안전검사 · 운영 E2E</a:t>
            </a:r>
          </a:p>
        </p:txBody>
      </p:sp>
      <p:sp>
        <p:nvSpPr>
          <p:cNvPr id="4" name="cover-hero">
            <a:extLst xmlns:a="http://schemas.openxmlformats.org/drawingml/2006/main">
              <a:ext uri="{FF2B5EF4-FFF2-40B4-BE49-F238E27FC236}">
                <a16:creationId xmlns:a16="http://schemas.microsoft.com/office/drawing/2014/main" id="{466209F3-EAA6-4A62-BC0E-21315280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"/>
            <a:ext cx="550545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stat">
            <a:extLst xmlns:a="http://schemas.openxmlformats.org/drawingml/2006/main">
              <a:ext uri="{FF2B5EF4-FFF2-40B4-BE49-F238E27FC236}">
                <a16:creationId xmlns:a16="http://schemas.microsoft.com/office/drawing/2014/main" id="{F95EB029-1A3E-4E1D-9BB1-7A3CADF3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24000"/>
            <a:ext cx="4572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67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50</a:t>
            </a:r>
          </a:p>
          <a:p xmlns:a="http://schemas.openxmlformats.org/drawingml/2006/main">
            <a:pPr algn="ctr">
              <a:defRPr sz="67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675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MiB</a:t>
            </a:r>
          </a:p>
        </p:txBody>
      </p:sp>
      <p:sp>
        <p:nvSpPr>
          <p:cNvPr id="6" name="cover-detail">
            <a:extLst xmlns:a="http://schemas.openxmlformats.org/drawingml/2006/main">
              <a:ext uri="{FF2B5EF4-FFF2-40B4-BE49-F238E27FC236}">
                <a16:creationId xmlns:a16="http://schemas.microsoft.com/office/drawing/2014/main" id="{11A26865-B8C9-4878-B2E9-CB9221BA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95750"/>
            <a:ext cx="457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파일당 운영 상한</a:t>
            </a:r>
          </a:p>
          <a:p xmlns:a="http://schemas.openxmlformats.org/drawingml/2006/main">
            <a:pPr algn="ctr">
              <a:defRPr sz="19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2026.08.15</a:t>
            </a:r>
          </a:p>
        </p:txBody>
      </p:sp>
    </p:spTree>
    <p:extLst>
      <p:ext uri="{BB962C8B-B14F-4D97-AF65-F5344CB8AC3E}">
        <p14:creationId xmlns:p14="http://schemas.microsoft.com/office/powerpoint/2010/main" val="10364471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2">
            <a:extLst xmlns:a="http://schemas.openxmlformats.org/drawingml/2006/main">
              <a:ext uri="{FF2B5EF4-FFF2-40B4-BE49-F238E27FC236}">
                <a16:creationId xmlns:a16="http://schemas.microsoft.com/office/drawing/2014/main" id="{842B2D64-8EFE-42AD-936D-028D28F2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하나의 50 MiB 경계가 전 계층을 관통합니다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BEC5605B-6541-4BD1-A33D-35974677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484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flow-0">
            <a:extLst xmlns:a="http://schemas.openxmlformats.org/drawingml/2006/main">
              <a:ext uri="{FF2B5EF4-FFF2-40B4-BE49-F238E27FC236}">
                <a16:creationId xmlns:a16="http://schemas.microsoft.com/office/drawing/2014/main" id="{B56E63F8-C09B-40AF-9FC7-9EB0CE6D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562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flow-text-0">
            <a:extLst xmlns:a="http://schemas.openxmlformats.org/drawingml/2006/main">
              <a:ext uri="{FF2B5EF4-FFF2-40B4-BE49-F238E27FC236}">
                <a16:creationId xmlns:a16="http://schemas.microsoft.com/office/drawing/2014/main" id="{01023F21-1891-4955-989E-85756A3A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Nginx</a:t>
            </a:r>
          </a:p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120 MiB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401207B3-0DD0-4083-A91C-F2A54D16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981325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6" name="flow-1">
            <a:extLst xmlns:a="http://schemas.openxmlformats.org/drawingml/2006/main">
              <a:ext uri="{FF2B5EF4-FFF2-40B4-BE49-F238E27FC236}">
                <a16:creationId xmlns:a16="http://schemas.microsoft.com/office/drawing/2014/main" id="{697C1BE5-DBEE-4932-A85B-472A0B91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476500"/>
            <a:ext cx="1562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flow-text-1">
            <a:extLst xmlns:a="http://schemas.openxmlformats.org/drawingml/2006/main">
              <a:ext uri="{FF2B5EF4-FFF2-40B4-BE49-F238E27FC236}">
                <a16:creationId xmlns:a16="http://schemas.microsoft.com/office/drawing/2014/main" id="{E70AD678-E167-4AAB-AA59-4C64BFE9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575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PHP-FPM</a:t>
            </a:r>
          </a:p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64 MiB</a:t>
            </a:r>
          </a:p>
        </p:txBody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21313DB2-C3B0-4FC4-9F17-F39EDA28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981325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9" name="flow-2">
            <a:extLst xmlns:a="http://schemas.openxmlformats.org/drawingml/2006/main">
              <a:ext uri="{FF2B5EF4-FFF2-40B4-BE49-F238E27FC236}">
                <a16:creationId xmlns:a16="http://schemas.microsoft.com/office/drawing/2014/main" id="{F775899D-3052-459A-92C0-B90BAD88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1562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flow-text-2">
            <a:extLst xmlns:a="http://schemas.openxmlformats.org/drawingml/2006/main">
              <a:ext uri="{FF2B5EF4-FFF2-40B4-BE49-F238E27FC236}">
                <a16:creationId xmlns:a16="http://schemas.microsoft.com/office/drawing/2014/main" id="{717904DD-5219-4B04-A838-B72130DE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FoF Upload</a:t>
            </a:r>
          </a:p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50 MiB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F2B10F85-C15D-47C1-A501-48BA0734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81325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flow-3">
            <a:extLst xmlns:a="http://schemas.openxmlformats.org/drawingml/2006/main">
              <a:ext uri="{FF2B5EF4-FFF2-40B4-BE49-F238E27FC236}">
                <a16:creationId xmlns:a16="http://schemas.microsoft.com/office/drawing/2014/main" id="{BA0D5CFF-9027-455A-ABC0-A01555B8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76500"/>
            <a:ext cx="1562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flow-text-3">
            <a:extLst xmlns:a="http://schemas.openxmlformats.org/drawingml/2006/main">
              <a:ext uri="{FF2B5EF4-FFF2-40B4-BE49-F238E27FC236}">
                <a16:creationId xmlns:a16="http://schemas.microsoft.com/office/drawing/2014/main" id="{44060206-4081-484B-B458-E8EE072B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8575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Poller</a:t>
            </a:r>
          </a:p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50 MiB</a:t>
            </a:r>
          </a:p>
        </p:txBody>
      </p:sp>
      <p:sp>
        <p:nvSpPr>
          <p:cNvPr id="14" name="arrow-3">
            <a:extLst xmlns:a="http://schemas.openxmlformats.org/drawingml/2006/main">
              <a:ext uri="{FF2B5EF4-FFF2-40B4-BE49-F238E27FC236}">
                <a16:creationId xmlns:a16="http://schemas.microsoft.com/office/drawing/2014/main" id="{06F3029C-2603-4D3B-882F-FB6819D5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981325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flow-4">
            <a:extLst xmlns:a="http://schemas.openxmlformats.org/drawingml/2006/main">
              <a:ext uri="{FF2B5EF4-FFF2-40B4-BE49-F238E27FC236}">
                <a16:creationId xmlns:a16="http://schemas.microsoft.com/office/drawing/2014/main" id="{1F6AADCD-C2F4-4A32-B99E-326C2378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76500"/>
            <a:ext cx="1562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flow-text-4">
            <a:extLst xmlns:a="http://schemas.openxmlformats.org/drawingml/2006/main">
              <a:ext uri="{FF2B5EF4-FFF2-40B4-BE49-F238E27FC236}">
                <a16:creationId xmlns:a16="http://schemas.microsoft.com/office/drawing/2014/main" id="{B674E241-F640-4AEA-8509-8AA9B0E8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575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Gateway</a:t>
            </a:r>
          </a:p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50 MiB</a:t>
            </a:r>
          </a:p>
        </p:txBody>
      </p:sp>
      <p:sp>
        <p:nvSpPr>
          <p:cNvPr id="17" name="arrow-4">
            <a:extLst xmlns:a="http://schemas.openxmlformats.org/drawingml/2006/main">
              <a:ext uri="{FF2B5EF4-FFF2-40B4-BE49-F238E27FC236}">
                <a16:creationId xmlns:a16="http://schemas.microsoft.com/office/drawing/2014/main" id="{1DFFC05A-619A-44C9-AFFE-A4693B8B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81325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8" name="flow-5">
            <a:extLst xmlns:a="http://schemas.openxmlformats.org/drawingml/2006/main">
              <a:ext uri="{FF2B5EF4-FFF2-40B4-BE49-F238E27FC236}">
                <a16:creationId xmlns:a16="http://schemas.microsoft.com/office/drawing/2014/main" id="{3DFD9661-6195-4620-B66E-F5B35F63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476500"/>
            <a:ext cx="15621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flow-text-5">
            <a:extLst xmlns:a="http://schemas.openxmlformats.org/drawingml/2006/main">
              <a:ext uri="{FF2B5EF4-FFF2-40B4-BE49-F238E27FC236}">
                <a16:creationId xmlns:a16="http://schemas.microsoft.com/office/drawing/2014/main" id="{03EFE40B-DAA0-49CB-B3CF-03FCB284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85750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압축 해제</a:t>
            </a:r>
          </a:p>
          <a:p xmlns:a="http://schemas.openxmlformats.org/drawingml/2006/main">
            <a:pPr algn="ctr">
              <a:def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100 MiB</a:t>
            </a:r>
          </a:p>
        </p:txBody>
      </p:sp>
      <p:sp>
        <p:nvSpPr>
          <p:cNvPr id="20" name="flow-foot">
            <a:extLst xmlns:a="http://schemas.openxmlformats.org/drawingml/2006/main">
              <a:ext uri="{FF2B5EF4-FFF2-40B4-BE49-F238E27FC236}">
                <a16:creationId xmlns:a16="http://schemas.microsoft.com/office/drawing/2014/main" id="{154C1392-A052-4F9B-BE8E-BFBCE0C9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다운로드 120초 · 일시 오류 2회 재시도 · 100개 항목 · 압축비 20배 · 24시간 보관</a:t>
            </a:r>
          </a:p>
        </p:txBody>
      </p:sp>
    </p:spTree>
    <p:extLst>
      <p:ext uri="{BB962C8B-B14F-4D97-AF65-F5344CB8AC3E}">
        <p14:creationId xmlns:p14="http://schemas.microsoft.com/office/powerpoint/2010/main" val="11939396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AA41419E-B7C9-4F4E-B9EC-14781C25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병목은 10 MiB에서 50 MiB로 이동했습니다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44E10634-128F-4E14-8CE4-48124B31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484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113919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4095750"/>
                <a:gridCol w="4914900"/>
              </a:tblGrid>
              <a:tr h="6826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계층</a:t>
                      </a:r>
                    </a:p>
                  </a:txBody>
                  <a:tcPr marL="91440" marR="91440" marT="45720" marB="45720">
                    <a:solidFill>
                      <a:srgbClr val="243B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 전</a:t>
                      </a:r>
                    </a:p>
                  </a:txBody>
                  <a:tcPr marL="91440" marR="91440" marT="45720" marB="45720">
                    <a:solidFill>
                      <a:srgbClr val="243B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 후</a:t>
                      </a:r>
                    </a:p>
                  </a:txBody>
                  <a:tcPr marL="91440" marR="91440" marT="45720" marB="45720">
                    <a:solidFill>
                      <a:srgbClr val="243B64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FoF Upload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 MiB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 MiB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PHP-FPM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120 MiB · 30/60초 · 128 MiB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 MiB · 300/300초 · 256 MiB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Poller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 MiB · 30초 · 재시도 없음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 MiB · 120초 · 2회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Gateway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 10 / 해제 20 MiB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 50 / 해제 100 MiB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유지관리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15분 · 24시간 · 70%/85%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9837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4">
            <a:extLst xmlns:a="http://schemas.openxmlformats.org/drawingml/2006/main">
              <a:ext uri="{FF2B5EF4-FFF2-40B4-BE49-F238E27FC236}">
                <a16:creationId xmlns:a16="http://schemas.microsoft.com/office/drawing/2014/main" id="{48E0C9A9-AD69-4425-A6C4-8A803C21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운영 검증은 코드, 경계, 실제 대화를 모두 통과했습니다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3B4B9F12-E0D1-459C-8516-4F990A1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484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" name="metric-0">
            <a:extLst xmlns:a="http://schemas.openxmlformats.org/drawingml/2006/main">
              <a:ext uri="{FF2B5EF4-FFF2-40B4-BE49-F238E27FC236}">
                <a16:creationId xmlns:a16="http://schemas.microsoft.com/office/drawing/2014/main" id="{5B3763E3-63E1-402B-915E-F68F21C0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5623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metric-value-0">
            <a:extLst xmlns:a="http://schemas.openxmlformats.org/drawingml/2006/main">
              <a:ext uri="{FF2B5EF4-FFF2-40B4-BE49-F238E27FC236}">
                <a16:creationId xmlns:a16="http://schemas.microsoft.com/office/drawing/2014/main" id="{6C7C0348-BEB6-4ADA-A0D9-90CA79F6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3028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259/259</a:t>
            </a:r>
          </a:p>
        </p:txBody>
      </p:sp>
      <p:sp>
        <p:nvSpPr>
          <p:cNvPr id="5" name="metric-detail-0">
            <a:extLst xmlns:a="http://schemas.openxmlformats.org/drawingml/2006/main">
              <a:ext uri="{FF2B5EF4-FFF2-40B4-BE49-F238E27FC236}">
                <a16:creationId xmlns:a16="http://schemas.microsoft.com/office/drawing/2014/main" id="{E3BAEA15-8888-41F4-BB06-EF63842F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3028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전체 런타임 회귀</a:t>
            </a:r>
          </a:p>
        </p:txBody>
      </p:sp>
      <p:sp>
        <p:nvSpPr>
          <p:cNvPr id="6" name="metric-1">
            <a:extLst xmlns:a="http://schemas.openxmlformats.org/drawingml/2006/main">
              <a:ext uri="{FF2B5EF4-FFF2-40B4-BE49-F238E27FC236}">
                <a16:creationId xmlns:a16="http://schemas.microsoft.com/office/drawing/2014/main" id="{163C3223-68D7-468E-A140-CD7D2306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857500"/>
            <a:ext cx="35623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metric-value-1">
            <a:extLst xmlns:a="http://schemas.openxmlformats.org/drawingml/2006/main">
              <a:ext uri="{FF2B5EF4-FFF2-40B4-BE49-F238E27FC236}">
                <a16:creationId xmlns:a16="http://schemas.microsoft.com/office/drawing/2014/main" id="{28D32B3D-415F-4734-A930-1E0B9CFC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3028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50 MiB</a:t>
            </a:r>
          </a:p>
        </p:txBody>
      </p:sp>
      <p:sp>
        <p:nvSpPr>
          <p:cNvPr id="8" name="metric-detail-1">
            <a:extLst xmlns:a="http://schemas.openxmlformats.org/drawingml/2006/main">
              <a:ext uri="{FF2B5EF4-FFF2-40B4-BE49-F238E27FC236}">
                <a16:creationId xmlns:a16="http://schemas.microsoft.com/office/drawing/2014/main" id="{BF0FF1B6-8EEF-4243-95E3-2BB590AA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552950"/>
            <a:ext cx="3028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허용 · +1 byte 거부</a:t>
            </a:r>
          </a:p>
        </p:txBody>
      </p:sp>
      <p:sp>
        <p:nvSpPr>
          <p:cNvPr id="9" name="metric-2">
            <a:extLst xmlns:a="http://schemas.openxmlformats.org/drawingml/2006/main">
              <a:ext uri="{FF2B5EF4-FFF2-40B4-BE49-F238E27FC236}">
                <a16:creationId xmlns:a16="http://schemas.microsoft.com/office/drawing/2014/main" id="{71B47724-54B0-413A-911F-81B80B70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5623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metric-value-2">
            <a:extLst xmlns:a="http://schemas.openxmlformats.org/drawingml/2006/main">
              <a:ext uri="{FF2B5EF4-FFF2-40B4-BE49-F238E27FC236}">
                <a16:creationId xmlns:a16="http://schemas.microsoft.com/office/drawing/2014/main" id="{A4AF9091-7DE1-470B-85AA-1BAE3A5E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33750"/>
            <a:ext cx="3028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4종</a:t>
            </a:r>
          </a:p>
        </p:txBody>
      </p:sp>
      <p:sp>
        <p:nvSpPr>
          <p:cNvPr id="11" name="metric-detail-2">
            <a:extLst xmlns:a="http://schemas.openxmlformats.org/drawingml/2006/main">
              <a:ext uri="{FF2B5EF4-FFF2-40B4-BE49-F238E27FC236}">
                <a16:creationId xmlns:a16="http://schemas.microsoft.com/office/drawing/2014/main" id="{02E97EEC-0B7D-47D8-B09D-AE2B8BC2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52950"/>
            <a:ext cx="3028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로그 · ZIP · GZIP · TAR.GZ</a:t>
            </a:r>
          </a:p>
        </p:txBody>
      </p:sp>
      <p:sp>
        <p:nvSpPr>
          <p:cNvPr id="12" name="metric-caption">
            <a:extLst xmlns:a="http://schemas.openxmlformats.org/drawingml/2006/main">
              <a:ext uri="{FF2B5EF4-FFF2-40B4-BE49-F238E27FC236}">
                <a16:creationId xmlns:a16="http://schemas.microsoft.com/office/drawing/2014/main" id="{73902419-023F-4EED-BC2D-C58F738B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Discussion #172: Artifact 4개 수집 · AI 답변 자동 게시 · 시험 데이터 영구 삭제</a:t>
            </a:r>
          </a:p>
        </p:txBody>
      </p:sp>
    </p:spTree>
    <p:extLst>
      <p:ext uri="{BB962C8B-B14F-4D97-AF65-F5344CB8AC3E}">
        <p14:creationId xmlns:p14="http://schemas.microsoft.com/office/powerpoint/2010/main" val="27665808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5">
            <a:extLst xmlns:a="http://schemas.openxmlformats.org/drawingml/2006/main">
              <a:ext uri="{FF2B5EF4-FFF2-40B4-BE49-F238E27FC236}">
                <a16:creationId xmlns:a16="http://schemas.microsoft.com/office/drawing/2014/main" id="{DA40B5C2-8272-42AF-8036-5B09FC72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위험한 압축과 위장 파일은 모두 닫힌 상태로 거부됩니다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C21544C9-286E-423F-BB0C-977EC40D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484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400050" y="1676400"/>
          <a:ext xmlns:a="http://schemas.openxmlformats.org/drawingml/2006/main" cx="7239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1238250"/>
                <a:gridCol w="1714500"/>
              </a:tblGrid>
              <a:tr h="6667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</a:t>
                      </a:r>
                    </a:p>
                  </a:txBody>
                  <a:tcPr marL="91440" marR="91440" marT="45720" marB="45720">
                    <a:solidFill>
                      <a:srgbClr val="243B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HTTP</a:t>
                      </a:r>
                    </a:p>
                  </a:txBody>
                  <a:tcPr marL="91440" marR="91440" marT="45720" marB="45720">
                    <a:solidFill>
                      <a:srgbClr val="243B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판정</a:t>
                      </a:r>
                    </a:p>
                  </a:txBody>
                  <a:tcPr marL="91440" marR="91440" marT="45720" marB="45720">
                    <a:solidFill>
                      <a:srgbClr val="243B6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 이탈 ZIP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17A4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중첩 압축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17A4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거부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압축 폭탄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17A4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파일 포함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17A4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거부</a:t>
                      </a:r>
                    </a:p>
                  </a:txBody>
                  <a:tcPr marL="91440" marR="91440" marT="45720" marB="45720">
                    <a:solidFill>
                      <a:srgbClr val="F7F9F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PNG MIME 위장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0101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17A4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urity-side">
            <a:extLst xmlns:a="http://schemas.openxmlformats.org/drawingml/2006/main">
              <a:ext uri="{FF2B5EF4-FFF2-40B4-BE49-F238E27FC236}">
                <a16:creationId xmlns:a16="http://schemas.microsoft.com/office/drawing/2014/main" id="{40E0FF5B-E065-4A3C-B934-4FA3B2F7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6957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security-side-title">
            <a:extLst xmlns:a="http://schemas.openxmlformats.org/drawingml/2006/main">
              <a:ext uri="{FF2B5EF4-FFF2-40B4-BE49-F238E27FC236}">
                <a16:creationId xmlns:a16="http://schemas.microsoft.com/office/drawing/2014/main" id="{A0680A1A-7A46-4666-B327-27E8BAEA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운영 안전망</a:t>
            </a:r>
          </a:p>
        </p:txBody>
      </p:sp>
      <p:sp>
        <p:nvSpPr>
          <p:cNvPr id="6" name="security-side-body">
            <a:extLst xmlns:a="http://schemas.openxmlformats.org/drawingml/2006/main">
              <a:ext uri="{FF2B5EF4-FFF2-40B4-BE49-F238E27FC236}">
                <a16:creationId xmlns:a16="http://schemas.microsoft.com/office/drawing/2014/main" id="{4ECF4380-3A1A-453C-B733-62CC98BD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3048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24시간 만료 삭제</a:t>
            </a:r>
          </a:p>
          <a:p xmlns:a="http://schemas.openxmlformats.org/drawingml/2006/main">
            <a:pPr algn="l">
              <a:def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15분 주기 점검</a:t>
            </a:r>
          </a:p>
          <a:p xmlns:a="http://schemas.openxmlformats.org/drawingml/2006/main">
            <a:pPr algn="l">
              <a:def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70% 경고</a:t>
            </a:r>
          </a:p>
          <a:p xmlns:a="http://schemas.openxmlformats.org/drawingml/2006/main">
            <a:pPr algn="l">
              <a:def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85% 위험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최초 실행에서</a:t>
            </a:r>
          </a:p>
          <a:p xmlns:a="http://schemas.openxmlformats.org/drawingml/2006/main">
            <a:pPr algn="l">
              <a:def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만료 28개 정리</a:t>
            </a:r>
          </a:p>
        </p:txBody>
      </p:sp>
    </p:spTree>
    <p:extLst>
      <p:ext uri="{BB962C8B-B14F-4D97-AF65-F5344CB8AC3E}">
        <p14:creationId xmlns:p14="http://schemas.microsoft.com/office/powerpoint/2010/main" val="14622723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B78BEFC8-A9C1-41C4-8138-D046A91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ISSUE #72 ·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3397D947-8DB0-4EF9-9C05-88CD8A39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8096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61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운영 상태는</a:t>
            </a:r>
          </a:p>
          <a:p xmlns:a="http://schemas.openxmlformats.org/drawingml/2006/main">
            <a:pPr algn="l">
              <a:defRPr sz="61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defRPr>
            </a:pPr>
            <a:r>
              <a:rPr sz="6150" b="1">
                <a:solidFill>
                  <a:srgbClr val="101010"/>
                </a:solidFill>
                <a:latin typeface="Malgun Gothic"/>
                <a:ea typeface="Malgun Gothic"/>
                <a:cs typeface="Malgun Gothic"/>
              </a:rPr>
              <a:t>GO입니다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1807AD39-82DC-4776-965F-655543AE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9625"/>
            <a:ext cx="723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Gateway healthy · Poller running · Maintainer running</a:t>
            </a:r>
          </a:p>
          <a:p xmlns:a="http://schemas.openxmlformats.org/drawingml/2006/main">
            <a:pPr algn="l">
              <a:defRPr sz="21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B616B"/>
                </a:solidFill>
                <a:latin typeface="Malgun Gothic"/>
                <a:ea typeface="Malgun Gothic"/>
                <a:cs typeface="Malgun Gothic"/>
              </a:rPr>
              <a:t>GitHub→Chat 보호 서비스 frozen / guard passed</a:t>
            </a:r>
          </a:p>
        </p:txBody>
      </p:sp>
      <p:sp>
        <p:nvSpPr>
          <p:cNvPr id="4" name="close-badge">
            <a:extLst xmlns:a="http://schemas.openxmlformats.org/drawingml/2006/main">
              <a:ext uri="{FF2B5EF4-FFF2-40B4-BE49-F238E27FC236}">
                <a16:creationId xmlns:a16="http://schemas.microsoft.com/office/drawing/2014/main" id="{93AC4C03-B17A-4E6D-978A-BA29BB62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81200"/>
            <a:ext cx="28956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782F79C6-366E-42DE-8F7A-2CA825CB8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2324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defRPr>
            </a:pPr>
            <a:r>
              <a:rPr sz="5400" b="1">
                <a:solidFill>
                  <a:srgbClr val="3D8DF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</p:spTree>
    <p:extLst>
      <p:ext uri="{BB962C8B-B14F-4D97-AF65-F5344CB8AC3E}">
        <p14:creationId xmlns:p14="http://schemas.microsoft.com/office/powerpoint/2010/main" val="8988904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2026-08-14T18:03:44.1350000Z</dcterms:created>
  <dcterms:modified xsi:type="dcterms:W3CDTF">2026-08-14T18:03:44.1350000Z</dcterms:modified>
</coreProperties>
</file>