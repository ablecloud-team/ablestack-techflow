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970aaff31540d0" /><Relationship Type="http://schemas.openxmlformats.org/officeDocument/2006/relationships/extended-properties" Target="/docProps/app.xml" Id="R9e653ca010a841eb" /><Relationship Type="http://schemas.openxmlformats.org/officeDocument/2006/relationships/officeDocument" Target="/ppt/presentation.xml" Id="R66028783fbab4a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01e88471de4e0d"/>
  </p:sldMasterIdLst>
  <p:notesMasterIdLst>
    <p:notesMasterId xmlns:r="http://schemas.openxmlformats.org/officeDocument/2006/relationships" r:id="Rb0fc30f86a834a07"/>
  </p:notesMasterIdLst>
  <p:sldIdLst>
    <p:sldId xmlns:r="http://schemas.openxmlformats.org/officeDocument/2006/relationships" id="256" r:id="Rfea769e4c0dd4aca"/>
    <p:sldId xmlns:r="http://schemas.openxmlformats.org/officeDocument/2006/relationships" id="257" r:id="R003d92fbcae24c77"/>
    <p:sldId xmlns:r="http://schemas.openxmlformats.org/officeDocument/2006/relationships" id="258" r:id="Rb25cdbb5d78a41da"/>
    <p:sldId xmlns:r="http://schemas.openxmlformats.org/officeDocument/2006/relationships" id="259" r:id="Rc5b169dc7a6049be"/>
    <p:sldId xmlns:r="http://schemas.openxmlformats.org/officeDocument/2006/relationships" id="260" r:id="R40d0d6f8b8f445a3"/>
    <p:sldId xmlns:r="http://schemas.openxmlformats.org/officeDocument/2006/relationships" id="261" r:id="R51a35981fbe44d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35b6e1b61a4e7c" /><Relationship Type="http://schemas.openxmlformats.org/officeDocument/2006/relationships/slideMaster" Target="/ppt/slideMasters/slideMaster1.xml" Id="Rc801e88471de4e0d" /><Relationship Type="http://schemas.openxmlformats.org/officeDocument/2006/relationships/notesMaster" Target="/ppt/notesMasters/notesMaster1.xml" Id="Rb0fc30f86a834a07" /><Relationship Type="http://schemas.openxmlformats.org/officeDocument/2006/relationships/presProps" Target="/ppt/presProps.xml" Id="R67d996c5d14949f8" /><Relationship Type="http://schemas.openxmlformats.org/officeDocument/2006/relationships/tableStyles" Target="/ppt/tableStyles.xml" Id="Reb2c382923ca4521" /><Relationship Type="http://schemas.openxmlformats.org/officeDocument/2006/relationships/slide" Target="/ppt/slides/slide1.xml" Id="Rfea769e4c0dd4aca" /><Relationship Type="http://schemas.openxmlformats.org/officeDocument/2006/relationships/slide" Target="/ppt/slides/slide2.xml" Id="R003d92fbcae24c77" /><Relationship Type="http://schemas.openxmlformats.org/officeDocument/2006/relationships/slide" Target="/ppt/slides/slide3.xml" Id="Rb25cdbb5d78a41da" /><Relationship Type="http://schemas.openxmlformats.org/officeDocument/2006/relationships/slide" Target="/ppt/slides/slide4.xml" Id="Rc5b169dc7a6049be" /><Relationship Type="http://schemas.openxmlformats.org/officeDocument/2006/relationships/slide" Target="/ppt/slides/slide5.xml" Id="R40d0d6f8b8f445a3" /><Relationship Type="http://schemas.openxmlformats.org/officeDocument/2006/relationships/slide" Target="/ppt/slides/slide6.xml" Id="R51a35981fbe4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afe04a649c48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b911dc65b46de" /><Relationship Type="http://schemas.openxmlformats.org/officeDocument/2006/relationships/notesMaster" Target="/ppt/notesMasters/notesMaster1.xml" Id="Raa92823fa4c44b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25d527592c403e" /><Relationship Type="http://schemas.openxmlformats.org/officeDocument/2006/relationships/notesMaster" Target="/ppt/notesMasters/notesMaster1.xml" Id="R028e2a19c42743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f4c8a3b1d44205" /><Relationship Type="http://schemas.openxmlformats.org/officeDocument/2006/relationships/notesMaster" Target="/ppt/notesMasters/notesMaster1.xml" Id="R5a13d24274324b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2233890bb24ad1" /><Relationship Type="http://schemas.openxmlformats.org/officeDocument/2006/relationships/notesMaster" Target="/ppt/notesMasters/notesMaster1.xml" Id="Rf8be8489896541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64f95511254685" /><Relationship Type="http://schemas.openxmlformats.org/officeDocument/2006/relationships/notesMaster" Target="/ppt/notesMasters/notesMaster1.xml" Id="Rb5e5d0ee82d1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0b8c29b6574f85" /><Relationship Type="http://schemas.openxmlformats.org/officeDocument/2006/relationships/notesMaster" Target="/ppt/notesMasters/notesMaster1.xml" Id="R7b433a395100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docs/evidence/issue-72/large-upload-production-validation.json</a:t>
            </a:r>
          </a:p>
          <a:p xmlns:a="http://schemas.openxmlformats.org/drawingml/2006/main">
            <a:r>
              <a:t>- docs/reports/issue-72-community-large-upload-validation.md</a:t>
            </a:r>
          </a:p>
          <a:p xmlns:a="http://schemas.openxmlformats.org/drawingml/2006/main">
            <a:r>
              <a:t>- docs/runbooks/community-large-uploads.md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docs/evidence/issue-72/large-upload-production-validation.json</a:t>
            </a:r>
          </a:p>
          <a:p xmlns:a="http://schemas.openxmlformats.org/drawingml/2006/main">
            <a:r>
              <a:t>- docs/reports/issue-72-community-large-upload-validation.md</a:t>
            </a:r>
          </a:p>
          <a:p xmlns:a="http://schemas.openxmlformats.org/drawingml/2006/main">
            <a:r>
              <a:t>- docs/runbooks/community-large-uploads.md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docs/evidence/issue-72/large-upload-production-validation.json</a:t>
            </a:r>
          </a:p>
          <a:p xmlns:a="http://schemas.openxmlformats.org/drawingml/2006/main">
            <a:r>
              <a:t>- docs/reports/issue-72-community-large-upload-validation.md</a:t>
            </a:r>
          </a:p>
          <a:p xmlns:a="http://schemas.openxmlformats.org/drawingml/2006/main">
            <a:r>
              <a:t>- docs/runbooks/community-large-uploads.md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docs/evidence/issue-72/large-upload-production-validation.json</a:t>
            </a:r>
          </a:p>
          <a:p xmlns:a="http://schemas.openxmlformats.org/drawingml/2006/main">
            <a:r>
              <a:t>- docs/reports/issue-72-community-large-upload-validation.md</a:t>
            </a:r>
          </a:p>
          <a:p xmlns:a="http://schemas.openxmlformats.org/drawingml/2006/main">
            <a:r>
              <a:t>- docs/runbooks/community-large-uploads.md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docs/evidence/issue-72/large-upload-production-validation.json</a:t>
            </a:r>
          </a:p>
          <a:p xmlns:a="http://schemas.openxmlformats.org/drawingml/2006/main">
            <a:r>
              <a:t>- docs/reports/issue-72-community-large-upload-validation.md</a:t>
            </a:r>
          </a:p>
          <a:p xmlns:a="http://schemas.openxmlformats.org/drawingml/2006/main">
            <a:r>
              <a:t>- docs/runbooks/community-large-uploads.md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docs/evidence/issue-72/large-upload-production-validation.json</a:t>
            </a:r>
          </a:p>
          <a:p xmlns:a="http://schemas.openxmlformats.org/drawingml/2006/main">
            <a:r>
              <a:t>- docs/reports/issue-72-community-large-upload-validation.md</a:t>
            </a:r>
          </a:p>
          <a:p xmlns:a="http://schemas.openxmlformats.org/drawingml/2006/main">
            <a:r>
              <a:t>- docs/runbooks/community-large-uploads.md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405b1638744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680b11a8304d4c" /><Relationship Type="http://schemas.openxmlformats.org/officeDocument/2006/relationships/slideLayout" Target="/ppt/slideLayouts/slideLayout1.xml" Id="Rcff4689172ba4b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f4689172ba4b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508e73c3746f8" /><Relationship Type="http://schemas.openxmlformats.org/officeDocument/2006/relationships/notesSlide" Target="/ppt/notesSlides/notesSlide1.xml" Id="R0afcf63654c2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8e2f146a04b09" /><Relationship Type="http://schemas.openxmlformats.org/officeDocument/2006/relationships/notesSlide" Target="/ppt/notesSlides/notesSlide2.xml" Id="Rfd658804527f40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95c738c1041b3" /><Relationship Type="http://schemas.openxmlformats.org/officeDocument/2006/relationships/notesSlide" Target="/ppt/notesSlides/notesSlide3.xml" Id="R2be1bba055fc48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1997563ea4091" /><Relationship Type="http://schemas.openxmlformats.org/officeDocument/2006/relationships/notesSlide" Target="/ppt/notesSlides/notesSlide4.xml" Id="R765b0ef7984544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a9f905584e4e" /><Relationship Type="http://schemas.openxmlformats.org/officeDocument/2006/relationships/notesSlide" Target="/ppt/notesSlides/notesSlide5.xml" Id="Rb8e8206e04e6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8a0a7242d419e" /><Relationship Type="http://schemas.openxmlformats.org/officeDocument/2006/relationships/notesSlide" Target="/ppt/notesSlides/notesSlide6.xml" Id="Rbed665143fab4d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0A43814-7BCF-4CA7-8C46-81198BC7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#72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CA9C0C5-C970-496C-A73C-1C24EEDB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Community 대용량</a:t>
            </a:r>
          </a:p>
          <a:p xmlns:a="http://schemas.openxmlformats.org/drawingml/2006/main">
            <a:pPr algn="l">
              <a:defRPr sz="49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첨부 개선 완료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0228BB2-FDDB-48C8-9BF3-69E537CF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실파일 경계 · 디스크 스트리밍 · 운영 검증</a:t>
            </a:r>
          </a:p>
        </p:txBody>
      </p:sp>
      <p:sp>
        <p:nvSpPr>
          <p:cNvPr id="4" name="cover-hero">
            <a:extLst xmlns:a="http://schemas.openxmlformats.org/drawingml/2006/main">
              <a:ext uri="{FF2B5EF4-FFF2-40B4-BE49-F238E27FC236}">
                <a16:creationId xmlns:a16="http://schemas.microsoft.com/office/drawing/2014/main" id="{15D31B52-BECF-4463-92E1-7CE0D0B2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"/>
            <a:ext cx="55054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stat">
            <a:extLst xmlns:a="http://schemas.openxmlformats.org/drawingml/2006/main">
              <a:ext uri="{FF2B5EF4-FFF2-40B4-BE49-F238E27FC236}">
                <a16:creationId xmlns:a16="http://schemas.microsoft.com/office/drawing/2014/main" id="{AEE2B9CE-4838-4A36-A5E5-ED808495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2400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 / 10</a:t>
            </a:r>
          </a:p>
          <a:p xmlns:a="http://schemas.openxmlformats.org/drawingml/2006/main">
            <a:pPr algn="ctr">
              <a:defRPr sz="63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GiB</a:t>
            </a:r>
          </a:p>
        </p:txBody>
      </p:sp>
      <p:sp>
        <p:nvSpPr>
          <p:cNvPr id="6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16311986-1FDF-4D75-A0EA-F44A2172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일반 / 압축 파일 상한</a:t>
            </a:r>
          </a:p>
          <a:p xmlns:a="http://schemas.openxmlformats.org/drawingml/2006/main">
            <a:pPr algn="ctr">
              <a:defRPr sz="19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2026.08.16</a:t>
            </a:r>
          </a:p>
        </p:txBody>
      </p:sp>
    </p:spTree>
    <p:extLst>
      <p:ext uri="{BB962C8B-B14F-4D97-AF65-F5344CB8AC3E}">
        <p14:creationId xmlns:p14="http://schemas.microsoft.com/office/powerpoint/2010/main" val="4143812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2">
            <a:extLst xmlns:a="http://schemas.openxmlformats.org/drawingml/2006/main">
              <a:ext uri="{FF2B5EF4-FFF2-40B4-BE49-F238E27FC236}">
                <a16:creationId xmlns:a16="http://schemas.microsoft.com/office/drawing/2014/main" id="{61550C3D-A799-4AD9-87F8-DABFB50F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 GiB / 10 GiB 정책이 전 계층을 관통합니다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95E851CE-A0F0-4EDA-B962-4756F38D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flow-0">
            <a:extLst xmlns:a="http://schemas.openxmlformats.org/drawingml/2006/main">
              <a:ext uri="{FF2B5EF4-FFF2-40B4-BE49-F238E27FC236}">
                <a16:creationId xmlns:a16="http://schemas.microsoft.com/office/drawing/2014/main" id="{E3F5D63D-1625-4F67-96EC-C1D42A06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562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low-text-0">
            <a:extLst xmlns:a="http://schemas.openxmlformats.org/drawingml/2006/main">
              <a:ext uri="{FF2B5EF4-FFF2-40B4-BE49-F238E27FC236}">
                <a16:creationId xmlns:a16="http://schemas.microsoft.com/office/drawing/2014/main" id="{8EAD867C-AEE9-45AE-A339-CCB4730D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Nginx</a:t>
            </a:r>
          </a:p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11 GiB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6F5F5CC4-B51D-418C-966D-2B754435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813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" name="flow-1">
            <a:extLst xmlns:a="http://schemas.openxmlformats.org/drawingml/2006/main">
              <a:ext uri="{FF2B5EF4-FFF2-40B4-BE49-F238E27FC236}">
                <a16:creationId xmlns:a16="http://schemas.microsoft.com/office/drawing/2014/main" id="{F402A51C-E53A-423F-86A3-54E51CA3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476500"/>
            <a:ext cx="1562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low-text-1">
            <a:extLst xmlns:a="http://schemas.openxmlformats.org/drawingml/2006/main">
              <a:ext uri="{FF2B5EF4-FFF2-40B4-BE49-F238E27FC236}">
                <a16:creationId xmlns:a16="http://schemas.microsoft.com/office/drawing/2014/main" id="{742FF3ED-42D4-4039-9BD3-C5281A35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PHP-FPM</a:t>
            </a:r>
          </a:p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10 / 11 GiB</a:t>
            </a:r>
          </a:p>
        </p:txBody>
      </p:sp>
      <p:sp>
        <p:nvSpPr>
          <p:cNvPr id="8" name="arrow-1">
            <a:extLst xmlns:a="http://schemas.openxmlformats.org/drawingml/2006/main">
              <a:ext uri="{FF2B5EF4-FFF2-40B4-BE49-F238E27FC236}">
                <a16:creationId xmlns:a16="http://schemas.microsoft.com/office/drawing/2014/main" id="{E34690F1-8306-46C7-9F98-4BFA91F6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813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flow-2">
            <a:extLst xmlns:a="http://schemas.openxmlformats.org/drawingml/2006/main">
              <a:ext uri="{FF2B5EF4-FFF2-40B4-BE49-F238E27FC236}">
                <a16:creationId xmlns:a16="http://schemas.microsoft.com/office/drawing/2014/main" id="{43E4DDA0-5E38-4F29-84EE-E572BFE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1562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flow-text-2">
            <a:extLst xmlns:a="http://schemas.openxmlformats.org/drawingml/2006/main">
              <a:ext uri="{FF2B5EF4-FFF2-40B4-BE49-F238E27FC236}">
                <a16:creationId xmlns:a16="http://schemas.microsoft.com/office/drawing/2014/main" id="{6EE5B132-7919-4C27-9D17-05F410DA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Flarum</a:t>
            </a:r>
          </a:p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 / 10 GiB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8A7AD7D2-66ED-42B8-8C1F-24E07344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813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1E93C682-7A03-4317-8E0C-00BBEFD6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76500"/>
            <a:ext cx="1562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flow-text-3">
            <a:extLst xmlns:a="http://schemas.openxmlformats.org/drawingml/2006/main">
              <a:ext uri="{FF2B5EF4-FFF2-40B4-BE49-F238E27FC236}">
                <a16:creationId xmlns:a16="http://schemas.microsoft.com/office/drawing/2014/main" id="{89C633B4-6225-4486-AE23-671EF176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Poller</a:t>
            </a:r>
          </a:p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디스크 저장</a:t>
            </a:r>
          </a:p>
        </p:txBody>
      </p:sp>
      <p:sp>
        <p:nvSpPr>
          <p:cNvPr id="14" name="arrow-3">
            <a:extLst xmlns:a="http://schemas.openxmlformats.org/drawingml/2006/main">
              <a:ext uri="{FF2B5EF4-FFF2-40B4-BE49-F238E27FC236}">
                <a16:creationId xmlns:a16="http://schemas.microsoft.com/office/drawing/2014/main" id="{1B29D74C-EB98-42FB-B08F-EAE1861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813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flow-4">
            <a:extLst xmlns:a="http://schemas.openxmlformats.org/drawingml/2006/main">
              <a:ext uri="{FF2B5EF4-FFF2-40B4-BE49-F238E27FC236}">
                <a16:creationId xmlns:a16="http://schemas.microsoft.com/office/drawing/2014/main" id="{3B276C91-74C1-428D-A8AA-192D9626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1562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flow-text-4">
            <a:extLst xmlns:a="http://schemas.openxmlformats.org/drawingml/2006/main">
              <a:ext uri="{FF2B5EF4-FFF2-40B4-BE49-F238E27FC236}">
                <a16:creationId xmlns:a16="http://schemas.microsoft.com/office/drawing/2014/main" id="{A434F82E-5A03-4350-987A-BAFE48CE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Gateway</a:t>
            </a:r>
          </a:p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스트리밍</a:t>
            </a:r>
          </a:p>
        </p:txBody>
      </p:sp>
      <p:sp>
        <p:nvSpPr>
          <p:cNvPr id="17" name="arrow-4">
            <a:extLst xmlns:a="http://schemas.openxmlformats.org/drawingml/2006/main">
              <a:ext uri="{FF2B5EF4-FFF2-40B4-BE49-F238E27FC236}">
                <a16:creationId xmlns:a16="http://schemas.microsoft.com/office/drawing/2014/main" id="{F8681958-BB8D-41B9-AC38-4C118978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813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flow-5">
            <a:extLst xmlns:a="http://schemas.openxmlformats.org/drawingml/2006/main">
              <a:ext uri="{FF2B5EF4-FFF2-40B4-BE49-F238E27FC236}">
                <a16:creationId xmlns:a16="http://schemas.microsoft.com/office/drawing/2014/main" id="{2587C831-40E6-4426-82E1-B1C90C1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76500"/>
            <a:ext cx="1562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low-text-5">
            <a:extLst xmlns:a="http://schemas.openxmlformats.org/drawingml/2006/main">
              <a:ext uri="{FF2B5EF4-FFF2-40B4-BE49-F238E27FC236}">
                <a16:creationId xmlns:a16="http://schemas.microsoft.com/office/drawing/2014/main" id="{6315CE1C-8BAB-4BA9-86AA-779B8A83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압축 해제</a:t>
            </a:r>
          </a:p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100 GiB</a:t>
            </a:r>
          </a:p>
        </p:txBody>
      </p:sp>
      <p:sp>
        <p:nvSpPr>
          <p:cNvPr id="20" name="flow-foot">
            <a:extLst xmlns:a="http://schemas.openxmlformats.org/drawingml/2006/main">
              <a:ext uri="{FF2B5EF4-FFF2-40B4-BE49-F238E27FC236}">
                <a16:creationId xmlns:a16="http://schemas.microsoft.com/office/drawing/2014/main" id="{0294D793-C875-4369-AE63-F21BFF87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7,200초 · 2회 재시도 · 100개 항목 · 압축비 20배 · AI에는 정규화 근거만 전달</a:t>
            </a:r>
          </a:p>
        </p:txBody>
      </p:sp>
    </p:spTree>
    <p:extLst>
      <p:ext uri="{BB962C8B-B14F-4D97-AF65-F5344CB8AC3E}">
        <p14:creationId xmlns:p14="http://schemas.microsoft.com/office/powerpoint/2010/main" val="8655259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735FFDD5-0F7A-4C41-8354-07646AF3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수신·분석 경계를 함께 확장했습니다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0259FCDD-0369-4877-A64C-9B4269EF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95750"/>
                <a:gridCol w="4914900"/>
              </a:tblGrid>
              <a:tr h="682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계층</a:t>
                      </a:r>
                    </a:p>
                  </a:txBody>
                  <a:tcPr marL="91440" marR="91440" marT="45720" marB="45720">
                    <a:solidFill>
                      <a:srgbClr val="243B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전</a:t>
                      </a:r>
                    </a:p>
                  </a:txBody>
                  <a:tcPr marL="91440" marR="91440" marT="45720" marB="45720">
                    <a:solidFill>
                      <a:srgbClr val="243B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후</a:t>
                      </a:r>
                    </a:p>
                  </a:txBody>
                  <a:tcPr marL="91440" marR="91440" marT="45720" marB="45720">
                    <a:solidFill>
                      <a:srgbClr val="243B64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 MiB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 GiB · 7,200초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PHP-FPM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 / 120 MiB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10 / 요청 11 GiB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Flarum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 MiB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1 / 압축 10 GiB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Poller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 MiB · 120초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/ 10 GiB · 7,200초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Gateway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50 / 해제 100 MiB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1/10 · 해제 100 GiB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2459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">
            <a:extLst xmlns:a="http://schemas.openxmlformats.org/drawingml/2006/main">
              <a:ext uri="{FF2B5EF4-FFF2-40B4-BE49-F238E27FC236}">
                <a16:creationId xmlns:a16="http://schemas.microsoft.com/office/drawing/2014/main" id="{7C0F619E-378E-4337-BC87-F9769331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정확한 경계 크기로 운영 경로를 검증했습니다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C0D650B9-85C0-4D9F-A305-AFF86F4F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A71DD1E5-512D-4F52-BD87-E1F74DA8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623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E9844A68-C278-4920-881E-AC5D0D29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263/263</a:t>
            </a:r>
          </a:p>
        </p:txBody>
      </p:sp>
      <p:sp>
        <p:nvSpPr>
          <p:cNvPr id="5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0A6CB387-5EAC-41BE-8697-45EEFB75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3028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전체 런타임 회귀</a:t>
            </a:r>
          </a:p>
        </p:txBody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7462B0CA-A467-4A1B-AE45-BC1DBB02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623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2811BF9-0A5E-4A1F-B41F-553BEA95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33750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 / 10 GiB</a:t>
            </a:r>
          </a:p>
        </p:txBody>
      </p:sp>
      <p:sp>
        <p:nvSpPr>
          <p:cNvPr id="8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B531ED51-6CD4-4A05-BE91-F4D7F1C3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52950"/>
            <a:ext cx="3028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허용 · +1 byte 거부</a:t>
            </a:r>
          </a:p>
        </p:txBody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294D1AB9-DDF3-4BA7-B1F6-F06343E0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623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8742173-53F4-4C9F-8B90-CF84A379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60.3 MiB</a:t>
            </a:r>
          </a:p>
        </p:txBody>
      </p:sp>
      <p:sp>
        <p:nvSpPr>
          <p:cNvPr id="11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CD7C4816-0BB9-46A9-B74F-FEDAB27F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3028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10 GiB 분석 최대 메모리</a:t>
            </a:r>
          </a:p>
        </p:txBody>
      </p:sp>
      <p:sp>
        <p:nvSpPr>
          <p:cNvPr id="12" name="metric-caption">
            <a:extLst xmlns:a="http://schemas.openxmlformats.org/drawingml/2006/main">
              <a:ext uri="{FF2B5EF4-FFF2-40B4-BE49-F238E27FC236}">
                <a16:creationId xmlns:a16="http://schemas.microsoft.com/office/drawing/2014/main" id="{DE327FE8-EFBF-47ED-90F0-AB27CBC4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Flarum 1 GiB 16초 · 10 GiB 410초 | Gateway 1 GiB 27.751초 · 10 GiB 294.814초</a:t>
            </a:r>
          </a:p>
        </p:txBody>
      </p:sp>
    </p:spTree>
    <p:extLst>
      <p:ext uri="{BB962C8B-B14F-4D97-AF65-F5344CB8AC3E}">
        <p14:creationId xmlns:p14="http://schemas.microsoft.com/office/powerpoint/2010/main" val="6874298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5">
            <a:extLst xmlns:a="http://schemas.openxmlformats.org/drawingml/2006/main">
              <a:ext uri="{FF2B5EF4-FFF2-40B4-BE49-F238E27FC236}">
                <a16:creationId xmlns:a16="http://schemas.microsoft.com/office/drawing/2014/main" id="{9716B59B-5EE5-4056-A1F7-A8F3F060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위험한 압축과 위장 파일은 모두 닫힌 상태로 거부됩니다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1D37A3F6-61C2-4F04-8212-69FBF1DD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1238250"/>
                <a:gridCol w="171450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</a:t>
                      </a:r>
                    </a:p>
                  </a:txBody>
                  <a:tcPr marL="91440" marR="91440" marT="45720" marB="45720">
                    <a:solidFill>
                      <a:srgbClr val="243B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</a:t>
                      </a:r>
                    </a:p>
                  </a:txBody>
                  <a:tcPr marL="91440" marR="91440" marT="45720" marB="45720">
                    <a:solidFill>
                      <a:srgbClr val="243B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</a:t>
                      </a:r>
                    </a:p>
                  </a:txBody>
                  <a:tcPr marL="91440" marR="91440" marT="45720" marB="45720">
                    <a:solidFill>
                      <a:srgbClr val="243B6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이탈 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7A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중첩 압축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7A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거부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압축 폭탄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7A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파일 포함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7A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거부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PNG MIME 위장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101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7A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ecurity-side">
            <a:extLst xmlns:a="http://schemas.openxmlformats.org/drawingml/2006/main">
              <a:ext uri="{FF2B5EF4-FFF2-40B4-BE49-F238E27FC236}">
                <a16:creationId xmlns:a16="http://schemas.microsoft.com/office/drawing/2014/main" id="{123C96E4-4C6C-487F-918D-78325D17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695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security-side-title">
            <a:extLst xmlns:a="http://schemas.openxmlformats.org/drawingml/2006/main">
              <a:ext uri="{FF2B5EF4-FFF2-40B4-BE49-F238E27FC236}">
                <a16:creationId xmlns:a16="http://schemas.microsoft.com/office/drawing/2014/main" id="{939BB669-17E5-4F86-8AFC-FD641B98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검증 후 정리</a:t>
            </a:r>
          </a:p>
        </p:txBody>
      </p:sp>
      <p:sp>
        <p:nvSpPr>
          <p:cNvPr id="6" name="security-side-body">
            <a:extLst xmlns:a="http://schemas.openxmlformats.org/drawingml/2006/main">
              <a:ext uri="{FF2B5EF4-FFF2-40B4-BE49-F238E27FC236}">
                <a16:creationId xmlns:a16="http://schemas.microsoft.com/office/drawing/2014/main" id="{97263E06-5C0A-40F9-B1CC-C42236B6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Flarum 첨부 2건 삭제</a:t>
            </a:r>
          </a:p>
          <a:p xmlns:a="http://schemas.openxmlformats.org/drawingml/2006/main">
            <a:pPr algn="l"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Gateway Artifact 2건 삭제</a:t>
            </a:r>
          </a:p>
          <a:p xmlns:a="http://schemas.openxmlformats.org/drawingml/2006/main">
            <a:pPr algn="l"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시험 컨테이너 6개 삭제</a:t>
            </a:r>
          </a:p>
          <a:p xmlns:a="http://schemas.openxmlformats.org/drawingml/2006/main">
            <a:pPr algn="l"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시험 볼륨 7개 삭제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DB·파일 잔존</a:t>
            </a:r>
          </a:p>
          <a:p xmlns:a="http://schemas.openxmlformats.org/drawingml/2006/main">
            <a:pPr algn="l"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</p:spTree>
    <p:extLst>
      <p:ext uri="{BB962C8B-B14F-4D97-AF65-F5344CB8AC3E}">
        <p14:creationId xmlns:p14="http://schemas.microsoft.com/office/powerpoint/2010/main" val="1553887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52A6891F-4DFE-4EFD-871E-9EF5D5CC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ISSUE #72 · COMPLETE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9B838F0-0081-4CE5-B907-313C44D6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운영 상태는</a:t>
            </a:r>
          </a:p>
          <a:p xmlns:a="http://schemas.openxmlformats.org/drawingml/2006/main">
            <a:pPr algn="l">
              <a:defRPr sz="61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GO입니다</a:t>
            </a:r>
          </a:p>
        </p:txBody>
      </p:sp>
      <p:sp>
        <p:nvSpPr>
          <p:cNvPr id="3" name="close-detail">
            <a:extLst xmlns:a="http://schemas.openxmlformats.org/drawingml/2006/main">
              <a:ext uri="{FF2B5EF4-FFF2-40B4-BE49-F238E27FC236}">
                <a16:creationId xmlns:a16="http://schemas.microsoft.com/office/drawing/2014/main" id="{5CA84CBB-D7CB-408E-814D-4D2B2C79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Gateway healthy · Poller failed=0 · Maintainer level=ok</a:t>
            </a:r>
          </a:p>
          <a:p xmlns:a="http://schemas.openxmlformats.org/drawingml/2006/main">
            <a:pPr algn="l">
              <a:defRPr sz="21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GitHub→Chat 보호 서비스 frozen / guard passed</a:t>
            </a:r>
          </a:p>
        </p:txBody>
      </p:sp>
      <p:sp>
        <p:nvSpPr>
          <p:cNvPr id="4" name="close-badge">
            <a:extLst xmlns:a="http://schemas.openxmlformats.org/drawingml/2006/main">
              <a:ext uri="{FF2B5EF4-FFF2-40B4-BE49-F238E27FC236}">
                <a16:creationId xmlns:a16="http://schemas.microsoft.com/office/drawing/2014/main" id="{7E30D0D0-F500-4A36-A484-16DDF3FA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81200"/>
            <a:ext cx="28956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close-go">
            <a:extLst xmlns:a="http://schemas.openxmlformats.org/drawingml/2006/main">
              <a:ext uri="{FF2B5EF4-FFF2-40B4-BE49-F238E27FC236}">
                <a16:creationId xmlns:a16="http://schemas.microsoft.com/office/drawing/2014/main" id="{85A83336-913F-4CAA-83F8-3395D82F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1940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6900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2026-08-16T01:28:20.3340000Z</dcterms:created>
  <dcterms:modified xsi:type="dcterms:W3CDTF">2026-08-16T01:28:20.3340000Z</dcterms:modified>
</coreProperties>
</file>