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079e0a7e0d44e9" /><Relationship Type="http://schemas.openxmlformats.org/officeDocument/2006/relationships/extended-properties" Target="/docProps/app.xml" Id="R1fac1af6d51c46bb" /><Relationship Type="http://schemas.openxmlformats.org/officeDocument/2006/relationships/officeDocument" Target="/ppt/presentation.xml" Id="R15e69143a4d94a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18e21823f74bde"/>
  </p:sldMasterIdLst>
  <p:notesMasterIdLst>
    <p:notesMasterId xmlns:r="http://schemas.openxmlformats.org/officeDocument/2006/relationships" r:id="Rc9c2c7dd30114551"/>
  </p:notesMasterIdLst>
  <p:sldIdLst>
    <p:sldId xmlns:r="http://schemas.openxmlformats.org/officeDocument/2006/relationships" id="256" r:id="R0fa1a6a23f51488c"/>
    <p:sldId xmlns:r="http://schemas.openxmlformats.org/officeDocument/2006/relationships" id="257" r:id="R6d0e9c4d493e4ff7"/>
    <p:sldId xmlns:r="http://schemas.openxmlformats.org/officeDocument/2006/relationships" id="258" r:id="Rbbf25ffe73d8457e"/>
    <p:sldId xmlns:r="http://schemas.openxmlformats.org/officeDocument/2006/relationships" id="259" r:id="Rafe232cf40bf4b33"/>
    <p:sldId xmlns:r="http://schemas.openxmlformats.org/officeDocument/2006/relationships" id="260" r:id="Rc7e298f2297c4e6b"/>
    <p:sldId xmlns:r="http://schemas.openxmlformats.org/officeDocument/2006/relationships" id="261" r:id="Re5efd93b01df4808"/>
    <p:sldId xmlns:r="http://schemas.openxmlformats.org/officeDocument/2006/relationships" id="262" r:id="R059d698a952d428b"/>
    <p:sldId xmlns:r="http://schemas.openxmlformats.org/officeDocument/2006/relationships" id="263" r:id="R4c7d62f949524d64"/>
    <p:sldId xmlns:r="http://schemas.openxmlformats.org/officeDocument/2006/relationships" id="264" r:id="R70d109b4e45d4c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13ac1dc79048fc" /><Relationship Type="http://schemas.openxmlformats.org/officeDocument/2006/relationships/slideMaster" Target="/ppt/slideMasters/slideMaster1.xml" Id="R4b18e21823f74bde" /><Relationship Type="http://schemas.openxmlformats.org/officeDocument/2006/relationships/notesMaster" Target="/ppt/notesMasters/notesMaster1.xml" Id="Rc9c2c7dd30114551" /><Relationship Type="http://schemas.openxmlformats.org/officeDocument/2006/relationships/presProps" Target="/ppt/presProps.xml" Id="Re94ce30697d54af4" /><Relationship Type="http://schemas.openxmlformats.org/officeDocument/2006/relationships/tableStyles" Target="/ppt/tableStyles.xml" Id="R2dc1c9afeab44938" /><Relationship Type="http://schemas.openxmlformats.org/officeDocument/2006/relationships/slide" Target="/ppt/slides/slide1.xml" Id="R0fa1a6a23f51488c" /><Relationship Type="http://schemas.openxmlformats.org/officeDocument/2006/relationships/slide" Target="/ppt/slides/slide2.xml" Id="R6d0e9c4d493e4ff7" /><Relationship Type="http://schemas.openxmlformats.org/officeDocument/2006/relationships/slide" Target="/ppt/slides/slide3.xml" Id="Rbbf25ffe73d8457e" /><Relationship Type="http://schemas.openxmlformats.org/officeDocument/2006/relationships/slide" Target="/ppt/slides/slide4.xml" Id="Rafe232cf40bf4b33" /><Relationship Type="http://schemas.openxmlformats.org/officeDocument/2006/relationships/slide" Target="/ppt/slides/slide5.xml" Id="Rc7e298f2297c4e6b" /><Relationship Type="http://schemas.openxmlformats.org/officeDocument/2006/relationships/slide" Target="/ppt/slides/slide6.xml" Id="Re5efd93b01df4808" /><Relationship Type="http://schemas.openxmlformats.org/officeDocument/2006/relationships/slide" Target="/ppt/slides/slide7.xml" Id="R059d698a952d428b" /><Relationship Type="http://schemas.openxmlformats.org/officeDocument/2006/relationships/slide" Target="/ppt/slides/slide8.xml" Id="R4c7d62f949524d64" /><Relationship Type="http://schemas.openxmlformats.org/officeDocument/2006/relationships/slide" Target="/ppt/slides/slide9.xml" Id="R70d109b4e45d4c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c6532651cf45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b6dfdee15b4b64" /><Relationship Type="http://schemas.openxmlformats.org/officeDocument/2006/relationships/notesMaster" Target="/ppt/notesMasters/notesMaster1.xml" Id="Rcc9f1c13ce0846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aff18b6a4d4fba" /><Relationship Type="http://schemas.openxmlformats.org/officeDocument/2006/relationships/notesMaster" Target="/ppt/notesMasters/notesMaster1.xml" Id="Re0d886cf1b374d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f8a1de9b444901" /><Relationship Type="http://schemas.openxmlformats.org/officeDocument/2006/relationships/notesMaster" Target="/ppt/notesMasters/notesMaster1.xml" Id="Rf5b58a000d7b48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a17c72873b4b57" /><Relationship Type="http://schemas.openxmlformats.org/officeDocument/2006/relationships/notesMaster" Target="/ppt/notesMasters/notesMaster1.xml" Id="R4755816831e14f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b24dd32aa6488e" /><Relationship Type="http://schemas.openxmlformats.org/officeDocument/2006/relationships/notesMaster" Target="/ppt/notesMasters/notesMaster1.xml" Id="R72f42016bd9d42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453a7e18dc4e6d" /><Relationship Type="http://schemas.openxmlformats.org/officeDocument/2006/relationships/notesMaster" Target="/ppt/notesMasters/notesMaster1.xml" Id="R5b75acb011e947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8dd6f7c9bf4b0b" /><Relationship Type="http://schemas.openxmlformats.org/officeDocument/2006/relationships/notesMaster" Target="/ppt/notesMasters/notesMaster1.xml" Id="R8795974d57824f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77213d93f74ead" /><Relationship Type="http://schemas.openxmlformats.org/officeDocument/2006/relationships/notesMaster" Target="/ppt/notesMasters/notesMaster1.xml" Id="R254e0a292fb04b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b7be6ca6ff459e" /><Relationship Type="http://schemas.openxmlformats.org/officeDocument/2006/relationships/notesMaster" Target="/ppt/notesMasters/notesMaster1.xml" Id="Rd632c4be5e9b42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docs/runbooks/activepieces-rag-orchestration.md</a:t>
            </a:r>
          </a:p>
          <a:p xmlns:a="http://schemas.openxmlformats.org/drawingml/2006/main">
            <a:r>
              <a:t>- docs/decisions/techflow-activepieces-rag-orchestration.json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deploy/compose/activepieces/flows/rag-orchestration-v1.json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docs/runbooks/activepieces-rag-orchestration.md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docs/decisions/techflow-activepieces-rag-orchestration.json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docs/plans/techflow-product-roadmap.md</a:t>
            </a:r>
          </a:p>
          <a:p xmlns:a="http://schemas.openxmlformats.org/drawingml/2006/main">
            <a:r>
              <a:t>- https://developers.openai.com/api/docs/guides/your-data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docs/reports/issue-45-activepieces-rag-orchestration-validation.md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6b45d427b94a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f43b264ee147c1" /><Relationship Type="http://schemas.openxmlformats.org/officeDocument/2006/relationships/slideLayout" Target="/ppt/slideLayouts/slideLayout1.xml" Id="R3403196e2b7e45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03196e2b7e45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5bbdf6ac44814" /><Relationship Type="http://schemas.openxmlformats.org/officeDocument/2006/relationships/notesSlide" Target="/ppt/notesSlides/notesSlide1.xml" Id="R4faa9b619ed743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0304dcdfd428a" /><Relationship Type="http://schemas.openxmlformats.org/officeDocument/2006/relationships/notesSlide" Target="/ppt/notesSlides/notesSlide2.xml" Id="Rd35293cd40e849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e748410a54228" /><Relationship Type="http://schemas.openxmlformats.org/officeDocument/2006/relationships/notesSlide" Target="/ppt/notesSlides/notesSlide3.xml" Id="R3597d5a1416c4a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49a94c8ae4576" /><Relationship Type="http://schemas.openxmlformats.org/officeDocument/2006/relationships/notesSlide" Target="/ppt/notesSlides/notesSlide4.xml" Id="Rb821f132012447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33d3c2d844973" /><Relationship Type="http://schemas.openxmlformats.org/officeDocument/2006/relationships/notesSlide" Target="/ppt/notesSlides/notesSlide5.xml" Id="R93f5e7285b5549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6227f330542d4" /><Relationship Type="http://schemas.openxmlformats.org/officeDocument/2006/relationships/notesSlide" Target="/ppt/notesSlides/notesSlide6.xml" Id="R4e7ba24eb93f4e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9dbc96b664aeb" /><Relationship Type="http://schemas.openxmlformats.org/officeDocument/2006/relationships/notesSlide" Target="/ppt/notesSlides/notesSlide7.xml" Id="R3f131178637541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1d1ab6612457a" /><Relationship Type="http://schemas.openxmlformats.org/officeDocument/2006/relationships/notesSlide" Target="/ppt/notesSlides/notesSlide8.xml" Id="R2785d30a82eb40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e26b3a402400b" /><Relationship Type="http://schemas.openxmlformats.org/officeDocument/2006/relationships/notesSlide" Target="/ppt/notesSlides/notesSlide9.xml" Id="R1fa0a801eccc4a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4F903A2-56F8-4F6C-AF67-8EC50620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지식 갱신이
시각적 Flow가 되다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2A9740B3-AD62-40D8-83D3-8B5A2F9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 Source Profiles · Reviewer Approval · Reindex · Evaluation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C8899FC-33F8-4D9D-A11B-9C2C219B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 · ISSUE #45</a:t>
            </a:r>
          </a:p>
        </p:txBody>
      </p:sp>
    </p:spTree>
    <p:extLst>
      <p:ext uri="{BB962C8B-B14F-4D97-AF65-F5344CB8AC3E}">
        <p14:creationId xmlns:p14="http://schemas.microsoft.com/office/powerpoint/2010/main" val="11868248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F26A685A-DA27-4A02-A7D6-5663EE94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AE9E84E-4D7B-4FA2-AE84-5B706E3A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Orchestration과 정책 판정을 분리했다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4014DEA-AE12-417D-B90F-470833AB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7D966083-9FF8-4CDD-8194-AC6CC7B1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258AB66-4BF2-4CA4-A7D1-58B80D99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392784A7-5334-4C86-B8C3-96CCDB07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INGRESS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1D6FBB73-204D-48CC-B467-EA7ED57C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9EB6A49-2957-4CA0-A5C0-0555CAB6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POLICY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1A74DFAD-00C2-4A10-9485-6C510F94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5개 시각적 Flow
순서·재시도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35554171-B4C8-4302-AD9D-6DBE39C0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Event Gateway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서명·Allowlist
최소 Payload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071EFC8A-9DA4-448C-A8B2-F7D995F4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승인·Compatibility
삭제·평가</a:t>
            </a:r>
          </a:p>
        </p:txBody>
      </p:sp>
    </p:spTree>
    <p:extLst>
      <p:ext uri="{BB962C8B-B14F-4D97-AF65-F5344CB8AC3E}">
        <p14:creationId xmlns:p14="http://schemas.microsoft.com/office/powerpoint/2010/main" val="11481433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6B95559-0B64-47E9-A317-2B302C80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E082ABB-DCA0-438A-87D9-FFA9D755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5개 Flow가 Source 생명주기를 연결한다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DBEE709-9007-49AB-88BC-187AFFA6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Discover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Push → Candidate
검역 Scan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1845F879-9A7C-4D7E-B1FE-BD79A3D9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Govern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Compatibility·철회
Golden Set 평가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5ADB1481-B19A-45C4-B911-5A94031B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dhslove Review
고정 Commit 색인</a:t>
            </a:r>
          </a:p>
        </p:txBody>
      </p:sp>
    </p:spTree>
    <p:extLst>
      <p:ext uri="{BB962C8B-B14F-4D97-AF65-F5344CB8AC3E}">
        <p14:creationId xmlns:p14="http://schemas.microsoft.com/office/powerpoint/2010/main" val="13706971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2605E7E8-5692-4251-A2D1-BD9A7512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E0F6F04-2CCA-475D-A778-3C1CACBE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A1250832-AC8F-4A07-B3F9-01AFCF4E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4B4963AE-2900-42DB-A659-A88C0CB2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B809FC1F-5BAD-4526-B8E3-C994B784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코드와 런타임을 같은 계약으로 검증했다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82ADEE1C-E9B4-4F2A-968C-58226E5D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+ Flow
통과 테스트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7FFF635-1DCA-4208-A4EB-496A7114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Secret
Leak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499D3D99-8FDA-4ED2-9E2D-73839D95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Enabled
Activepieces Flows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2A3E720A-D21F-4386-BA70-834D523F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97 + 26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5D57C98-1DC3-4710-926B-D0F37A64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6251AE12-59B0-4579-9106-2EFC641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054FB36-1F93-4E33-AE9F-F747CDB3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완료 증거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 접수뿐 아니라 Run 상태, DB Correlation, 실패 분류와 롤백까지 확인했다.</a:t>
            </a:r>
          </a:p>
        </p:txBody>
      </p:sp>
    </p:spTree>
    <p:extLst>
      <p:ext uri="{BB962C8B-B14F-4D97-AF65-F5344CB8AC3E}">
        <p14:creationId xmlns:p14="http://schemas.microsoft.com/office/powerpoint/2010/main" val="2714706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A6B25416-87A1-446D-8397-4DE76008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173FED7-E954-4DFA-AB8A-E007F42B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성공은 202가 아니라 세 상태의 연결로 판정한다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A345BD1-69D4-46A3-8710-752D8617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82E7E81-1C21-45ED-A8B2-0F5DF1AA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D17B3CB-EADB-426E-B018-5667D81F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3466F89D-2A00-46EB-8566-66559567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ACCEPT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87E721E-04AD-423C-BF9F-290EABC3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EXECUTE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9EA9768-1BF6-49C1-B147-2B394548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PERSIST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3F93826E-862C-4073-947D-3A30C230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Flow Run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Succeeded 또는
명시적 실패 분류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B1AE078E-3E4B-496A-A9C2-F22C4F44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Signed Event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202는 접수
Duplicate는 409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06946A00-A3D4-4921-AB94-4DD39798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State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Job·Evaluation
Correlation ID</a:t>
            </a:r>
          </a:p>
        </p:txBody>
      </p:sp>
    </p:spTree>
    <p:extLst>
      <p:ext uri="{BB962C8B-B14F-4D97-AF65-F5344CB8AC3E}">
        <p14:creationId xmlns:p14="http://schemas.microsoft.com/office/powerpoint/2010/main" val="1209772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FF104AE-18E2-4ECE-876E-7F0AAAAD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2EBE93F-7A5B-4A5E-85C9-7B29256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원문과 권한은 Flow 밖에 둔다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9F5146C5-900F-4CCC-BDF4-016A5502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데이터 최소화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Source ID·Commit·상태
원문·Prompt 없음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1B91F01C-EC9A-4629-A0C5-BE7DA947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실패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RETRYABLE·TERMINAL
MANUAL_REVIEW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22FC8F39-0528-4E7C-93DD-0FFD750D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네트워크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SSRF STRICT
내부 IP 2개만</a:t>
            </a:r>
          </a:p>
        </p:txBody>
      </p:sp>
    </p:spTree>
    <p:extLst>
      <p:ext uri="{BB962C8B-B14F-4D97-AF65-F5344CB8AC3E}">
        <p14:creationId xmlns:p14="http://schemas.microsoft.com/office/powerpoint/2010/main" val="17232159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AF7C0CF-3216-4A8E-9985-FB5E6130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C4E4B15-F7B6-4A71-944C-0BC0C734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배포는 백업과 버전 왕복으로 검증했다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9F5CBC4-0F38-4788-A00D-82167EFE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EF387910-1ABE-4E49-AE59-E47CDA6C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D5D237B2-41EC-4345-A7EA-DF83877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546E742C-BA5C-4943-AA76-9AB39622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BACKUP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39E8105-35F1-4A1F-9DEC-DB9E2879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ROLLBACK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FBFC1EAE-D8C3-4BEE-940B-E19A97EF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FORWARD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5B32E5D-04DA-431A-BD44-F17B61D7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직전 버전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0.4.0
Event 0.2.0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726507AC-8637-4394-BF7B-25B547F0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복구 자산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AP·AI DB Dump
Image ID·Compose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1FA7483-F069-4811-8AFC-6C073CAF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현재 버전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0.5.0
Event 0.3.0</a:t>
            </a:r>
          </a:p>
        </p:txBody>
      </p:sp>
    </p:spTree>
    <p:extLst>
      <p:ext uri="{BB962C8B-B14F-4D97-AF65-F5344CB8AC3E}">
        <p14:creationId xmlns:p14="http://schemas.microsoft.com/office/powerpoint/2010/main" val="19327861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3CBC6BF-DD77-4288-AE53-C52DD82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품질·보안·E2E 검증
D1 전 OpenAI ZDR·MAM 확인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E2C682F-D60C-40C2-9841-4B3D1246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Gate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CA7DB2D5-F68A-44A1-B567-FF6AB0B0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Issue #46</a:t>
            </a:r>
          </a:p>
        </p:txBody>
      </p:sp>
    </p:spTree>
    <p:extLst>
      <p:ext uri="{BB962C8B-B14F-4D97-AF65-F5344CB8AC3E}">
        <p14:creationId xmlns:p14="http://schemas.microsoft.com/office/powerpoint/2010/main" val="4487115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1AE0E4AD-F50C-4710-88F3-F019CE54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검토 준비 완료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2AE741B-A84E-4D27-A549-697C0E79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 0.5.0 운영 중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 5개 Flow Enabled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구현: Issue #46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80DE85AE-EC7A-4595-9D65-231ACB71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</a:t>
            </a:r>
          </a:p>
        </p:txBody>
      </p:sp>
    </p:spTree>
    <p:extLst>
      <p:ext uri="{BB962C8B-B14F-4D97-AF65-F5344CB8AC3E}">
        <p14:creationId xmlns:p14="http://schemas.microsoft.com/office/powerpoint/2010/main" val="2060691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2026-08-10T04:56:55.7570000Z</dcterms:created>
  <dcterms:modified xsi:type="dcterms:W3CDTF">2026-08-10T04:56:55.7570000Z</dcterms:modified>
</coreProperties>
</file>