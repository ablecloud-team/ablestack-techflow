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0b7d18a834d39" /><Relationship Type="http://schemas.openxmlformats.org/officeDocument/2006/relationships/extended-properties" Target="/docProps/app.xml" Id="Rfc8a1dc11afc4c4f" /><Relationship Type="http://schemas.openxmlformats.org/officeDocument/2006/relationships/officeDocument" Target="/ppt/presentation.xml" Id="R9f5ecd705dd2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a4b57f00e24799"/>
  </p:sldMasterIdLst>
  <p:notesMasterIdLst>
    <p:notesMasterId xmlns:r="http://schemas.openxmlformats.org/officeDocument/2006/relationships" r:id="R53988441ad2541ef"/>
  </p:notesMasterIdLst>
  <p:sldIdLst>
    <p:sldId xmlns:r="http://schemas.openxmlformats.org/officeDocument/2006/relationships" id="256" r:id="Rca686ab3d5794fed"/>
    <p:sldId xmlns:r="http://schemas.openxmlformats.org/officeDocument/2006/relationships" id="257" r:id="R3fc3f011f270486c"/>
    <p:sldId xmlns:r="http://schemas.openxmlformats.org/officeDocument/2006/relationships" id="258" r:id="Rfc4bc0cd05d34f51"/>
    <p:sldId xmlns:r="http://schemas.openxmlformats.org/officeDocument/2006/relationships" id="259" r:id="R1b14e709fcca4910"/>
    <p:sldId xmlns:r="http://schemas.openxmlformats.org/officeDocument/2006/relationships" id="260" r:id="R08855ca5df2d41f8"/>
    <p:sldId xmlns:r="http://schemas.openxmlformats.org/officeDocument/2006/relationships" id="261" r:id="R428da8e744b44cd5"/>
    <p:sldId xmlns:r="http://schemas.openxmlformats.org/officeDocument/2006/relationships" id="262" r:id="Rb0378e9b273e46b2"/>
    <p:sldId xmlns:r="http://schemas.openxmlformats.org/officeDocument/2006/relationships" id="263" r:id="R712a00ea37b24828"/>
    <p:sldId xmlns:r="http://schemas.openxmlformats.org/officeDocument/2006/relationships" id="264" r:id="R23538451138a4b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eec595ed7490d" /><Relationship Type="http://schemas.openxmlformats.org/officeDocument/2006/relationships/slideMaster" Target="/ppt/slideMasters/slideMaster1.xml" Id="R55a4b57f00e24799" /><Relationship Type="http://schemas.openxmlformats.org/officeDocument/2006/relationships/notesMaster" Target="/ppt/notesMasters/notesMaster1.xml" Id="R53988441ad2541ef" /><Relationship Type="http://schemas.openxmlformats.org/officeDocument/2006/relationships/presProps" Target="/ppt/presProps.xml" Id="Rad997f8c73b84006" /><Relationship Type="http://schemas.openxmlformats.org/officeDocument/2006/relationships/tableStyles" Target="/ppt/tableStyles.xml" Id="Re1d03a369dcb4b8e" /><Relationship Type="http://schemas.openxmlformats.org/officeDocument/2006/relationships/slide" Target="/ppt/slides/slide1.xml" Id="Rca686ab3d5794fed" /><Relationship Type="http://schemas.openxmlformats.org/officeDocument/2006/relationships/slide" Target="/ppt/slides/slide2.xml" Id="R3fc3f011f270486c" /><Relationship Type="http://schemas.openxmlformats.org/officeDocument/2006/relationships/slide" Target="/ppt/slides/slide3.xml" Id="Rfc4bc0cd05d34f51" /><Relationship Type="http://schemas.openxmlformats.org/officeDocument/2006/relationships/slide" Target="/ppt/slides/slide4.xml" Id="R1b14e709fcca4910" /><Relationship Type="http://schemas.openxmlformats.org/officeDocument/2006/relationships/slide" Target="/ppt/slides/slide5.xml" Id="R08855ca5df2d41f8" /><Relationship Type="http://schemas.openxmlformats.org/officeDocument/2006/relationships/slide" Target="/ppt/slides/slide6.xml" Id="R428da8e744b44cd5" /><Relationship Type="http://schemas.openxmlformats.org/officeDocument/2006/relationships/slide" Target="/ppt/slides/slide7.xml" Id="Rb0378e9b273e46b2" /><Relationship Type="http://schemas.openxmlformats.org/officeDocument/2006/relationships/slide" Target="/ppt/slides/slide8.xml" Id="R712a00ea37b24828" /><Relationship Type="http://schemas.openxmlformats.org/officeDocument/2006/relationships/slide" Target="/ppt/slides/slide9.xml" Id="R23538451138a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fb6bd9f24b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d9aaeb2b0406b" /><Relationship Type="http://schemas.openxmlformats.org/officeDocument/2006/relationships/notesMaster" Target="/ppt/notesMasters/notesMaster1.xml" Id="Ra1c5e947b84a46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a70db68924bc5" /><Relationship Type="http://schemas.openxmlformats.org/officeDocument/2006/relationships/notesMaster" Target="/ppt/notesMasters/notesMaster1.xml" Id="R297fcca3946c4d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8491053054e96" /><Relationship Type="http://schemas.openxmlformats.org/officeDocument/2006/relationships/notesMaster" Target="/ppt/notesMasters/notesMaster1.xml" Id="R8a77cc2f00d9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46d79fbe0b47c2" /><Relationship Type="http://schemas.openxmlformats.org/officeDocument/2006/relationships/notesMaster" Target="/ppt/notesMasters/notesMaster1.xml" Id="R44d90d89efe7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c1ea15b929405a" /><Relationship Type="http://schemas.openxmlformats.org/officeDocument/2006/relationships/notesMaster" Target="/ppt/notesMasters/notesMaster1.xml" Id="R249b288c0d6043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d9cd9a6af4f62" /><Relationship Type="http://schemas.openxmlformats.org/officeDocument/2006/relationships/notesMaster" Target="/ppt/notesMasters/notesMaster1.xml" Id="R21692110c4954c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528b28ddb43ff" /><Relationship Type="http://schemas.openxmlformats.org/officeDocument/2006/relationships/notesMaster" Target="/ppt/notesMasters/notesMaster1.xml" Id="R40830f39523b4a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819cc65b5e4ceb" /><Relationship Type="http://schemas.openxmlformats.org/officeDocument/2006/relationships/notesMaster" Target="/ppt/notesMasters/notesMaster1.xml" Id="R6550f6c7607341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ee0622e67f4df9" /><Relationship Type="http://schemas.openxmlformats.org/officeDocument/2006/relationships/notesMaster" Target="/ppt/notesMasters/notesMaster1.xml" Id="R42faea8554e14b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docs/reports/issue-45-activepieces-rag-orchestration-validation.md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docs/runbooks/activepieces-rag-orchestration.md</a:t>
            </a:r>
          </a:p>
          <a:p xmlns:a="http://schemas.openxmlformats.org/drawingml/2006/main">
            <a:r>
              <a:t>- docs/decisions/techflow-activepieces-rag-orchestration.json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deploy/compose/activepieces/flows/rag-orchestration-v1.json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docs/reports/issue-45-activepieces-rag-orchestration-validation.md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docs/runbooks/activepieces-rag-orchestration.md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docs/decisions/techflow-activepieces-rag-orchestration.json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docs/reports/issue-45-activepieces-rag-orchestration-validation.md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docs/plans/techflow-product-roadmap.md</a:t>
            </a:r>
          </a:p>
          <a:p xmlns:a="http://schemas.openxmlformats.org/drawingml/2006/main">
            <a:r>
              <a:t>- https://developers.openai.com/api/docs/guides/your-data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docs/reports/issue-45-activepieces-rag-orchestration-validation.md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4c411d167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f336be517a444c" /><Relationship Type="http://schemas.openxmlformats.org/officeDocument/2006/relationships/slideLayout" Target="/ppt/slideLayouts/slideLayout1.xml" Id="R41654042341d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54042341d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949bfbf1e49f2" /><Relationship Type="http://schemas.openxmlformats.org/officeDocument/2006/relationships/notesSlide" Target="/ppt/notesSlides/notesSlide1.xml" Id="Rdbc37bd76ce24a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1e0913074fd7" /><Relationship Type="http://schemas.openxmlformats.org/officeDocument/2006/relationships/notesSlide" Target="/ppt/notesSlides/notesSlide2.xml" Id="R51265b0e0bb14a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2697124fe40f0" /><Relationship Type="http://schemas.openxmlformats.org/officeDocument/2006/relationships/notesSlide" Target="/ppt/notesSlides/notesSlide3.xml" Id="R50b7cd574f1e4b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c3cbcae24ac6" /><Relationship Type="http://schemas.openxmlformats.org/officeDocument/2006/relationships/notesSlide" Target="/ppt/notesSlides/notesSlide4.xml" Id="Rf2d482a33a3a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a463024154ecc" /><Relationship Type="http://schemas.openxmlformats.org/officeDocument/2006/relationships/notesSlide" Target="/ppt/notesSlides/notesSlide5.xml" Id="Rb37c30e18bf14e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9c0d30b64a4d" /><Relationship Type="http://schemas.openxmlformats.org/officeDocument/2006/relationships/notesSlide" Target="/ppt/notesSlides/notesSlide6.xml" Id="R0d968f407947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d0429980e4981" /><Relationship Type="http://schemas.openxmlformats.org/officeDocument/2006/relationships/notesSlide" Target="/ppt/notesSlides/notesSlide7.xml" Id="R3ad164a5a38749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140fafce46bd" /><Relationship Type="http://schemas.openxmlformats.org/officeDocument/2006/relationships/notesSlide" Target="/ppt/notesSlides/notesSlide8.xml" Id="R26f659e9d0694f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fa48266504381" /><Relationship Type="http://schemas.openxmlformats.org/officeDocument/2006/relationships/notesSlide" Target="/ppt/notesSlides/notesSlide9.xml" Id="R4ad75d2d589443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B4199BE-F56D-40E1-8F22-A64308C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지식 갱신이
시각적 Flow가 되다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996B000-5F1C-453B-B71E-9120A0C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Source Profiles · Reviewer Approval · Reindex · Evaluation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39F1F6E-3488-4B6E-95C4-EE8C9E8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TECHFLOW · ISSUE #45</a:t>
            </a:r>
          </a:p>
        </p:txBody>
      </p:sp>
    </p:spTree>
    <p:extLst>
      <p:ext uri="{BB962C8B-B14F-4D97-AF65-F5344CB8AC3E}">
        <p14:creationId xmlns:p14="http://schemas.microsoft.com/office/powerpoint/2010/main" val="2480917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377C07F-1A04-457E-8877-9B4BB5D8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1D41F0C-9633-45CD-9A3B-3FF3685B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Orchestration과 정책 판정을 분리했다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8AA9223-8F13-481C-91CA-89798A7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9A5C044-D33B-4059-9435-C71CCC2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B00186C-EEB3-4CD3-915B-4F4F0B21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4A9BE42-9720-4956-A3DD-1C9A32C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INGRESS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3842DA1-BF73-478A-A8C6-FF09048C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DEC762B-CAAD-43FD-8C02-E0242E6D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7CE3B35-3691-4CDC-939A-22AE7C1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Activepieces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5개 시각적 Flow
순서·재시도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AA77DE9-3106-454A-9321-32E39C4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 Gateway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서명·Allowlist
최소 Payload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356EBD8-A92A-4E55-9944-A62C296C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Gateway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승인·Compatibility
삭제·평가</a:t>
            </a:r>
          </a:p>
        </p:txBody>
      </p:sp>
    </p:spTree>
    <p:extLst>
      <p:ext uri="{BB962C8B-B14F-4D97-AF65-F5344CB8AC3E}">
        <p14:creationId xmlns:p14="http://schemas.microsoft.com/office/powerpoint/2010/main" val="15247698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C6DAD36-4478-4611-A9CA-6B1F3DF9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1B75822-444F-40A9-AC94-F151C22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5개 Flow가 Source 생명주기를 연결한다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A5B09B6-E06F-48CD-8B7D-B1D3E663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Push → Candidate
검역 Scan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6C6CDF4-CCD1-4E0A-B0A3-8CE43A7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Compatibility·철회
Golden Set 평가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5225F5F-D11F-4911-9038-93DD39E8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dhslove Review
고정 Commit 색인</a:t>
            </a:r>
          </a:p>
        </p:txBody>
      </p:sp>
    </p:spTree>
    <p:extLst>
      <p:ext uri="{BB962C8B-B14F-4D97-AF65-F5344CB8AC3E}">
        <p14:creationId xmlns:p14="http://schemas.microsoft.com/office/powerpoint/2010/main" val="12026967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6575A08-AAA1-4C28-8049-8236AF6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1BD28D3-BD78-42E8-B2DC-DBC7ABE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C3BF840-DF34-4E40-BEA3-BEDF6F52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9900B72-2279-46DB-BB8D-0B3888DE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8DB0B51-3DC0-479C-A63F-17329E6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코드와 런타임을 같은 계약으로 검증했다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B044454-A42C-4B7F-91D5-C173882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 + Flow
통과 테스트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31E5A9F-E86D-496B-B26D-3B7D6B2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Secret
Leak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919A1E8-3438-41D9-80D4-455E3A03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Enabled
Activepieces Flows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57EBA64-E145-4CD7-8DA1-6905FFE0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97 + 26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F1C4BEE-BC9D-4A06-8FE4-EEFD1C8B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8B43687-F8DE-4C68-9494-8A96B1F7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7E9D2BE-F2A5-40A5-8A3F-F3EA207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완료 증거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 접수뿐 아니라 Run 상태, DB Correlation, 실패 분류와 롤백까지 확인했다.</a:t>
            </a:r>
          </a:p>
        </p:txBody>
      </p:sp>
    </p:spTree>
    <p:extLst>
      <p:ext uri="{BB962C8B-B14F-4D97-AF65-F5344CB8AC3E}">
        <p14:creationId xmlns:p14="http://schemas.microsoft.com/office/powerpoint/2010/main" val="17144255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60DF2C8-0CC4-403D-B740-F02BA6D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EA32765-3E5C-45F6-B084-1357129B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성공은 202가 아니라 세 상태의 연결로 판정한다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0FC18F2-2BEE-4E48-9BC8-CB67A5E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D45ED21-B089-4C96-B326-8CEEB30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9D41582-BC8F-4EEB-B6CF-FD60F76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58E6E33-5A9C-4C68-93DC-3E3A041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ACCEPT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C0B6E79-D553-45B8-8A77-8D5F471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D440580-BD22-42BD-B93C-D5C16C95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81BA29D-C2DA-4319-B3DC-31DACB9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 Run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Succeeded 또는
명시적 실패 분류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00908B8-7980-4F7A-B591-B35AC955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Signed Event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202는 접수
Duplicate는 409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5B54342-225E-4435-83B6-743F094A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 State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Job·Evaluation
Correlation ID</a:t>
            </a:r>
          </a:p>
        </p:txBody>
      </p:sp>
    </p:spTree>
    <p:extLst>
      <p:ext uri="{BB962C8B-B14F-4D97-AF65-F5344CB8AC3E}">
        <p14:creationId xmlns:p14="http://schemas.microsoft.com/office/powerpoint/2010/main" val="8785065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B7690CB-3002-4F60-A736-CEA63442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6F5357-2454-4F8A-B542-2626CEC2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원문과 권한은 Flow 밖에 둔다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71CE833-006E-4E8D-9815-51BDC4F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데이터 최소화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 ID·Commit·상태
원문·Prompt 없음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7D1DBF39-5756-48D3-842F-84A2989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RETRYABLE·TERMINAL
MANUAL_REVIEW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C6BB33D-E22A-4701-ABD3-FF2D756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네트워크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SSRF STRICT
내부 IP 2개만</a:t>
            </a:r>
          </a:p>
        </p:txBody>
      </p:sp>
    </p:spTree>
    <p:extLst>
      <p:ext uri="{BB962C8B-B14F-4D97-AF65-F5344CB8AC3E}">
        <p14:creationId xmlns:p14="http://schemas.microsoft.com/office/powerpoint/2010/main" val="13243418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9803BE6-2707-48D6-A1B7-4892C5C9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3B2C6D9-1350-41D4-B7EC-5437EAFF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배포는 백업과 버전 왕복으로 검증했다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4A77997-C517-4487-8982-41892CD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6BB64BF-075A-4B80-8D1D-5DFBDB62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6306121-D30C-4E5E-9D73-6B1D2D9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C30B5D6-BCB5-4DE8-8916-03E926D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6E88CF4-1CA0-4243-A798-C383803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ROLLBACK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BFDEDF0-492F-4A9D-A29A-38BF9273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FORWARD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46006C9-D183-4529-9DBE-E39F26F5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직전 버전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0.4.0
Event 0.2.0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47DF48A-E68F-4BB7-8913-5309ACF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복구 자산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AP·AI DB Dump
Image ID·Compose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802DDD3-4A49-42C0-AE96-9C30CF5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현재 버전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0.5.0
Event 0.3.0</a:t>
            </a:r>
          </a:p>
        </p:txBody>
      </p:sp>
    </p:spTree>
    <p:extLst>
      <p:ext uri="{BB962C8B-B14F-4D97-AF65-F5344CB8AC3E}">
        <p14:creationId xmlns:p14="http://schemas.microsoft.com/office/powerpoint/2010/main" val="4498661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67E9693-851F-4760-8265-139BFBDD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품질·보안·E2E 검증
OpenAI 확인 완료 · D0 유지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FD6ACFD-5763-4939-9397-CA6F25D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다음 Gate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FB8B269-2A0E-4660-B194-541D797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 #46</a:t>
            </a:r>
          </a:p>
        </p:txBody>
      </p:sp>
    </p:spTree>
    <p:extLst>
      <p:ext uri="{BB962C8B-B14F-4D97-AF65-F5344CB8AC3E}">
        <p14:creationId xmlns:p14="http://schemas.microsoft.com/office/powerpoint/2010/main" val="2154085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FEFD58E-4903-4761-88D7-3E5F7F4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검토 준비 완료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1286A79-FAEA-4EF5-BE0C-4B15715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Gateway 0.5.0 운영 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Activepieces 5개 Flow Enabled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다음 구현: Issue #46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0FA959B-0DDD-497C-9A96-CE5F0F5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TECHFLOW</a:t>
            </a:r>
          </a:p>
        </p:txBody>
      </p:sp>
    </p:spTree>
    <p:extLst>
      <p:ext uri="{BB962C8B-B14F-4D97-AF65-F5344CB8AC3E}">
        <p14:creationId xmlns:p14="http://schemas.microsoft.com/office/powerpoint/2010/main" val="516268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2026-08-10T05:31:50.5860000Z</dcterms:created>
  <dcterms:modified xsi:type="dcterms:W3CDTF">2026-08-10T05:31:50.5860000Z</dcterms:modified>
</coreProperties>
</file>