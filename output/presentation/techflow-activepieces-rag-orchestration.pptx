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a1c1494c96470b" /><Relationship Type="http://schemas.openxmlformats.org/officeDocument/2006/relationships/extended-properties" Target="/docProps/app.xml" Id="R97ec6443474742e5" /><Relationship Type="http://schemas.openxmlformats.org/officeDocument/2006/relationships/officeDocument" Target="/ppt/presentation.xml" Id="R71b853ab2cd441e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5a069b206c946f0"/>
  </p:sldMasterIdLst>
  <p:notesMasterIdLst>
    <p:notesMasterId xmlns:r="http://schemas.openxmlformats.org/officeDocument/2006/relationships" r:id="R82ba139187884f8e"/>
  </p:notesMasterIdLst>
  <p:sldIdLst>
    <p:sldId xmlns:r="http://schemas.openxmlformats.org/officeDocument/2006/relationships" id="256" r:id="R3d291059a1ff46f7"/>
    <p:sldId xmlns:r="http://schemas.openxmlformats.org/officeDocument/2006/relationships" id="257" r:id="R327a9dadc87847fc"/>
    <p:sldId xmlns:r="http://schemas.openxmlformats.org/officeDocument/2006/relationships" id="258" r:id="R575fe944e75c4ffa"/>
    <p:sldId xmlns:r="http://schemas.openxmlformats.org/officeDocument/2006/relationships" id="259" r:id="Ra832b31a7b7e4bbf"/>
    <p:sldId xmlns:r="http://schemas.openxmlformats.org/officeDocument/2006/relationships" id="260" r:id="R7e1cd1ae363a4c4d"/>
    <p:sldId xmlns:r="http://schemas.openxmlformats.org/officeDocument/2006/relationships" id="261" r:id="R9e119e81698c4dd0"/>
    <p:sldId xmlns:r="http://schemas.openxmlformats.org/officeDocument/2006/relationships" id="262" r:id="R46e3446062344edd"/>
    <p:sldId xmlns:r="http://schemas.openxmlformats.org/officeDocument/2006/relationships" id="263" r:id="R02a2cd31006b4013"/>
    <p:sldId xmlns:r="http://schemas.openxmlformats.org/officeDocument/2006/relationships" id="264" r:id="R98ebde7983bc404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f5d016e46804238" /><Relationship Type="http://schemas.openxmlformats.org/officeDocument/2006/relationships/slideMaster" Target="/ppt/slideMasters/slideMaster1.xml" Id="Rd5a069b206c946f0" /><Relationship Type="http://schemas.openxmlformats.org/officeDocument/2006/relationships/notesMaster" Target="/ppt/notesMasters/notesMaster1.xml" Id="R82ba139187884f8e" /><Relationship Type="http://schemas.openxmlformats.org/officeDocument/2006/relationships/presProps" Target="/ppt/presProps.xml" Id="R944c196802a44b42" /><Relationship Type="http://schemas.openxmlformats.org/officeDocument/2006/relationships/tableStyles" Target="/ppt/tableStyles.xml" Id="R7db7c94d97314cbe" /><Relationship Type="http://schemas.openxmlformats.org/officeDocument/2006/relationships/slide" Target="/ppt/slides/slide1.xml" Id="R3d291059a1ff46f7" /><Relationship Type="http://schemas.openxmlformats.org/officeDocument/2006/relationships/slide" Target="/ppt/slides/slide2.xml" Id="R327a9dadc87847fc" /><Relationship Type="http://schemas.openxmlformats.org/officeDocument/2006/relationships/slide" Target="/ppt/slides/slide3.xml" Id="R575fe944e75c4ffa" /><Relationship Type="http://schemas.openxmlformats.org/officeDocument/2006/relationships/slide" Target="/ppt/slides/slide4.xml" Id="Ra832b31a7b7e4bbf" /><Relationship Type="http://schemas.openxmlformats.org/officeDocument/2006/relationships/slide" Target="/ppt/slides/slide5.xml" Id="R7e1cd1ae363a4c4d" /><Relationship Type="http://schemas.openxmlformats.org/officeDocument/2006/relationships/slide" Target="/ppt/slides/slide6.xml" Id="R9e119e81698c4dd0" /><Relationship Type="http://schemas.openxmlformats.org/officeDocument/2006/relationships/slide" Target="/ppt/slides/slide7.xml" Id="R46e3446062344edd" /><Relationship Type="http://schemas.openxmlformats.org/officeDocument/2006/relationships/slide" Target="/ppt/slides/slide8.xml" Id="R02a2cd31006b4013" /><Relationship Type="http://schemas.openxmlformats.org/officeDocument/2006/relationships/slide" Target="/ppt/slides/slide9.xml" Id="R98ebde7983bc40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2d2409bc7894ed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702f0bb99574e06" /><Relationship Type="http://schemas.openxmlformats.org/officeDocument/2006/relationships/notesMaster" Target="/ppt/notesMasters/notesMaster1.xml" Id="R968ef0b2037849a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0a9204925e1421b" /><Relationship Type="http://schemas.openxmlformats.org/officeDocument/2006/relationships/notesMaster" Target="/ppt/notesMasters/notesMaster1.xml" Id="R2236e906b40c4ed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72dbb6ad67b4a32" /><Relationship Type="http://schemas.openxmlformats.org/officeDocument/2006/relationships/notesMaster" Target="/ppt/notesMasters/notesMaster1.xml" Id="Rbdcc49a4270140d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a6aacd9e8434245" /><Relationship Type="http://schemas.openxmlformats.org/officeDocument/2006/relationships/notesMaster" Target="/ppt/notesMasters/notesMaster1.xml" Id="R9bda647063d3477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0137fdd106b4bd3" /><Relationship Type="http://schemas.openxmlformats.org/officeDocument/2006/relationships/notesMaster" Target="/ppt/notesMasters/notesMaster1.xml" Id="Rca84bc431a244bf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2dbc792178c40bf" /><Relationship Type="http://schemas.openxmlformats.org/officeDocument/2006/relationships/notesMaster" Target="/ppt/notesMasters/notesMaster1.xml" Id="Rb042f7cbc4494ec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cb25606bae94d76" /><Relationship Type="http://schemas.openxmlformats.org/officeDocument/2006/relationships/notesMaster" Target="/ppt/notesMasters/notesMaster1.xml" Id="R9fd3f0fcdb03400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a7572a6129a42ff" /><Relationship Type="http://schemas.openxmlformats.org/officeDocument/2006/relationships/notesMaster" Target="/ppt/notesMasters/notesMaster1.xml" Id="Rdae9f05360d34d9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c015c48885341a3" /><Relationship Type="http://schemas.openxmlformats.org/officeDocument/2006/relationships/notesMaster" Target="/ppt/notesMasters/notesMaster1.xml" Id="R06ed869e328d446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docs/reports/issue-45-activepieces-rag-orchestration-validation.md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docs/runbooks/activepieces-rag-orchestration.md</a:t>
            </a:r>
          </a:p>
          <a:p xmlns:a="http://schemas.openxmlformats.org/drawingml/2006/main">
            <a:r>
              <a:t>- docs/decisions/techflow-activepieces-rag-orchestration.json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deploy/compose/activepieces/flows/rag-orchestration-v1.json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docs/reports/issue-45-activepieces-rag-orchestration-validation.md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docs/runbooks/activepieces-rag-orchestration.md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docs/decisions/techflow-activepieces-rag-orchestration.json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docs/reports/issue-45-activepieces-rag-orchestration-validation.md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docs/plans/techflow-product-roadmap.md</a:t>
            </a:r>
          </a:p>
          <a:p xmlns:a="http://schemas.openxmlformats.org/drawingml/2006/main">
            <a:r>
              <a:t>- https://developers.openai.com/api/docs/guides/your-data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docs/reports/issue-45-activepieces-rag-orchestration-validation.md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df9bcb297849c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e6786270c364ff2" /><Relationship Type="http://schemas.openxmlformats.org/officeDocument/2006/relationships/slideLayout" Target="/ppt/slideLayouts/slideLayout1.xml" Id="Re8ef77f035e949a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ef77f035e949a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1cd82ad02d45bb" /><Relationship Type="http://schemas.openxmlformats.org/officeDocument/2006/relationships/notesSlide" Target="/ppt/notesSlides/notesSlide1.xml" Id="R5ebd1fa469114a7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84f84386f04a4a" /><Relationship Type="http://schemas.openxmlformats.org/officeDocument/2006/relationships/notesSlide" Target="/ppt/notesSlides/notesSlide2.xml" Id="Rec73b39f4ecc495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1bba0046524eb8" /><Relationship Type="http://schemas.openxmlformats.org/officeDocument/2006/relationships/notesSlide" Target="/ppt/notesSlides/notesSlide3.xml" Id="R6ac588413ced445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2b418ad926455b" /><Relationship Type="http://schemas.openxmlformats.org/officeDocument/2006/relationships/notesSlide" Target="/ppt/notesSlides/notesSlide4.xml" Id="R9cd3d01e7fd44f1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bc19627cd043d2" /><Relationship Type="http://schemas.openxmlformats.org/officeDocument/2006/relationships/notesSlide" Target="/ppt/notesSlides/notesSlide5.xml" Id="R575e473aeffc43b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18189e576149c0" /><Relationship Type="http://schemas.openxmlformats.org/officeDocument/2006/relationships/notesSlide" Target="/ppt/notesSlides/notesSlide6.xml" Id="R7a116b552709453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54616c21b14b07" /><Relationship Type="http://schemas.openxmlformats.org/officeDocument/2006/relationships/notesSlide" Target="/ppt/notesSlides/notesSlide7.xml" Id="R8ed7c31c9316445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babfb876274d2a" /><Relationship Type="http://schemas.openxmlformats.org/officeDocument/2006/relationships/notesSlide" Target="/ppt/notesSlides/notesSlide8.xml" Id="R74c9169b14c04f6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91ee4e0af14c8f" /><Relationship Type="http://schemas.openxmlformats.org/officeDocument/2006/relationships/notesSlide" Target="/ppt/notesSlides/notesSlide9.xml" Id="R32a98c55fdde4cf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21E40D2B-723A-497E-BF07-9A8E3181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지식 갱신이
시각적 Flow가 되다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00A643B4-8D63-4C50-B2F9-6FA0A2C0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9 Source Profiles · Reviewer Approval · Reindex · Evaluation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2F6A452E-55A8-4EBE-8491-236EEF59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ABLESTACK TECHFLOW · ISSUE #45</a:t>
            </a:r>
          </a:p>
        </p:txBody>
      </p:sp>
    </p:spTree>
    <p:extLst>
      <p:ext uri="{BB962C8B-B14F-4D97-AF65-F5344CB8AC3E}">
        <p14:creationId xmlns:p14="http://schemas.microsoft.com/office/powerpoint/2010/main" val="208658567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9C141B1C-71DC-4A4E-953F-3B02445E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C568876A-C0E3-4581-A693-5CA22B5F3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Orchestration과 정책 판정을 분리했다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EE95C62C-5F31-46A1-9202-6141FFACC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A8902B44-B69C-4975-8A2B-48B49489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D1831AEE-1941-42D0-85E6-9B45E6E1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2906837E-C81F-4EE2-BBD7-808C332AE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INGRESS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8565AFE9-58BA-4DFC-AEFD-A9F8DA71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FLOW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95C21A5B-ECE2-4A81-B2D7-2DBB41177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POLICY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B8CB0EDB-9B97-4839-9DE0-0D8E0E727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Activepieces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5개 시각적 Flow
순서·재시도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844D3B6B-AE49-4D14-9132-8EA0A0B28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Event Gateway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서명·Allowlist
최소 Payload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7BBC02DC-7342-4FFE-A418-94AD83712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AI Gateway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승인·Compatibility
삭제·평가</a:t>
            </a:r>
          </a:p>
        </p:txBody>
      </p:sp>
    </p:spTree>
    <p:extLst>
      <p:ext uri="{BB962C8B-B14F-4D97-AF65-F5344CB8AC3E}">
        <p14:creationId xmlns:p14="http://schemas.microsoft.com/office/powerpoint/2010/main" val="122665067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AD79F504-EF01-4A24-A897-8D343DF05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95991E69-2CA8-4273-AB29-7C138807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5개 Flow가 Source 생명주기를 연결한다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4881422C-7C62-45C8-8BFB-F48317540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Discover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Push → Candidate
검역 Scan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48A7C7BA-77BC-4780-910E-D19CA91D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Govern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Compatibility·철회
Golden Set 평가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86094596-FCBA-4547-9653-50FFCACB9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Approve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dhslove Review
고정 Commit 색인</a:t>
            </a:r>
          </a:p>
        </p:txBody>
      </p:sp>
    </p:spTree>
    <p:extLst>
      <p:ext uri="{BB962C8B-B14F-4D97-AF65-F5344CB8AC3E}">
        <p14:creationId xmlns:p14="http://schemas.microsoft.com/office/powerpoint/2010/main" val="93395891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4B98AC2B-806F-426E-B4BB-A380AAE3B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3072EE8F-07CA-4726-8919-E9FA5E772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6A4413A4-4596-4F0E-8617-05DB84F1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1AD8AD34-54B7-45E9-AC4F-25059C6FD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9DA2D83F-5301-4FE4-ADCE-BF9308CF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코드와 런타임을 같은 계약으로 검증했다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0B1D186B-3D83-48CA-BF6C-DB4428F70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Gateway + Flow
통과 테스트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8A9B2D1F-3D5C-437D-8047-5A6573DE7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Runtime Secret
Leak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C0C0FDE9-6756-456E-936F-9E47EB82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Enabled
Activepieces Flows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24DC5793-92EA-4435-9CFD-C57A5C775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97 + 26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C4CCD2CF-3C63-4054-98D0-C5DEF07A9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D6F994C0-7F59-4DAD-BEA7-89C2D612B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4F1A43AF-BF8C-4C6F-9CC2-BCBAC456F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완료 증거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Flow 접수뿐 아니라 Run 상태, DB Correlation, 실패 분류와 롤백까지 확인했다.</a:t>
            </a:r>
          </a:p>
        </p:txBody>
      </p:sp>
    </p:spTree>
    <p:extLst>
      <p:ext uri="{BB962C8B-B14F-4D97-AF65-F5344CB8AC3E}">
        <p14:creationId xmlns:p14="http://schemas.microsoft.com/office/powerpoint/2010/main" val="57382751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A755B85B-13A5-418E-BB82-D76532E9A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4A0B3D69-4B41-4718-9E22-437283195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성공은 202가 아니라 세 상태의 연결로 판정한다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92DDC73F-858E-4065-B963-77560530C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15FA0400-559D-4BD0-B040-542CA4430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CCAE9ACC-8D35-47D3-814D-D3C41241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1E466BF9-24EC-48F7-8DF2-D7C00D2C3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ACCEPT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13E5CEC7-6228-46E5-9D60-A2C10CB2C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EXECUTE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36F0C8EC-BAC7-4CFA-BE37-D3CE64772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PERSIST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B1BD7CC2-B0F8-47A0-8C88-A9A6B26C7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Flow Run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Succeeded 또는
명시적 실패 분류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85894650-D651-467E-BA04-1F787EBB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Signed Event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202는 접수
Duplicate는 409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5743147D-7971-4612-BDB8-3EA9CA3D5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Gateway State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Job·Evaluation
Correlation ID</a:t>
            </a:r>
          </a:p>
        </p:txBody>
      </p:sp>
    </p:spTree>
    <p:extLst>
      <p:ext uri="{BB962C8B-B14F-4D97-AF65-F5344CB8AC3E}">
        <p14:creationId xmlns:p14="http://schemas.microsoft.com/office/powerpoint/2010/main" val="102795579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E459D355-A7C1-40FA-84A9-59B70849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8721B808-EB69-4D6F-B419-4C7CB1751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원문과 권한은 Flow 밖에 둔다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8DB3E325-86BE-43F1-9682-A9885FED9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데이터 최소화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Source ID·Commit·상태
원문·Prompt 없음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3FFE7F70-50DE-4541-A43D-C0492C1BA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실패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RETRYABLE·TERMINAL
MANUAL_REVIEW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72E2FBEE-1DA2-4EC2-A8A1-20D30DBEB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네트워크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SSRF STRICT
내부 IP 2개만</a:t>
            </a:r>
          </a:p>
        </p:txBody>
      </p:sp>
    </p:spTree>
    <p:extLst>
      <p:ext uri="{BB962C8B-B14F-4D97-AF65-F5344CB8AC3E}">
        <p14:creationId xmlns:p14="http://schemas.microsoft.com/office/powerpoint/2010/main" val="41693057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E80935A7-0A15-40E7-BFDF-D02E2F24F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7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04135917-C0C1-42B2-8FBD-2A810D205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배포는 백업과 버전 왕복으로 검증했다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E8CCE519-9A4B-4FA7-A88C-2D1502680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CD89CD39-9432-4067-A9B7-B20340DF7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37A15CA5-BEF7-4B09-93C5-11E309503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5C18E9BD-E451-40F2-B657-609956D18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BACKUP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A92A9A85-31DD-445D-9567-9C101BFF4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ROLLBACK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C2DFBF49-976A-48BE-9C58-14307FB57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FORWARD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00BE0CE1-2037-4787-99C5-B25C11873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직전 버전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AI 0.4.0
Event 0.2.0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CA6A023B-79AA-41DD-BB4C-CB626EC34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복구 자산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AP·AI DB Dump
Image ID·Compose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AFF70DBF-D7A7-48CA-A075-650AE1F36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현재 버전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AI 0.5.0
Event 0.3.0</a:t>
            </a:r>
          </a:p>
        </p:txBody>
      </p:sp>
    </p:spTree>
    <p:extLst>
      <p:ext uri="{BB962C8B-B14F-4D97-AF65-F5344CB8AC3E}">
        <p14:creationId xmlns:p14="http://schemas.microsoft.com/office/powerpoint/2010/main" val="80915665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492B5A6A-7449-498C-9F72-82E76F0B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579942"/>
            <a:ext cx="9448800" cy="36242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품질·보안·E2E 검증
보존 정책 확정 · 보안 Gate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ADAF9FEF-C9BD-4617-A985-AC9E549E4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6157817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다음 Gate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444F3387-180F-43E6-8FD2-CD6C733F9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2240"/>
            <a:ext cx="39116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Issue #46</a:t>
            </a:r>
          </a:p>
        </p:txBody>
      </p:sp>
    </p:spTree>
    <p:extLst>
      <p:ext uri="{BB962C8B-B14F-4D97-AF65-F5344CB8AC3E}">
        <p14:creationId xmlns:p14="http://schemas.microsoft.com/office/powerpoint/2010/main" val="112296494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0CB4634B-2FF3-43D8-BB6F-DBC2B9573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검토 준비 완료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8AFE5189-34FA-4FD0-9311-BE3591D2A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AI Gateway 0.5.0 운영 중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Activepieces 5개 Flow Enabled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다음 구현: Issue #46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E186463E-7A7C-4B5D-A2D7-077E566E1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ABLESTACK TECHFLOW</a:t>
            </a:r>
          </a:p>
        </p:txBody>
      </p:sp>
    </p:spTree>
    <p:extLst>
      <p:ext uri="{BB962C8B-B14F-4D97-AF65-F5344CB8AC3E}">
        <p14:creationId xmlns:p14="http://schemas.microsoft.com/office/powerpoint/2010/main" val="14439301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2026-08-10T06:03:29.0960000Z</dcterms:created>
  <dcterms:modified xsi:type="dcterms:W3CDTF">2026-08-10T06:03:29.0960000Z</dcterms:modified>
</coreProperties>
</file>