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429a3fb57f4e80" /><Relationship Type="http://schemas.openxmlformats.org/officeDocument/2006/relationships/extended-properties" Target="/docProps/app.xml" Id="Racfa904ee3414b80" /><Relationship Type="http://schemas.openxmlformats.org/officeDocument/2006/relationships/officeDocument" Target="/ppt/presentation.xml" Id="Rb5991293f63041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d9ffb9ee414ce3"/>
  </p:sldMasterIdLst>
  <p:notesMasterIdLst>
    <p:notesMasterId xmlns:r="http://schemas.openxmlformats.org/officeDocument/2006/relationships" r:id="R81e2825cea144284"/>
  </p:notesMasterIdLst>
  <p:sldIdLst>
    <p:sldId xmlns:r="http://schemas.openxmlformats.org/officeDocument/2006/relationships" id="256" r:id="R759bec78c3b142e2"/>
    <p:sldId xmlns:r="http://schemas.openxmlformats.org/officeDocument/2006/relationships" id="257" r:id="R125f557a7ef8465e"/>
    <p:sldId xmlns:r="http://schemas.openxmlformats.org/officeDocument/2006/relationships" id="258" r:id="R8dbdadd448bd4d07"/>
    <p:sldId xmlns:r="http://schemas.openxmlformats.org/officeDocument/2006/relationships" id="259" r:id="R7570ffaa95914594"/>
    <p:sldId xmlns:r="http://schemas.openxmlformats.org/officeDocument/2006/relationships" id="260" r:id="R66ad9182e5fd4329"/>
    <p:sldId xmlns:r="http://schemas.openxmlformats.org/officeDocument/2006/relationships" id="261" r:id="R15c01155d4ea4ca5"/>
    <p:sldId xmlns:r="http://schemas.openxmlformats.org/officeDocument/2006/relationships" id="262" r:id="R85bc7f26a66f428a"/>
    <p:sldId xmlns:r="http://schemas.openxmlformats.org/officeDocument/2006/relationships" id="263" r:id="R1ff4f9fa28e444af"/>
    <p:sldId xmlns:r="http://schemas.openxmlformats.org/officeDocument/2006/relationships" id="264" r:id="R0aa710ed6ae94196"/>
    <p:sldId xmlns:r="http://schemas.openxmlformats.org/officeDocument/2006/relationships" id="265" r:id="Ra471a67bc73b4b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ae58021cbd49ac" /><Relationship Type="http://schemas.openxmlformats.org/officeDocument/2006/relationships/slideMaster" Target="/ppt/slideMasters/slideMaster1.xml" Id="R30d9ffb9ee414ce3" /><Relationship Type="http://schemas.openxmlformats.org/officeDocument/2006/relationships/notesMaster" Target="/ppt/notesMasters/notesMaster1.xml" Id="R81e2825cea144284" /><Relationship Type="http://schemas.openxmlformats.org/officeDocument/2006/relationships/presProps" Target="/ppt/presProps.xml" Id="Reef41e03a260412a" /><Relationship Type="http://schemas.openxmlformats.org/officeDocument/2006/relationships/tableStyles" Target="/ppt/tableStyles.xml" Id="Rcc44c4cd70e74dbf" /><Relationship Type="http://schemas.openxmlformats.org/officeDocument/2006/relationships/slide" Target="/ppt/slides/slide1.xml" Id="R759bec78c3b142e2" /><Relationship Type="http://schemas.openxmlformats.org/officeDocument/2006/relationships/slide" Target="/ppt/slides/slide2.xml" Id="R125f557a7ef8465e" /><Relationship Type="http://schemas.openxmlformats.org/officeDocument/2006/relationships/slide" Target="/ppt/slides/slide3.xml" Id="R8dbdadd448bd4d07" /><Relationship Type="http://schemas.openxmlformats.org/officeDocument/2006/relationships/slide" Target="/ppt/slides/slide4.xml" Id="R7570ffaa95914594" /><Relationship Type="http://schemas.openxmlformats.org/officeDocument/2006/relationships/slide" Target="/ppt/slides/slide5.xml" Id="R66ad9182e5fd4329" /><Relationship Type="http://schemas.openxmlformats.org/officeDocument/2006/relationships/slide" Target="/ppt/slides/slide6.xml" Id="R15c01155d4ea4ca5" /><Relationship Type="http://schemas.openxmlformats.org/officeDocument/2006/relationships/slide" Target="/ppt/slides/slide7.xml" Id="R85bc7f26a66f428a" /><Relationship Type="http://schemas.openxmlformats.org/officeDocument/2006/relationships/slide" Target="/ppt/slides/slide8.xml" Id="R1ff4f9fa28e444af" /><Relationship Type="http://schemas.openxmlformats.org/officeDocument/2006/relationships/slide" Target="/ppt/slides/slide9.xml" Id="R0aa710ed6ae94196" /><Relationship Type="http://schemas.openxmlformats.org/officeDocument/2006/relationships/slide" Target="/ppt/slides/slide10.xml" Id="Ra471a67bc73b4b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85d1385cc1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df930cb22482b" /><Relationship Type="http://schemas.openxmlformats.org/officeDocument/2006/relationships/notesMaster" Target="/ppt/notesMasters/notesMaster1.xml" Id="R5332c9fea20749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c9b9d8e984aee" /><Relationship Type="http://schemas.openxmlformats.org/officeDocument/2006/relationships/notesMaster" Target="/ppt/notesMasters/notesMaster1.xml" Id="R9255d8c0e2ef43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73a70b0e4444db" /><Relationship Type="http://schemas.openxmlformats.org/officeDocument/2006/relationships/notesMaster" Target="/ppt/notesMasters/notesMaster1.xml" Id="R81a29940697c41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b5ae04ac844642" /><Relationship Type="http://schemas.openxmlformats.org/officeDocument/2006/relationships/notesMaster" Target="/ppt/notesMasters/notesMaster1.xml" Id="Rae096ba17dff4c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ae4dd9b2274d80" /><Relationship Type="http://schemas.openxmlformats.org/officeDocument/2006/relationships/notesMaster" Target="/ppt/notesMasters/notesMaster1.xml" Id="Rec4be4423f1146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29fb3d33c843b3" /><Relationship Type="http://schemas.openxmlformats.org/officeDocument/2006/relationships/notesMaster" Target="/ppt/notesMasters/notesMaster1.xml" Id="R76b11da43cb1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7b46fd7e9b4aa3" /><Relationship Type="http://schemas.openxmlformats.org/officeDocument/2006/relationships/notesMaster" Target="/ppt/notesMasters/notesMaster1.xml" Id="R3a79dadcd5dd44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5aa70ac408448b" /><Relationship Type="http://schemas.openxmlformats.org/officeDocument/2006/relationships/notesMaster" Target="/ppt/notesMasters/notesMaster1.xml" Id="Rcbfbeef84bda42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8224d313004145" /><Relationship Type="http://schemas.openxmlformats.org/officeDocument/2006/relationships/notesMaster" Target="/ppt/notesMasters/notesMaster1.xml" Id="R25e5d2d06b1440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f1af3ae5184c62" /><Relationship Type="http://schemas.openxmlformats.org/officeDocument/2006/relationships/notesMaster" Target="/ppt/notesMasters/notesMaster1.xml" Id="R8217875dcb19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1쪽입니다.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2쪽입니다.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3쪽입니다.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4쪽입니다.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5쪽입니다.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6쪽입니다.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7쪽입니다.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8쪽입니다.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9쪽입니다.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 #39 보안·데이터 정책 발표자료 10쪽입니다.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docs/adr/0006-techflow-security-threat-model.md</a:t>
            </a:r>
          </a:p>
          <a:p xmlns:a="http://schemas.openxmlformats.org/drawingml/2006/main">
            <a:r>
              <a:t>- docs/adr/0007-techflow-data-classification-retention.md</a:t>
            </a:r>
          </a:p>
          <a:p xmlns:a="http://schemas.openxmlformats.org/drawingml/2006/main">
            <a:r>
              <a:t>- docs/decisions/techflow-security-data-policy.json</a:t>
            </a:r>
          </a:p>
          <a:p xmlns:a="http://schemas.openxmlformats.org/drawingml/2006/main">
            <a:r>
              <a:t>- docs/reports/issue-39-security-data-policy-validation.md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- https://doi.org/10.6028/NIST.AI.600-1</a:t>
            </a:r>
          </a:p>
          <a:p xmlns:a="http://schemas.openxmlformats.org/drawingml/2006/main">
            <a:r>
              <a:t>- https://genai.owasp.org/llm-top-10/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20db23db848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d8708b62f64f4b" /><Relationship Type="http://schemas.openxmlformats.org/officeDocument/2006/relationships/slideLayout" Target="/ppt/slideLayouts/slideLayout1.xml" Id="R71e50d9489b545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e50d9489b545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4c61d095e4496" /><Relationship Type="http://schemas.openxmlformats.org/officeDocument/2006/relationships/notesSlide" Target="/ppt/notesSlides/notesSlide1.xml" Id="Rf6d78a74e5c04c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a5a107d08419a" /><Relationship Type="http://schemas.openxmlformats.org/officeDocument/2006/relationships/notesSlide" Target="/ppt/notesSlides/notesSlide2.xml" Id="Rca7f10f00fe043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a9f12ae546cf" /><Relationship Type="http://schemas.openxmlformats.org/officeDocument/2006/relationships/notesSlide" Target="/ppt/notesSlides/notesSlide3.xml" Id="Re36d2694237546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6771ed63c48eb" /><Relationship Type="http://schemas.openxmlformats.org/officeDocument/2006/relationships/notesSlide" Target="/ppt/notesSlides/notesSlide4.xml" Id="Red683caa85144c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621c3a61c42de" /><Relationship Type="http://schemas.openxmlformats.org/officeDocument/2006/relationships/notesSlide" Target="/ppt/notesSlides/notesSlide5.xml" Id="R30e69f67d2374f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c9ee7082f44b1" /><Relationship Type="http://schemas.openxmlformats.org/officeDocument/2006/relationships/notesSlide" Target="/ppt/notesSlides/notesSlide6.xml" Id="R717a3b83e9b64b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062995f624acb" /><Relationship Type="http://schemas.openxmlformats.org/officeDocument/2006/relationships/notesSlide" Target="/ppt/notesSlides/notesSlide7.xml" Id="R32d2d78be24341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658ff955a482b" /><Relationship Type="http://schemas.openxmlformats.org/officeDocument/2006/relationships/notesSlide" Target="/ppt/notesSlides/notesSlide8.xml" Id="Rdb49e8d00b2c4a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e0ff6a92e4834" /><Relationship Type="http://schemas.openxmlformats.org/officeDocument/2006/relationships/notesSlide" Target="/ppt/notesSlides/notesSlide9.xml" Id="Racfbc89998d049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ab22160f346aa" /><Relationship Type="http://schemas.openxmlformats.org/officeDocument/2006/relationships/notesSlide" Target="/ppt/notesSlides/notesSlide10.xml" Id="Rc313cb4604f64d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E9FD-B18E-4ED0-B668-360621E5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"/>
            <a:ext cx="666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ISSUE #39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944CD-7DA2-491C-A6BF-B83C8FF9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90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보안·데이터 정책을</a:t>
            </a:r>
          </a:p>
          <a:p xmlns:a="http://schemas.openxmlformats.org/drawingml/2006/main">
            <a:pPr algn="l">
              <a:buNone/>
              <a:defRPr sz="54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P0 제품 Gate로 고정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FD25-2D6B-457D-B7B8-680BFD6C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819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위협 모델 → 분류·보존 → RAG 안전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C5CC3-4548-4957-A10A-8A1E025F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CBF99-3C39-44A2-9B41-95CE9174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476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TechFlow · Activepieces CE · 2026-08-01</a:t>
            </a:r>
          </a:p>
        </p:txBody>
      </p:sp>
    </p:spTree>
    <p:extLst>
      <p:ext uri="{BB962C8B-B14F-4D97-AF65-F5344CB8AC3E}">
        <p14:creationId xmlns:p14="http://schemas.microsoft.com/office/powerpoint/2010/main" val="65430769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26C80-8258-4D6A-82CF-63E00669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814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결과: 18개 위협과 28개 통제로 잔여 위험을 중간 이하로 낮췄습니다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6CBBAD-755E-4BED-88B4-8D1C863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6698B-69EF-4F89-8B93-5BD14942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P0 정책 기준을 코드로 고정하고 12개 자동 검증으로 회귀를 차단했습니다.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8E16-608A-48ED-AA88-BFED3412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54483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4724-CF48-4AB9-8D24-F54191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857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위협 모델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05CF1-33BC-448D-A972-4B67554B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62275"/>
            <a:ext cx="476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18 Threats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28 Controls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Residual ≤ 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BB472-D9B1-44A3-90D9-9B270D9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5435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7DCE-2760-41ED-BF57-EED6E714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447925"/>
            <a:ext cx="4953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데이터 정책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22CAA6-CDCD-4107-8E72-AA26C6A3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962275"/>
            <a:ext cx="4857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4 Classes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18 Retention Rules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Deletion ≤ 7d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B94D-D42E-45E0-B300-E7C9F40A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11391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A8170-C91A-4450-9DEF-D6D05BC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2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검증 결과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8A07A-45E4-4C8B-A23B-70FF6612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7251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12/12 PASS  |  Secrets 0  |  Epic #3 Ready for Approval</a:t>
            </a:r>
          </a:p>
        </p:txBody>
      </p:sp>
    </p:spTree>
    <p:extLst>
      <p:ext uri="{BB962C8B-B14F-4D97-AF65-F5344CB8AC3E}">
        <p14:creationId xmlns:p14="http://schemas.microsoft.com/office/powerpoint/2010/main" val="1232201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BC855-FE48-4C34-8587-52A8E0F4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위협·통제·데이터 정책을 세 계층으로 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664BC-95C4-4AB7-BBCC-AD1E3DFA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602DC-081D-40AE-B4AC-58723F83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Activepieces는 실행하고 TechFlow가 정책·권한·상태·증적을 소유합니다.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1D7C6-C014-4F27-954B-3996BF5C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7A265-89AE-490A-B266-99E6C75E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E9AD0-110D-416A-85B0-D4433B64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Threat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83EF-7A21-4345-86D8-C27B2C0A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18 threats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Likelihood × Impact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Residual ≤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26769-5142-496B-8B93-996B1968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FA64C-AEC6-4716-8638-407E676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2F2A-6379-4C2C-9C66-3A746CE6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Data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9C59BF-A641-421B-BA00-818D3CC6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D0–D3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18 retention rules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Deletion ledger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CF8CC-A0D1-497B-B167-65A3777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34290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7852E-5627-43FE-9C74-E70CFC82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666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E73ED-3AB1-4358-94F8-0B27A955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66700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RAG 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C6B0D-C121-4580-9D53-3FD2BAC5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19450"/>
            <a:ext cx="27241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 default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D1 conditional</a:t>
            </a:r>
          </a:p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D2·D3 denied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2DCD6-27F9-488B-9D11-2F581B7E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정책 Gate  |  분류 → 보존 → 삭제 → 감사 증적</a:t>
            </a:r>
          </a:p>
        </p:txBody>
      </p:sp>
    </p:spTree>
    <p:extLst>
      <p:ext uri="{BB962C8B-B14F-4D97-AF65-F5344CB8AC3E}">
        <p14:creationId xmlns:p14="http://schemas.microsoft.com/office/powerpoint/2010/main" val="63913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BA5AF-24B4-4EE4-8654-5B8C2D7B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데이터 등급과 보존·RAG 허용 범위를 기계적으로 고정했습니다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AA26-8423-42C4-BC3C-16269D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13D8B-234D-4223-A8D6-C9186B48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144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원문 Webhook과 Secret은 저장하지 않고, AI 원문은 명시적 opt-in만 최대 30일입니다.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00050" y="1714500"/>
          <a:ext xmlns:a="http://schemas.openxmlformats.org/drawingml/2006/main" cx="1140142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095500"/>
                <a:gridCol w="2095500"/>
                <a:gridCol w="4162425"/>
              </a:tblGrid>
              <a:tr h="449792">
                <a:tc>
                  <a:txBody>
                    <a:bodyPr/>
                    <a:lstStyle/>
                    <a:p>
                      <a:r>
                        <a:t>분류 / 자산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예시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보존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RAG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D0 Public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공개 제품 문서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원본 수명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허용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D1 Internal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승인된 내부 지식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최대 365일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조건부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D2 Confidential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지원·고객 정보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업무별 180일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금지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D3 Restricted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Secret·Token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금지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Webhook Raw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서명 포함 원문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해당 없음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Audit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변경·승인 증적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365일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해당 없음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Backup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일간 / 주간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 / 30일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해당 없음</a:t>
                      </a:r>
                    </a:p>
                  </a:txBody>
                  <a:tcPr marL="91440" marR="91440" marT="45720" marB="45720"/>
                </a:tc>
              </a:tr>
              <a:tr h="449792">
                <a:tc>
                  <a:txBody>
                    <a:bodyPr/>
                    <a:lstStyle/>
                    <a:p>
                      <a:r>
                        <a:t>AI Raw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명시적 opt-in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최대 30일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해당 없음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64AA2-FF16-42A9-BD86-FD450E49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628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분류와 보존은 수집 전에 결정하며 삭제 증적은 ledger로 남깁니다.</a:t>
            </a:r>
          </a:p>
        </p:txBody>
      </p:sp>
    </p:spTree>
    <p:extLst>
      <p:ext uri="{BB962C8B-B14F-4D97-AF65-F5344CB8AC3E}">
        <p14:creationId xmlns:p14="http://schemas.microsoft.com/office/powerpoint/2010/main" val="2112501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5721FF-CBD3-4FB9-8A80-F18837A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정책 변경은 분류부터 삭제까지 여섯 Gate로 통제합니다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0C49-F38A-4701-B999-C71EC515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118E-F8F7-4005-ACD4-7B9BFB3E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 Gate는 소유자·승인·검증 결과가 있어야 다음 단계로 이동합니다.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D74B3-6D4E-4D93-9054-CD4BB628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6E615-FC1C-45CF-BBA7-53C895FC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E9480-24BD-4E6D-A42C-144C2CB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Classify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A11F-4691-4309-8866-E7D42C0A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Data 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D9D53-B09F-49A8-BEA8-FF308564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D0–D3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A22FF2-130D-41DF-92AE-CFBB8D54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60C40-1268-4A79-B569-92A671F6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7167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C27C5-52E4-469A-9214-4722D8F3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71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Minimize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00EE8-077A-416E-A45A-57170A7B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99072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Ingress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02B2C-B9D7-43A7-962A-089E5B55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0030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Raw 0d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FD58A-4EBC-4882-BF43-63AA0381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087B-0CDF-41D7-A2A8-81BA2DC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D807BD-D4CE-480C-88C9-E8DC6C70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Approve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996CB-AF8C-4ED5-8D4B-D500B902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Provider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5FBCB-7087-44F0-90DA-7B8096E9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D1 Conditional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26FF0-631A-4632-9B98-9EF52AC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39721A-2506-49B0-9ECF-7FFAC4AF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671A61-A324-4E03-B4E6-3E65FE98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528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Execute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63D7-2E15-4E36-9D67-3BBB3E1F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371850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3BD74-3239-4178-BE7E-65C3FC3E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81425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Least Privilege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0B9494-4048-41F4-BD88-733168E3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350F23-693D-49D4-AC62-07D2BE0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4BEED3-5EB1-4A82-89ED-46F266C8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Retain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73802-9A68-40D9-AC88-9DF3EBA2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Policy Job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4701E-DDC2-4FA9-88BE-B4F0266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Audit Ledger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E5CE8-458E-43EF-9496-8BBEFA15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24375"/>
            <a:ext cx="55435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F8EB-742B-4543-9133-C7A746A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33925"/>
            <a:ext cx="552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245E4-F803-4DEF-9F07-509E118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3392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0563-09C0-48AA-8B63-2A539C37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752975"/>
            <a:ext cx="1428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364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Source·Chunk·Vector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9512A-0BA0-4AD7-80F1-0C115547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62550"/>
            <a:ext cx="42862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≤ 7 Days</a:t>
            </a:r>
          </a:p>
        </p:txBody>
      </p:sp>
    </p:spTree>
    <p:extLst>
      <p:ext uri="{BB962C8B-B14F-4D97-AF65-F5344CB8AC3E}">
        <p14:creationId xmlns:p14="http://schemas.microsoft.com/office/powerpoint/2010/main" val="13665578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0D67D5-DF5D-4C54-A9DB-DB36EC76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외부 입력부터 AI Provider까지 신뢰 경계를 명시했습니다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6BC46-26B6-46EB-900E-B07A857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F9CA-F2A9-4C4B-8C43-E307E88A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정책 판정은 실행 엔진 밖에서 완료하고, 외부 전송은 분류 Gate를 통과해야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12F46-6B83-4CA2-B65A-C42B676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92168-0D3E-4A4A-81C6-50F01DEE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AFE3-78E6-4F1B-909C-60B967DB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71800"/>
            <a:ext cx="933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03CC4-EB2E-4AD5-84F6-5B0BD7C8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624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8513D-1A21-4D46-AC8A-E06DF140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2009775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19D05-A8AE-41A2-BA6B-24EF726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62225"/>
            <a:ext cx="15240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External Ingress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40DCE-952F-4D36-9539-9A4CFDCC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71800"/>
            <a:ext cx="1524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GitHub·Community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HMAC + Allowlist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FE3F-964B-47BF-BAF0-BD919A1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33600"/>
            <a:ext cx="2486025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32925-205D-4C6B-B9F4-C056E9FD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00300"/>
            <a:ext cx="197167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1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TechFlow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C72E7-69D4-4461-BB9C-F3F73121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43225"/>
            <a:ext cx="1971675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Normalize·Classify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Dedup + Rate Limit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A758D-F54E-4582-B39B-C63D8A19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24100"/>
            <a:ext cx="2457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3FAFE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CE148-F724-41B0-B2C8-13F09CFB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62225"/>
            <a:ext cx="19431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Activepieces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419741-F93E-4D62-96B5-5E2622AC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480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Visual Execution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No Policy Ownership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2E193-A908-4283-979F-BE84CCE9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324100"/>
            <a:ext cx="163830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3DF87-4D18-4EED-8126-34A160E3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62225"/>
            <a:ext cx="1200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818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AI / RAG Provider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B645D-6E3D-4960-AD8F-0FA3ABBF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0"/>
            <a:ext cx="12001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 Default</a:t>
            </a:r>
          </a:p>
          <a:p xmlns:a="http://schemas.openxmlformats.org/drawingml/2006/main">
            <a:pPr algn="l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D1 Approved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C9691-B7B3-41CD-93B5-D1F19F42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83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BC8D-4988-4E14-91B7-D00BA373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76800"/>
            <a:ext cx="230505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Secrets 0d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1F2154-C9C2-4C9D-B6C4-E3C593E0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2305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Audit 365d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A97FF-BCB4-4EBE-8899-AE06B3A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외부 경계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55353-EEE1-4B7C-AD47-E7D1FA61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내부 경계</a:t>
            </a:r>
          </a:p>
        </p:txBody>
      </p:sp>
    </p:spTree>
    <p:extLst>
      <p:ext uri="{BB962C8B-B14F-4D97-AF65-F5344CB8AC3E}">
        <p14:creationId xmlns:p14="http://schemas.microsoft.com/office/powerpoint/2010/main" val="11649119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5577D-4871-4696-B5A7-EDECB634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제품 Gate와 회귀 검증이 모두 통과했습니다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F56C6-093F-49C2-B564-6EE7CF04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4C9D8-F2AC-4C28-A23A-0700C123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79AE6-143F-4E8F-9710-3340A55B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075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T01-06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CFC18-BB73-49B4-A082-9AEB8AA4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Webhook·권한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644BA-0268-4463-9DBD-29BFC2EA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위조·재전송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SSRF·Secret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권한 상승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공급망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1F2B-80F5-4EE2-B0BC-A308A247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D5A24-C4AA-4C57-9FB2-89D09753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24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68075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T07-18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C7E9A-A295-46DB-9B32-3004DB3D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운영·AI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AB8F9-B2B3-43C0-8FE6-9F026BBC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Flow 우회·로그 유출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Prompt Injection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지식 오염·과도한 자율성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AA18A-00E2-4B4B-B8CF-B8BFC18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524250" cy="358140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858CA2-9B0F-427E-B5FD-682A6BE5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2405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P0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474BB-B8C7-4D6A-8BE0-B7230279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자동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CB629F-7E6E-4A4D-B61F-398D9C3F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19450"/>
            <a:ext cx="26670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Schema Valid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18 Threats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28 Controls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12/12 PASS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Residual ≤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E59655-61D1-4EA3-8B81-5F40AFFD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Threats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2C028D-9995-416D-B962-6C8EA26F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7245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2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D98CF5-BCA8-43A9-A419-ECF79BF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1A584-C93B-495C-8D4C-8B065E4C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EEB15-B349-49DC-A48D-500CC11C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816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Policy 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1667F1-9C29-4871-9EE5-85A3BAB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5724525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5555"/>
          </a:solidFill>
        </p:spPr>
      </p:sp>
    </p:spTree>
    <p:extLst>
      <p:ext uri="{BB962C8B-B14F-4D97-AF65-F5344CB8AC3E}">
        <p14:creationId xmlns:p14="http://schemas.microsoft.com/office/powerpoint/2010/main" val="5639540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6A2B-2E40-40C0-A97B-AC9A82C1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정책·운영·증적을 하나의 제품 자산으로 묶었습니다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92829-1390-4AD6-9B9E-3C9A6EFF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D6764-3020-460E-8152-052DB95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다음 단계의 RAG·업무 자동화도 같은 정책 계약으로 검토할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EA417-5A56-47F7-B679-B7F3288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5ED3E-0E61-47F3-8AFE-C9EC0E9A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33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정책 자산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275DB-FC12-4A36-908F-B17C25B3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ADR-0006 Threat Model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ADR-0007 Data Policy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Policy 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36BF9A-2C09-491B-A934-19433B4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A266B-CCD9-4ABE-B8C9-F991D9A0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운영 자산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2E5F-F3A3-4EF7-AB15-52EF6B06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Governance Runbook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RAG Gate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Deletion Procedure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A9AC7-F1EA-4DB1-AF56-E20935B1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5433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2C37A2-7A58-482F-BD14-70CBEF4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764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검증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C7345-AFB0-4EC3-ACFB-CF2E643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857500" cy="148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12 Unit Tests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Report PDF · PPTX</a:t>
            </a:r>
          </a:p>
          <a:p xmlns:a="http://schemas.openxmlformats.org/drawingml/2006/main">
            <a:pPr algn="l">
              <a:buNone/>
              <a:defRPr sz="157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Artifact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722-0D4C-414C-BE50-0C61759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1391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09B91D-EE98-4D8B-96FF-8F140E1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P0 기준  |  Secrets 미저장 · Raw 0d · 삭제 7d · 감사 365d</a:t>
            </a:r>
          </a:p>
        </p:txBody>
      </p:sp>
    </p:spTree>
    <p:extLst>
      <p:ext uri="{BB962C8B-B14F-4D97-AF65-F5344CB8AC3E}">
        <p14:creationId xmlns:p14="http://schemas.microsoft.com/office/powerpoint/2010/main" val="13141845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776455-FC13-451C-B4CD-A5FBD1A6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사고는 탐지·분류·격리·복구 순서로 처리합니다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E9953-46AD-4C7D-93EC-2E35741B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552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47D9E-796E-498A-883B-CBCF969B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62025"/>
            <a:ext cx="111442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삭제 요청과 정책 위반도 동일한 증적·재검증 절차를 적용합니다.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FCFD-C208-4E9F-AC87-FF599FC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14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C98E5-2E0D-4E60-BC95-44841FE7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5E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776299-3531-463A-BF89-96F88C85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177245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EEF62-8034-4A55-AE5D-21ADFBA8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6D5B9-066A-4407-A86A-7AEE3E4F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C0F53-882B-471E-8FE6-58F9DE56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D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DC30-06F7-4E6B-9432-EB3E08B0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8A5A0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ACE41-28AA-49B1-AD35-F128E2C9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71775"/>
            <a:ext cx="800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CE8E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992AC-E2ED-4201-8D57-FC393733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14650"/>
            <a:ext cx="80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52714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EA6C8-4F82-4990-8F97-E985BBF8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Detect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F4CB69-C727-4F50-ACAF-DCF10D09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Policy Alert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AI Anomaly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B84A-CE40-4B87-B6BD-CF6BED61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Classify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D941-FB4D-431A-B759-3777E25F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D0–D3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Threat 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49A0F-4A98-4689-808E-E169CC40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Contain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E3CC-DE56-424F-ABE0-8CFD0393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Disable Source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Revoke Credential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BDBAE-D211-487C-9FB5-868A89ED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86200"/>
            <a:ext cx="16192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Recover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9297C2-4ABB-491B-A666-17E18819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324350"/>
            <a:ext cx="1619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Delete ≤ 7d</a:t>
            </a:r>
          </a:p>
          <a:p xmlns:a="http://schemas.openxmlformats.org/drawingml/2006/main">
            <a:pPr algn="ctr">
              <a:buNone/>
              <a:defRPr sz="13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Revalidate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18BB9-616B-4AD5-9A2B-2E0630BE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C59DDF-1419-471F-8C30-A314E89C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완료 기준 = 잔여 위험 ≤ 9 + 삭제 ledger + 재검증 PASS</a:t>
            </a:r>
          </a:p>
        </p:txBody>
      </p:sp>
    </p:spTree>
    <p:extLst>
      <p:ext uri="{BB962C8B-B14F-4D97-AF65-F5344CB8AC3E}">
        <p14:creationId xmlns:p14="http://schemas.microsoft.com/office/powerpoint/2010/main" val="10712933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A986-4257-4BD0-9F33-8D5ACFF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620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최종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63DBB-8F7E-4C46-B6B7-25A5D5F9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0858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P0 보안·데이터 기준을</a:t>
            </a:r>
          </a:p>
          <a:p xmlns:a="http://schemas.openxmlformats.org/drawingml/2006/main">
            <a:pPr algn="l">
              <a:buNone/>
              <a:defRPr sz="4425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제품 Gate로 확정했습니다.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6C677-4100-47D9-8FC8-D33A43D4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11391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BE370-8BD6-41D5-B1AB-6ED4E8E6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619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EPIC #3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9894D-13FA-447B-9FDD-23632E1D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725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t>READY FOR PRODUCT OWNER APPROVAL · 18 THREATS · 28 CONTROLS · 12/12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00B4-AE2D-4E6C-93AC-F998C288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11391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011F15-05A5-4CFC-B018-A813A365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ABLESTACK TechFlow · P0 Security &amp; Data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2E9F4-EEC3-4CD4-A1FE-A2B3BF3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981700"/>
            <a:ext cx="26955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858585"/>
                </a:solidFill>
                <a:latin typeface="Malgun Gothic"/>
                <a:ea typeface="Malgun Gothic"/>
                <a:cs typeface="Malgun Gothic"/>
              </a:defRPr>
            </a:pPr>
            <a:r>
              <a:t>Issue #39 · 2026-08-01</a:t>
            </a:r>
          </a:p>
        </p:txBody>
      </p:sp>
    </p:spTree>
    <p:extLst>
      <p:ext uri="{BB962C8B-B14F-4D97-AF65-F5344CB8AC3E}">
        <p14:creationId xmlns:p14="http://schemas.microsoft.com/office/powerpoint/2010/main" val="17634668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2026-08-01T07:49:22.6140000Z</dcterms:created>
  <dcterms:modified xsi:type="dcterms:W3CDTF">2026-08-01T07:49:22.6150000Z</dcterms:modified>
</coreProperties>
</file>