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8871297c4048b3" /><Relationship Type="http://schemas.openxmlformats.org/officeDocument/2006/relationships/extended-properties" Target="/docProps/app.xml" Id="Rb45768674e134165" /><Relationship Type="http://schemas.openxmlformats.org/officeDocument/2006/relationships/officeDocument" Target="/ppt/presentation.xml" Id="R5e57d2f13ee1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a2b78b663f497e"/>
  </p:sldMasterIdLst>
  <p:notesMasterIdLst>
    <p:notesMasterId xmlns:r="http://schemas.openxmlformats.org/officeDocument/2006/relationships" r:id="Rb91d510c019349bc"/>
  </p:notesMasterIdLst>
  <p:sldIdLst>
    <p:sldId xmlns:r="http://schemas.openxmlformats.org/officeDocument/2006/relationships" id="256" r:id="Rc5f2b50e9f58494c"/>
    <p:sldId xmlns:r="http://schemas.openxmlformats.org/officeDocument/2006/relationships" id="257" r:id="R7aaeb439ac3942f1"/>
    <p:sldId xmlns:r="http://schemas.openxmlformats.org/officeDocument/2006/relationships" id="258" r:id="R62754b0f91254b59"/>
    <p:sldId xmlns:r="http://schemas.openxmlformats.org/officeDocument/2006/relationships" id="259" r:id="R4967f82196224838"/>
    <p:sldId xmlns:r="http://schemas.openxmlformats.org/officeDocument/2006/relationships" id="260" r:id="R52f8989971c74aa5"/>
    <p:sldId xmlns:r="http://schemas.openxmlformats.org/officeDocument/2006/relationships" id="261" r:id="R91848a21c83447de"/>
    <p:sldId xmlns:r="http://schemas.openxmlformats.org/officeDocument/2006/relationships" id="262" r:id="R0aae4b7316554efe"/>
    <p:sldId xmlns:r="http://schemas.openxmlformats.org/officeDocument/2006/relationships" id="263" r:id="R482446d9dcb74e84"/>
    <p:sldId xmlns:r="http://schemas.openxmlformats.org/officeDocument/2006/relationships" id="264" r:id="R6615f03ee5a445f0"/>
    <p:sldId xmlns:r="http://schemas.openxmlformats.org/officeDocument/2006/relationships" id="265" r:id="Re59494e289d84a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2f5f54c5b4403" /><Relationship Type="http://schemas.openxmlformats.org/officeDocument/2006/relationships/slideMaster" Target="/ppt/slideMasters/slideMaster1.xml" Id="Rb3a2b78b663f497e" /><Relationship Type="http://schemas.openxmlformats.org/officeDocument/2006/relationships/notesMaster" Target="/ppt/notesMasters/notesMaster1.xml" Id="Rb91d510c019349bc" /><Relationship Type="http://schemas.openxmlformats.org/officeDocument/2006/relationships/presProps" Target="/ppt/presProps.xml" Id="R19ad27ffac494570" /><Relationship Type="http://schemas.openxmlformats.org/officeDocument/2006/relationships/tableStyles" Target="/ppt/tableStyles.xml" Id="R7a59f4249ae443d7" /><Relationship Type="http://schemas.openxmlformats.org/officeDocument/2006/relationships/slide" Target="/ppt/slides/slide1.xml" Id="Rc5f2b50e9f58494c" /><Relationship Type="http://schemas.openxmlformats.org/officeDocument/2006/relationships/slide" Target="/ppt/slides/slide2.xml" Id="R7aaeb439ac3942f1" /><Relationship Type="http://schemas.openxmlformats.org/officeDocument/2006/relationships/slide" Target="/ppt/slides/slide3.xml" Id="R62754b0f91254b59" /><Relationship Type="http://schemas.openxmlformats.org/officeDocument/2006/relationships/slide" Target="/ppt/slides/slide4.xml" Id="R4967f82196224838" /><Relationship Type="http://schemas.openxmlformats.org/officeDocument/2006/relationships/slide" Target="/ppt/slides/slide5.xml" Id="R52f8989971c74aa5" /><Relationship Type="http://schemas.openxmlformats.org/officeDocument/2006/relationships/slide" Target="/ppt/slides/slide6.xml" Id="R91848a21c83447de" /><Relationship Type="http://schemas.openxmlformats.org/officeDocument/2006/relationships/slide" Target="/ppt/slides/slide7.xml" Id="R0aae4b7316554efe" /><Relationship Type="http://schemas.openxmlformats.org/officeDocument/2006/relationships/slide" Target="/ppt/slides/slide8.xml" Id="R482446d9dcb74e84" /><Relationship Type="http://schemas.openxmlformats.org/officeDocument/2006/relationships/slide" Target="/ppt/slides/slide9.xml" Id="R6615f03ee5a445f0" /><Relationship Type="http://schemas.openxmlformats.org/officeDocument/2006/relationships/slide" Target="/ppt/slides/slide10.xml" Id="Re59494e289d8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b280086f9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a9e76505a4d1e" /><Relationship Type="http://schemas.openxmlformats.org/officeDocument/2006/relationships/notesMaster" Target="/ppt/notesMasters/notesMaster1.xml" Id="R3fb65c89d158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6a66620404c0a" /><Relationship Type="http://schemas.openxmlformats.org/officeDocument/2006/relationships/notesMaster" Target="/ppt/notesMasters/notesMaster1.xml" Id="R33af4d6b5eeb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511fc09d247f2" /><Relationship Type="http://schemas.openxmlformats.org/officeDocument/2006/relationships/notesMaster" Target="/ppt/notesMasters/notesMaster1.xml" Id="Rb9da247af5e74a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99e39b4fd4243" /><Relationship Type="http://schemas.openxmlformats.org/officeDocument/2006/relationships/notesMaster" Target="/ppt/notesMasters/notesMaster1.xml" Id="Rb1938621b18041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c470e422f4c42" /><Relationship Type="http://schemas.openxmlformats.org/officeDocument/2006/relationships/notesMaster" Target="/ppt/notesMasters/notesMaster1.xml" Id="R8bb3533221db49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150f92a9f641cb" /><Relationship Type="http://schemas.openxmlformats.org/officeDocument/2006/relationships/notesMaster" Target="/ppt/notesMasters/notesMaster1.xml" Id="R2495abbeef284c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9814316f44c0a" /><Relationship Type="http://schemas.openxmlformats.org/officeDocument/2006/relationships/notesMaster" Target="/ppt/notesMasters/notesMaster1.xml" Id="Rd1415c9f565543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5686ffe3c42da" /><Relationship Type="http://schemas.openxmlformats.org/officeDocument/2006/relationships/notesMaster" Target="/ppt/notesMasters/notesMaster1.xml" Id="Re83cc28bca9d47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2ea1d5e6d64d4d" /><Relationship Type="http://schemas.openxmlformats.org/officeDocument/2006/relationships/notesMaster" Target="/ppt/notesMasters/notesMaster1.xml" Id="Re2efef1f188249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5fca5f804c4605" /><Relationship Type="http://schemas.openxmlformats.org/officeDocument/2006/relationships/notesMaster" Target="/ppt/notesMasters/notesMaster1.xml" Id="Rd7e847c11be747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TechFlow Issue #43 repository implementation and test server canary,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PostgreSQL active GENIE index metrics and isolated deletion drill,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https://developers.openai.com/api/reference/resources/embeddings/methods/create</a:t>
            </a:r>
          </a:p>
          <a:p xmlns:a="http://schemas.openxmlformats.org/drawingml/2006/main">
            <a:r>
              <a:t>- https://developers.openai.com/api/docs/models/text-embedding-3-large</a:t>
            </a:r>
          </a:p>
          <a:p xmlns:a="http://schemas.openxmlformats.org/drawingml/2006/main">
            <a:r>
              <a:t>- TechFlow ADR-0009 and Issue #43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services/ai-gateway/app/chunking.py</a:t>
            </a:r>
          </a:p>
          <a:p xmlns:a="http://schemas.openxmlformats.org/drawingml/2006/main">
            <a:r>
              <a:t>- services/ai-gateway/app/embedding.py</a:t>
            </a:r>
          </a:p>
          <a:p xmlns:a="http://schemas.openxmlformats.org/drawingml/2006/main">
            <a:r>
              <a:t>- services/ai-gateway/app/indexing.py</a:t>
            </a:r>
          </a:p>
          <a:p xmlns:a="http://schemas.openxmlformats.org/drawingml/2006/main">
            <a:r>
              <a:t>- services/ai-gateway/migrations/0005_parser_embedding_retrieval_up.sql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services/ai-gateway/app/postgres_store.py</a:t>
            </a:r>
          </a:p>
          <a:p xmlns:a="http://schemas.openxmlformats.org/drawingml/2006/main">
            <a:r>
              <a:t>- Test server GENIE ingestion job metrics,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 server failed and successful ingestion job evidence,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docs/decisions/techflow-parser-embedding-retrieval.json</a:t>
            </a:r>
          </a:p>
          <a:p xmlns:a="http://schemas.openxmlformats.org/drawingml/2006/main">
            <a:r>
              <a:t>- docs/adr/0009-openai-runtime-integration.md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 server health, schema, parser, index, deletion, and Activepieces checks,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 server df, active index counts, and HNSW decision gate, 2026-08-05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GitHub Issue #44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6d3e7da714a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71ebbd5c954c01" /><Relationship Type="http://schemas.openxmlformats.org/officeDocument/2006/relationships/slideLayout" Target="/ppt/slideLayouts/slideLayout1.xml" Id="R74941b53209e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41b53209e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5818dffc7461d" /><Relationship Type="http://schemas.openxmlformats.org/officeDocument/2006/relationships/notesSlide" Target="/ppt/notesSlides/notesSlide1.xml" Id="Rd6157a74a06140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514d207c9433a" /><Relationship Type="http://schemas.openxmlformats.org/officeDocument/2006/relationships/notesSlide" Target="/ppt/notesSlides/notesSlide2.xml" Id="Rb63b5ccf2112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6c3f88eab49a4" /><Relationship Type="http://schemas.openxmlformats.org/officeDocument/2006/relationships/notesSlide" Target="/ppt/notesSlides/notesSlide3.xml" Id="Rfd86774d217e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66afe726d48e6" /><Relationship Type="http://schemas.openxmlformats.org/officeDocument/2006/relationships/notesSlide" Target="/ppt/notesSlides/notesSlide4.xml" Id="R2be4e15e4429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04ae8db1488e" /><Relationship Type="http://schemas.openxmlformats.org/officeDocument/2006/relationships/notesSlide" Target="/ppt/notesSlides/notesSlide5.xml" Id="Rd383fe7362b1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0c4dd7d5f425b" /><Relationship Type="http://schemas.openxmlformats.org/officeDocument/2006/relationships/notesSlide" Target="/ppt/notesSlides/notesSlide6.xml" Id="R984fe8ac827945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8ba74e6e943b3" /><Relationship Type="http://schemas.openxmlformats.org/officeDocument/2006/relationships/notesSlide" Target="/ppt/notesSlides/notesSlide7.xml" Id="Re07761db48da40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71d6483d94421" /><Relationship Type="http://schemas.openxmlformats.org/officeDocument/2006/relationships/notesSlide" Target="/ppt/notesSlides/notesSlide8.xml" Id="R49a91402c0a14b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7382bee16487f" /><Relationship Type="http://schemas.openxmlformats.org/officeDocument/2006/relationships/notesSlide" Target="/ppt/notesSlides/notesSlide9.xml" Id="R0225f841a30640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8c5aabb3b489a" /><Relationship Type="http://schemas.openxmlformats.org/officeDocument/2006/relationships/notesSlide" Target="/ppt/notesSlides/notesSlide10.xml" Id="R1c9ead343ffd45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0EF7-B7FE-4D64-B6DB-6F537D5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 TECHFLOW · ISSUE #43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68D9E-AA91-4986-A9B5-0C4424F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287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Parser·Chunk·Embedding·검색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구현 및 서버 실증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BC500-7D6B-45D0-B9B6-4CABBCA5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34 Files · 64 Chunks · 64 Embeddings · 10 Source-pinned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7BF33-3F85-4928-9EBA-3B07922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GENIE master@3e3c5c · Mock Provider · OpenAI Call 0 · 2026-08-05</a:t>
            </a:r>
          </a:p>
        </p:txBody>
      </p:sp>
    </p:spTree>
    <p:extLst>
      <p:ext uri="{BB962C8B-B14F-4D97-AF65-F5344CB8AC3E}">
        <p14:creationId xmlns:p14="http://schemas.microsoft.com/office/powerpoint/2010/main" val="889890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EC6A0-C280-46DF-89A2-635B611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승인된 GENIE 소스를 검색 가능한 근거로 전환했습니다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B88A3-73A4-45FC-9A53-2FC1879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8738-2A0F-4F48-B048-DC4955B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모든 수치는 시험 서버의 활성 인덱스와 격리 삭제 Drill 결과입니다.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C8362-BC64-4B67-8B03-2DF527A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87E2-7D3E-4B0E-A3F8-8CD29812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84861-C1D0-494C-92EF-6A52FEE6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ELIGIBLE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7336A-F552-49F3-ACD3-148CF35F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승인 Commit의 대상 파일 전부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34521-FDE0-4C5A-92D9-5FE79063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D460F-B5C3-4B5E-9469-620B8161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432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09EAA-A1B8-4FE2-91DC-CB999525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F9D97-7034-42BC-9FEF-6354A1F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33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15 Symbol · 45 Relation · 64 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EE577-FD1A-4B00-A6E2-B7EDC49A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DA896-BC1C-4B34-8E09-2A8B25DD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E29E9-69B6-4C4D-9FE6-CE31A7B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TOP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A3104-FABE-4C88-B51E-951C121C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Repository·Branch·Commit·Path·Line</a:t>
            </a:r>
          </a:p>
        </p:txBody>
      </p:sp>
    </p:spTree>
    <p:extLst>
      <p:ext uri="{BB962C8B-B14F-4D97-AF65-F5344CB8AC3E}">
        <p14:creationId xmlns:p14="http://schemas.microsoft.com/office/powerpoint/2010/main" val="1264944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D46F6-E8E9-452A-9A37-769BFDD1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실행 없이 Parser·Embedding·검색 책임을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6C455-3B90-4670-977E-6508F5A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F5787-7FE7-4876-AD23-ABCE99EE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ECA56-4429-40B9-829C-DE6523C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C045-149A-4EAE-8792-70553E8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7E2F-E8EA-4104-84E7-437EB3A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검증된 UTF-8 Text만 처리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Tree-sitter 실패 시 결정론적 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E3CD7-BC5B-40F4-97FA-FCDA864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612D9-0FF2-44D0-85AD-C040F77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908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6B4CC-E43C-4F39-80D7-3C97DAC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52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EMBED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51936-4752-4196-92D8-EC8C599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623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공식 SDK Adapter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text-embedding-3-large · 3072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E237A-AD86-4C7F-AF34-BBD55654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4E2FD-9CFD-4D46-878E-BC393CDD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FB1AF-EA10-4CEE-9656-23EE2FFA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RETRIEVE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5F40C-70A5-47A0-A85B-86AF546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Scope Filter 선적용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FTS·Identifier·Vector를 RRF로 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5E341-7425-4CB6-9043-382DA0E9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원본 Repository를 OpenAI File·Vector Store에 업로드하지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6631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CBD22-42C8-40D3-8B1A-B23B36A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Parser부터 활성화까지 구현 계약을 코드로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42B7C-A297-4A81-B299-20DE129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967F-D21D-4609-9657-72E8196D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7DF1-6A41-4ABC-A07E-28F5C938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668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54EB3-C433-400A-AA3C-A322E1E3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3335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TREE_SITTER_V1 · 13 Parser · 8 Parsed / 26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15243-5151-4C5D-8A22-EC9CD6FA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Chunk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FD02-821E-4DC2-B690-6358ADB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050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58095-5930-4FFE-81F4-E125762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716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24 KiB · stable UUIDv5 · 160 / 20 line · 64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2D5DA-36EB-4208-A316-BB655CB3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59745-B05E-4E2D-BC0D-EC193FB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4317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8E777-3A14-4B30-9A84-1D522F7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OPENAI_EMBEDDING_V1 · 3-large · 3072 · Batch 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88397-54EC-4143-8809-81BA7BFC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3F649-438B-4FFC-BD0D-2E31017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D18C1-CBB9-45C0-AA2F-3AB133B3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802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FTS 20 · Identifier 20 · Vector 30 · RRF k=60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7A3DA-611E-4923-84AB-3390C31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AF02E-FA9C-40F4-9590-EF0634E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95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F2264-D380-4CC3-A5C0-861C2FC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34 / 34 · atomic switch · previous ACTIVE withdrawn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06691-442C-45CA-8E69-9FBC251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Failure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FB8BC-4540-42F4-B270-4EA8FC1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E1309-F3BA-40C0-BDD1-333ACF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APPROVED return · partial activation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63BFE-7D02-43F9-AC6F-A60D76B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5AC0C-0497-478C-9E2C-93ABE99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9587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465B4-AF2E-429A-9362-7DD95C2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625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21 OpenAPI · 12 Migration files · 87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67A9B-99CD-4997-843F-4310A26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모든 구현 계약과 저장소 검증이 통과했습니다.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28209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6A8CA-7A31-4108-89C1-65C1B24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전체 파일이 성공한 뒤에만 새 인덱스가 활성화됩니다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29E33-318B-4F3B-9B6F-91126A7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F7CC9-7462-4767-9322-BBD8832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3DDA9-55A8-4516-B2EC-77630DF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02403-3CD9-44B2-840A-30D3614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83C54-60CD-4162-809D-3F35352F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승인 Commit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34 Eligible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920E6-2FC1-4660-BED9-777E0FE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480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1B274-D4AD-4A3E-A03E-F13E3C5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D23F6-2B87-4F98-BF75-D4EFDDAB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909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8 Parsed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26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4ADF4-2CAF-4BC3-8903-56F4B494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480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D1DB0-0503-4E0C-8ED5-95421A5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EMBED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933BB-D82C-49B9-B2C9-950BB9DD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909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64 Vectors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 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D6611-EA0D-4AB9-ABB7-0348D363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480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E39CA-0685-45DE-A492-6C177C5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4657E-C732-4141-81C2-75A89D9D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909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34 = 34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3C6EA-AB67-49BD-8F04-4C2CED8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파일 수 불일치나 Provider 오류가 있으면 부분 인덱스를 공개하지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77923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3C629-A11E-48C2-8666-8D2BCB7E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실패는 APPROVED로 복귀하고 재실행은 새 멱등키로 통제됩니다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2CF06-E249-46DD-82C8-7B8D66E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8F2B8-8AF9-436E-B9AA-F06E3B2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0F0BC-6795-4F0E-AA65-C7C805B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C084F-7DAF-49F3-8D5A-1ADF350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529D2-4A3D-4DFB-BD99-C290715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DB Adapter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오류 감지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FF337-7B80-4BC1-B9E0-725FBE4B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1DC1B-87A8-4161-A823-E7ECD7F2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REVERT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D79B3-6A3A-4C6D-8AB6-ACA36304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Source를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APPROVED 복귀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A5DAD-947B-4032-90C3-8ADE286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273C9-3CB3-4A78-8069-81ED7A2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AC19E-6115-4252-8E17-849E0C1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계약 Alias·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JSONB 수정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88505-D738-4749-9AB6-5E39545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45548-E16B-4F71-92A1-B265C17E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A5455-A643-41FF-AAAC-70BC9B0F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새 Job·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새 멱등키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1E765-073C-497F-8A0C-35466FE9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73EA2-09A2-4554-909C-50B2BC8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4F5AF-F8EE-4519-99BB-D1E450C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원자 활성화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B6B25-FDCB-42AB-9A2A-AA412451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초기 2건 실패에서도 활성 Chunk 0건을 유지해 Fail-closed 정책을 검증했습니다.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78842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7B3F1-A99F-40B8-89BC-87F69667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소스·Provider·삭제 경계가 원문과 비밀정보를 보호합니다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1846C-C006-4D28-BCEA-8AAE9D9E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A387D-4833-4457-9485-FE71829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C724-7620-488B-B1E2-5AE703B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14D54-80FA-4481-8651-5D22CB2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Checkout·Hook·Build·Test 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Verified Blob Text만 Parser 입력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D0·1 MiB·Secret 검사 상속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AE5ED-C06C-4A26-8D1E-5AFE484D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AE61E-0961-4EBE-86CA-7DDF200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PROVIDER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3D974-CE4E-49CC-874B-C41566B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765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Runtime Secret File 전용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Prompt·Response 원문 감사 저장 금지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이번 Canary 외부 호출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B8A53-78B9-45BB-A72B-BDCD790D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AC612-56A7-433C-BA0C-127494B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DELETE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1FC59-8070-43DF-8C68-FFD34838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WITHDRAW 즉시 검색 제외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Chunk·Vector·Symbol·Relation 삭제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Ledger에 수량·상태만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A6BE6-5D40-48DD-A0E1-3734C47B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실 API Canary는 운영자가 Key를 주입한 뒤 동일 Adapter 경로에서 별도로 수행합니다.</a:t>
            </a:r>
          </a:p>
        </p:txBody>
      </p:sp>
    </p:spTree>
    <p:extLst>
      <p:ext uri="{BB962C8B-B14F-4D97-AF65-F5344CB8AC3E}">
        <p14:creationId xmlns:p14="http://schemas.microsoft.com/office/powerpoint/2010/main" val="1567304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CBD22-42C8-40D3-8B1A-B23B36A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배포·재시작·삭제까지 시험 서버에서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42B7C-A297-4A81-B299-20DE129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967F-D21D-4609-9657-72E8196D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7DF1-6A41-4ABC-A07E-28F5C938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668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54EB3-C433-400A-AA3C-A322E1E3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3335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0.3.0 · Healthy · Image d767e5…fdd3e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15243-5151-4C5D-8A22-EC9CD6FA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FD02-821E-4DC2-B690-6358ADB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050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58095-5930-4FFE-81F4-E125762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716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19 Table · Issue #43 Column 8 · pgvector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2D5DA-36EB-4208-A316-BB655CB3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59745-B05E-4E2D-BC0D-EC193FB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4317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8E777-3A14-4B30-9A84-1D522F7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13 Linux Parser prefetched · Read-only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88397-54EC-4143-8809-81BA7BFC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3F649-438B-4FFC-BD0D-2E31017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D18C1-CBB9-45C0-AA2F-3AB133B3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802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GENIE 34 / 34 · 64 Chunk · 64 Embedding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7A3DA-611E-4923-84AB-3390C31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AF02E-FA9C-40F4-9590-EF0634E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95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F2264-D380-4CC3-A5C0-861C2FC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Top 10 · master@3e3c5c · Path / Line Citation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06691-442C-45CA-8E69-9FBC251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Deletion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FB8BC-4540-42F4-B270-4EA8FC1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E1309-F3BA-40C0-BDD1-333ACF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격리 DB: 64 / 64 / 15 / 45 삭제 · 잔여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63BFE-7D02-43F9-AC6F-A60D76B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Isolation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5AC0C-0497-478C-9E2C-93ABE99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9587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465B4-AF2E-429A-9362-7DD95C2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625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기존 Activepieces 6 Container 모두 Healthy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67A9B-99CD-4997-843F-4310A26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DB·Code·Image ID 백업 후 AI Gateway Compose 범위만 갱신했습니다.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28209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819CB-AD7B-498D-97AD-46D7ABA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활성 인덱스는 작고 정확해 exact cosine을 유지합니다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008A9-0DBD-4CCF-A1C3-CD811244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26365-9FE2-4E30-91BB-A332285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62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9187-39E6-481E-9FAE-CABBE2C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00DF7-30D1-4A6D-94D3-6E9D6D1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CHUNKS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79D4-BB3F-43D3-A8DC-140661DC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34 File · 15 Symbol · 45 Relation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A4CD5-FFAB-4BD8-A5BE-BE7B8869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62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2BBB2-4594-43E8-A3B7-8AD782D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33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9A77A-F812-42AA-8232-0CC050B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95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EMBEDDINGS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C2622-177A-48A6-B9F4-BB9C98E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33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3072 Dimension · 1 Mock 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E557D-8874-4AF2-80AF-234D01F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62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96C6C-8727-4D08-B9EC-0F212B9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FE46-5313-493F-9381-9EF70A6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GiB 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62C9E-3C4E-4722-9E92-D545EE4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Root ext4 사용률 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0E951-F2CC-44F9-8D73-1552B7F1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C5CE5-A852-4957-9FCF-B0738DE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28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05ADD-4986-4871-821D-A4886B3B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14 GiB used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A1631-D71E-4E1C-B95A-2ED5A17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1,005 GiB root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C8D94-ED95-44C0-B2F2-5EFAE76E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50,000 Active Chunk 도달 전까지 HNSW는 비활성 · 동일 Golden Set으로 전환 판단</a:t>
            </a:r>
          </a:p>
        </p:txBody>
      </p:sp>
    </p:spTree>
    <p:extLst>
      <p:ext uri="{BB962C8B-B14F-4D97-AF65-F5344CB8AC3E}">
        <p14:creationId xmlns:p14="http://schemas.microsoft.com/office/powerpoint/2010/main" val="558326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F334-BA2F-4AFB-9ADA-EEEEAB4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NEXT · ISSUE #44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06CC4-F590-490B-844F-F7FF26CE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검색 근거가 준비됐습니다.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이제 답변 생성과 보류 판정을 구현합니다.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0868D-16EA-42C6-8130-230D4FA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완료 1  ·  Parser·Chunk·Embedding·RRF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2C4B0-1BE8-46EC-977C-8ABA75B6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완료 2  ·  GENIE 34 Files·삭제 Drill·재시작 영속성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2678C-53C8-48F3-8C83-5F5B5135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다음  ·  OpenAI Responses·Structured Output·Citation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EB549-E159-4134-AB20-2D601C8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실 OpenAI Embedding Canary는 운영 API Key 주입 승인 후 별도 증적화</a:t>
            </a:r>
          </a:p>
        </p:txBody>
      </p:sp>
    </p:spTree>
    <p:extLst>
      <p:ext uri="{BB962C8B-B14F-4D97-AF65-F5344CB8AC3E}">
        <p14:creationId xmlns:p14="http://schemas.microsoft.com/office/powerpoint/2010/main" val="744621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2026-08-05T15:11:51.3970000Z</dcterms:created>
  <dcterms:modified xsi:type="dcterms:W3CDTF">2026-08-05T15:11:51.3970000Z</dcterms:modified>
</coreProperties>
</file>