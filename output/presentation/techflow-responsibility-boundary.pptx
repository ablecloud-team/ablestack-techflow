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ba2f35c67b4f72" /><Relationship Type="http://schemas.openxmlformats.org/officeDocument/2006/relationships/extended-properties" Target="/docProps/app.xml" Id="R6c764067dc4a4cd3" /><Relationship Type="http://schemas.openxmlformats.org/officeDocument/2006/relationships/officeDocument" Target="/ppt/presentation.xml" Id="R457f1da8512141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720603580a43e2"/>
  </p:sldMasterIdLst>
  <p:notesMasterIdLst>
    <p:notesMasterId xmlns:r="http://schemas.openxmlformats.org/officeDocument/2006/relationships" r:id="Raa974f030118422b"/>
  </p:notesMasterIdLst>
  <p:sldIdLst>
    <p:sldId xmlns:r="http://schemas.openxmlformats.org/officeDocument/2006/relationships" id="256" r:id="Ra3e0bc6369854e3a"/>
    <p:sldId xmlns:r="http://schemas.openxmlformats.org/officeDocument/2006/relationships" id="257" r:id="R0e4b0526c78c4a56"/>
    <p:sldId xmlns:r="http://schemas.openxmlformats.org/officeDocument/2006/relationships" id="258" r:id="Rfc261558ee0c40da"/>
    <p:sldId xmlns:r="http://schemas.openxmlformats.org/officeDocument/2006/relationships" id="259" r:id="Re06fb9dcf2e74f2b"/>
    <p:sldId xmlns:r="http://schemas.openxmlformats.org/officeDocument/2006/relationships" id="260" r:id="R7b1ffad77c3549a1"/>
    <p:sldId xmlns:r="http://schemas.openxmlformats.org/officeDocument/2006/relationships" id="261" r:id="R5c61028f2bb34384"/>
    <p:sldId xmlns:r="http://schemas.openxmlformats.org/officeDocument/2006/relationships" id="262" r:id="Rcfaead44c8fb4743"/>
    <p:sldId xmlns:r="http://schemas.openxmlformats.org/officeDocument/2006/relationships" id="263" r:id="R525ce814bef64ac7"/>
    <p:sldId xmlns:r="http://schemas.openxmlformats.org/officeDocument/2006/relationships" id="264" r:id="R8ffd106e6bed4551"/>
    <p:sldId xmlns:r="http://schemas.openxmlformats.org/officeDocument/2006/relationships" id="265" r:id="Rf1a1c47155f844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d63af433c943b5" /><Relationship Type="http://schemas.openxmlformats.org/officeDocument/2006/relationships/slideMaster" Target="/ppt/slideMasters/slideMaster1.xml" Id="Rbf720603580a43e2" /><Relationship Type="http://schemas.openxmlformats.org/officeDocument/2006/relationships/notesMaster" Target="/ppt/notesMasters/notesMaster1.xml" Id="Raa974f030118422b" /><Relationship Type="http://schemas.openxmlformats.org/officeDocument/2006/relationships/presProps" Target="/ppt/presProps.xml" Id="R0a7b37bcb99841cd" /><Relationship Type="http://schemas.openxmlformats.org/officeDocument/2006/relationships/tableStyles" Target="/ppt/tableStyles.xml" Id="Re5d389b7d27c4ff7" /><Relationship Type="http://schemas.openxmlformats.org/officeDocument/2006/relationships/slide" Target="/ppt/slides/slide1.xml" Id="Ra3e0bc6369854e3a" /><Relationship Type="http://schemas.openxmlformats.org/officeDocument/2006/relationships/slide" Target="/ppt/slides/slide2.xml" Id="R0e4b0526c78c4a56" /><Relationship Type="http://schemas.openxmlformats.org/officeDocument/2006/relationships/slide" Target="/ppt/slides/slide3.xml" Id="Rfc261558ee0c40da" /><Relationship Type="http://schemas.openxmlformats.org/officeDocument/2006/relationships/slide" Target="/ppt/slides/slide4.xml" Id="Re06fb9dcf2e74f2b" /><Relationship Type="http://schemas.openxmlformats.org/officeDocument/2006/relationships/slide" Target="/ppt/slides/slide5.xml" Id="R7b1ffad77c3549a1" /><Relationship Type="http://schemas.openxmlformats.org/officeDocument/2006/relationships/slide" Target="/ppt/slides/slide6.xml" Id="R5c61028f2bb34384" /><Relationship Type="http://schemas.openxmlformats.org/officeDocument/2006/relationships/slide" Target="/ppt/slides/slide7.xml" Id="Rcfaead44c8fb4743" /><Relationship Type="http://schemas.openxmlformats.org/officeDocument/2006/relationships/slide" Target="/ppt/slides/slide8.xml" Id="R525ce814bef64ac7" /><Relationship Type="http://schemas.openxmlformats.org/officeDocument/2006/relationships/slide" Target="/ppt/slides/slide9.xml" Id="R8ffd106e6bed4551" /><Relationship Type="http://schemas.openxmlformats.org/officeDocument/2006/relationships/slide" Target="/ppt/slides/slide10.xml" Id="Rf1a1c47155f844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f9236542cc40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c8d600819b4a23" /><Relationship Type="http://schemas.openxmlformats.org/officeDocument/2006/relationships/notesMaster" Target="/ppt/notesMasters/notesMaster1.xml" Id="R8ae8e388e5d34c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23c5180f7a4730" /><Relationship Type="http://schemas.openxmlformats.org/officeDocument/2006/relationships/notesMaster" Target="/ppt/notesMasters/notesMaster1.xml" Id="Rf7ff53c9dcfc4a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f2eb9b7071467e" /><Relationship Type="http://schemas.openxmlformats.org/officeDocument/2006/relationships/notesMaster" Target="/ppt/notesMasters/notesMaster1.xml" Id="R3477845acda642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9aab50d2334769" /><Relationship Type="http://schemas.openxmlformats.org/officeDocument/2006/relationships/notesMaster" Target="/ppt/notesMasters/notesMaster1.xml" Id="Re03ea73d6ae543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b75a1614604542" /><Relationship Type="http://schemas.openxmlformats.org/officeDocument/2006/relationships/notesMaster" Target="/ppt/notesMasters/notesMaster1.xml" Id="R34c6dbb8cd5545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190fbd69c0443b" /><Relationship Type="http://schemas.openxmlformats.org/officeDocument/2006/relationships/notesMaster" Target="/ppt/notesMasters/notesMaster1.xml" Id="Rbd475f327cf34d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69fc99a4ac4556" /><Relationship Type="http://schemas.openxmlformats.org/officeDocument/2006/relationships/notesMaster" Target="/ppt/notesMasters/notesMaster1.xml" Id="R22e5384f76ff40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51a605ec1d441a" /><Relationship Type="http://schemas.openxmlformats.org/officeDocument/2006/relationships/notesMaster" Target="/ppt/notesMasters/notesMaster1.xml" Id="R6b7b692a1e6b46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36d0fc1f7940ea" /><Relationship Type="http://schemas.openxmlformats.org/officeDocument/2006/relationships/notesMaster" Target="/ppt/notesMasters/notesMaster1.xml" Id="R848f3cd34e5f45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e9de567a2045ef" /><Relationship Type="http://schemas.openxmlformats.org/officeDocument/2006/relationships/notesMaster" Target="/ppt/notesMasters/notesMaster1.xml" Id="R6796997e737649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ADR-0001은 TechFlow 실행 경계의 기준 문서다.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docs/adr/0001-techflow-activepieces-responsibility-boundary.md</a:t>
            </a:r>
          </a:p>
          <a:p xmlns:a="http://schemas.openxmlformats.org/drawingml/2006/main">
            <a:r>
              <a:t>- docs/decisions/techflow-activepieces-responsibility-boundary.json</a:t>
            </a:r>
          </a:p>
          <a:p xmlns:a="http://schemas.openxmlformats.org/drawingml/2006/main">
            <a:r>
              <a:t>- https://github.com/ablecloud-team/ablestack-techflow/issues/12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제어면, 실행면, 인프라 권위면을 분리한다.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docs/adr/0001-techflow-activepieces-responsibility-boundary.md</a:t>
            </a:r>
          </a:p>
          <a:p xmlns:a="http://schemas.openxmlformats.org/drawingml/2006/main">
            <a:r>
              <a:t>- docs/decisions/techflow-activepieces-responsibility-boundary.json</a:t>
            </a:r>
          </a:p>
          <a:p xmlns:a="http://schemas.openxmlformats.org/drawingml/2006/main">
            <a:r>
              <a:t>- https://github.com/ablecloud-team/ablestack-techflow/issues/12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계층은 자신이 소유한 원장만 권위 있게 관리한다.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docs/adr/0001-techflow-activepieces-responsibility-boundary.md</a:t>
            </a:r>
          </a:p>
          <a:p xmlns:a="http://schemas.openxmlformats.org/drawingml/2006/main">
            <a:r>
              <a:t>- docs/decisions/techflow-activepieces-responsibility-boundary.json</a:t>
            </a:r>
          </a:p>
          <a:p xmlns:a="http://schemas.openxmlformats.org/drawingml/2006/main">
            <a:r>
              <a:t>- https://github.com/ablecloud-team/ablestack-techflow/issues/12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FlowRun 성공은 실제 자원 성공과 동일하지 않다.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docs/adr/0001-techflow-activepieces-responsibility-boundary.md</a:t>
            </a:r>
          </a:p>
          <a:p xmlns:a="http://schemas.openxmlformats.org/drawingml/2006/main">
            <a:r>
              <a:t>- docs/decisions/techflow-activepieces-responsibility-boundary.json</a:t>
            </a:r>
          </a:p>
          <a:p xmlns:a="http://schemas.openxmlformats.org/drawingml/2006/main">
            <a:r>
              <a:t>- https://github.com/ablecloud-team/ablestack-techflow/issues/12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장애 시 Blind Retry 대신 권위 상태 조회로 수렴한다.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docs/adr/0001-techflow-activepieces-responsibility-boundary.md</a:t>
            </a:r>
          </a:p>
          <a:p xmlns:a="http://schemas.openxmlformats.org/drawingml/2006/main">
            <a:r>
              <a:t>- docs/decisions/techflow-activepieces-responsibility-boundary.json</a:t>
            </a:r>
          </a:p>
          <a:p xmlns:a="http://schemas.openxmlformats.org/drawingml/2006/main">
            <a:r>
              <a:t>- https://github.com/ablecloud-team/ablestack-techflow/issues/12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ExecutionCommand는 승인을 고정하고 Activepieces는 그대로 전달한다.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docs/adr/0001-techflow-activepieces-responsibility-boundary.md</a:t>
            </a:r>
          </a:p>
          <a:p xmlns:a="http://schemas.openxmlformats.org/drawingml/2006/main">
            <a:r>
              <a:t>- docs/decisions/techflow-activepieces-responsibility-boundary.json</a:t>
            </a:r>
          </a:p>
          <a:p xmlns:a="http://schemas.openxmlformats.org/drawingml/2006/main">
            <a:r>
              <a:t>- https://github.com/ablecloud-team/ablestack-techflow/issues/12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제품 요청과 인프라 작업에 서로 다른 멱등성 경계를 적용한다.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docs/adr/0001-techflow-activepieces-responsibility-boundary.md</a:t>
            </a:r>
          </a:p>
          <a:p xmlns:a="http://schemas.openxmlformats.org/drawingml/2006/main">
            <a:r>
              <a:t>- docs/decisions/techflow-activepieces-responsibility-boundary.json</a:t>
            </a:r>
          </a:p>
          <a:p xmlns:a="http://schemas.openxmlformats.org/drawingml/2006/main">
            <a:r>
              <a:t>- https://github.com/ablecloud-team/ablestack-techflow/issues/12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보안, 테스트와 운영 규칙을 구현 완료 기준으로 사용한다.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docs/adr/0001-techflow-activepieces-responsibility-boundary.md</a:t>
            </a:r>
          </a:p>
          <a:p xmlns:a="http://schemas.openxmlformats.org/drawingml/2006/main">
            <a:r>
              <a:t>- docs/decisions/techflow-activepieces-responsibility-boundary.json</a:t>
            </a:r>
          </a:p>
          <a:p xmlns:a="http://schemas.openxmlformats.org/drawingml/2006/main">
            <a:r>
              <a:t>- https://github.com/ablecloud-team/ablestack-techflow/issues/12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원장, 명령, 멱등성, Reconcile 순서로 구현한다.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docs/adr/0001-techflow-activepieces-responsibility-boundary.md</a:t>
            </a:r>
          </a:p>
          <a:p xmlns:a="http://schemas.openxmlformats.org/drawingml/2006/main">
            <a:r>
              <a:t>- docs/decisions/techflow-activepieces-responsibility-boundary.json</a:t>
            </a:r>
          </a:p>
          <a:p xmlns:a="http://schemas.openxmlformats.org/drawingml/2006/main">
            <a:r>
              <a:t>- https://github.com/ablecloud-team/ablestack-techflow/issues/12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ADR-0001을 모든 후속 Core, Piece, API 작업의 구현 규칙으로 적용한다.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docs/adr/0001-techflow-activepieces-responsibility-boundary.md</a:t>
            </a:r>
          </a:p>
          <a:p xmlns:a="http://schemas.openxmlformats.org/drawingml/2006/main">
            <a:r>
              <a:t>- docs/decisions/techflow-activepieces-responsibility-boundary.json</a:t>
            </a:r>
          </a:p>
          <a:p xmlns:a="http://schemas.openxmlformats.org/drawingml/2006/main">
            <a:r>
              <a:t>- https://github.com/ablecloud-team/ablestack-techflow/issues/12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ec661b8b74f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4d3325b788422c" /><Relationship Type="http://schemas.openxmlformats.org/officeDocument/2006/relationships/slideLayout" Target="/ppt/slideLayouts/slideLayout1.xml" Id="R09c165ddde8946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c165ddde8946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8e40f08654c0f" /><Relationship Type="http://schemas.openxmlformats.org/officeDocument/2006/relationships/notesSlide" Target="/ppt/notesSlides/notesSlide1.xml" Id="Rd6eb3dba66b341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deeae5260443d" /><Relationship Type="http://schemas.openxmlformats.org/officeDocument/2006/relationships/notesSlide" Target="/ppt/notesSlides/notesSlide2.xml" Id="R88507db35f304d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f8404d43b41f4" /><Relationship Type="http://schemas.openxmlformats.org/officeDocument/2006/relationships/notesSlide" Target="/ppt/notesSlides/notesSlide3.xml" Id="R54d3a5aba75f43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00647877c4e75" /><Relationship Type="http://schemas.openxmlformats.org/officeDocument/2006/relationships/notesSlide" Target="/ppt/notesSlides/notesSlide4.xml" Id="Re3938e6effbe47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08f7c710c431b" /><Relationship Type="http://schemas.openxmlformats.org/officeDocument/2006/relationships/notesSlide" Target="/ppt/notesSlides/notesSlide5.xml" Id="Rb404b818b0e948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fe0f6ac234a37" /><Relationship Type="http://schemas.openxmlformats.org/officeDocument/2006/relationships/notesSlide" Target="/ppt/notesSlides/notesSlide6.xml" Id="Ra830b90b26bd42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e6782c92445f4" /><Relationship Type="http://schemas.openxmlformats.org/officeDocument/2006/relationships/notesSlide" Target="/ppt/notesSlides/notesSlide7.xml" Id="R68bf22d0995141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f75ca3d9c4967" /><Relationship Type="http://schemas.openxmlformats.org/officeDocument/2006/relationships/notesSlide" Target="/ppt/notesSlides/notesSlide8.xml" Id="Rb9af13f786b441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889f579214b77" /><Relationship Type="http://schemas.openxmlformats.org/officeDocument/2006/relationships/notesSlide" Target="/ppt/notesSlides/notesSlide9.xml" Id="R0bbbca3464924f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5020860644094" /><Relationship Type="http://schemas.openxmlformats.org/officeDocument/2006/relationships/notesSlide" Target="/ppt/notesSlides/notesSlide10.xml" Id="R0ea8ec3ff70047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FD-B18E-4ED0-B668-360621E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4CD-7DA2-491C-A6BF-B83C8F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TechFlow 책임 경계</a:t>
            </a:r>
          </a:p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ADR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FD25-2D6B-457D-B7B8-680BFD6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권한·상태·멱등성·실패를 세 계층으로 분리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5CC3-4548-4957-A10A-8A1E025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BF99-3C39-44A2-9B41-95CE917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ADR-0001 · Accepted · 2026-07-30</a:t>
            </a:r>
          </a:p>
        </p:txBody>
      </p:sp>
    </p:spTree>
    <p:extLst>
      <p:ext uri="{BB962C8B-B14F-4D97-AF65-F5344CB8AC3E}">
        <p14:creationId xmlns:p14="http://schemas.microsoft.com/office/powerpoint/2010/main" val="654307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6C80-8258-4D6A-82CF-63E0066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결정: 제품 권한, 실행, 인프라 상태를 분리한다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BBAD-755E-4BED-88B4-8D1C863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698B-69EF-4F89-8B93-5BD1494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Activepieces는 승인된 명령을 실행하지만 권한·정책·최종 상태를 결정하지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8E16-608A-48ED-AA88-BFED341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4724-CF48-4AB9-8D24-F54191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제품 제어면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5CF1-33BC-448D-A972-4B67554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TechFlow Core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요청 · 정책 · 승인 · 감사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제품 요청 멱등성 · Reconcile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B472-D9B1-44A3-90D9-9B270D9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7DCE-2760-41ED-BF57-EED6E71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인프라 권위면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CAA6-CDCD-4107-8E72-AA26C6A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ABLESTACK/Mold API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권한 재검증 · 작업 멱등성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Operation · ResourceState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B94D-D42E-45E0-B300-E7C9F40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8170-C91A-4450-9DEF-D6D05BC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실행 원칙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A07A-45E4-4C8B-A23B-70FF661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 = Flow 실행  |  Callback = 힌트  |  ABLESTACK 상태 조회 후 결과 확정</a:t>
            </a:r>
          </a:p>
        </p:txBody>
      </p:sp>
    </p:spTree>
    <p:extLst>
      <p:ext uri="{BB962C8B-B14F-4D97-AF65-F5344CB8AC3E}">
        <p14:creationId xmlns:p14="http://schemas.microsoft.com/office/powerpoint/2010/main" val="12322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C855-FE48-4C34-8587-52A8E0F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세 계층의 책임을 원장 단위로 고정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64BC-95C4-4AB7-BBCC-AD1E3DF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02DC-081D-40AE-B4AC-58723F8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각 계층은 자신의 상태만 권위 있게 소유하고 다른 계층의 결정을 대신하지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D7C6-C014-4F27-954B-3996BF5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A265-89AE-490A-B266-99E6C75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9AD0-110D-416A-85B0-D4433B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TechFlow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3EF-7A21-4345-86D8-C27B2C0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제품 요청 원장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정책 · 승인 · 감사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requestId 중복 제거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명령 수명주기 · Reconcile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6769-5142-496B-8B93-996B196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A64C-AEC6-4716-8638-407E676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2F2A-6379-4C2C-9C66-3A746CE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59BF-A641-421B-BA00-818D3CC6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 실행 원장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Trigger · Queue · Worker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제한 재시도 · Callback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권한·최종 상태 판단 금지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F8CC-A0D1-497B-B167-65A3777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52E-5627-43FE-9C74-E70CFC8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73ED-3AB1-4358-94F8-0B27A9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B0D-C121-4580-9D53-3FD2BA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인프라 상태 원장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권한·전제조건 재검증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작업 멱등성·비동기 상태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ResourceState 최종 권위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D6-27F9-488B-9D11-2F581B7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결정 문서  |  ADR-0001 · Accepted · Issue #12</a:t>
            </a:r>
          </a:p>
        </p:txBody>
      </p:sp>
    </p:spTree>
    <p:extLst>
      <p:ext uri="{BB962C8B-B14F-4D97-AF65-F5344CB8AC3E}">
        <p14:creationId xmlns:p14="http://schemas.microsoft.com/office/powerpoint/2010/main" val="639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BA5AF-24B4-4EE4-8654-5B8C2D7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권위 데이터는 계층마다 하나만 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AA26-8423-42C4-BC3C-16269D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D8B-234D-4223-A8D6-C9186B4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같은 상태를 여러 저장소가 최종값으로 소유하지 않도록 계약을 분리한다.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TechFlow 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Activepieces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ABLESTACK API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권위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제품 요청·정책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Flow 실행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자원 작업·상태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Identity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사용자·테넌트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명령 자격증명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권한 재검증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FlowRun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Operation·Resource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멱등성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요청·이벤트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동일 명령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작업·지문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승인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판정·스냅샷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판정 금지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참조 검증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재시도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분류·정책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제한 재시도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중복 방지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실패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UNKNOWN·조정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실행 상태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권위 상태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감사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원장·상관관계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실행 이력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작업·자원 변경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4AA2-FF16-42A9-BD86-FD450E4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FlowRun 성공 ≠ 자원 성공</a:t>
            </a:r>
          </a:p>
        </p:txBody>
      </p:sp>
    </p:spTree>
    <p:extLst>
      <p:ext uri="{BB962C8B-B14F-4D97-AF65-F5344CB8AC3E}">
        <p14:creationId xmlns:p14="http://schemas.microsoft.com/office/powerpoint/2010/main" val="211250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721FF-CBD3-4FB9-8A80-F18837A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장애가 발생해도 권위 상태로 수렴한다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0C49-F38A-4701-B999-C71EC51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18E-F8F7-4005-ACD4-7B9BFB3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자동 재시도보다 상태 조회와 중복 방지가 우선이다.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74B3-6D4E-4D93-9054-CD4BB62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E615-FC1C-45CF-BBA7-53C895F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9480-24BD-4E6D-A42C-144C2C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중복 요청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A11F-4691-4309-8866-E7D42C0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9D53-B09F-49A8-BEA8-FF30856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이벤트 지문으로 기존 요청 반환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FF2-130D-41DF-92AE-CFBB8D5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0C40-1268-4A79-B569-92A671F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27C5-52E4-469A-9214-4722D8F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Core·감사 장애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EE8-077A-416E-A45A-57170A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Fail 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2B2C-B9D7-43A7-962A-089E5B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변경 명령을 발행하지 않음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D58A-4EBC-4882-BF43-63AA038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087B-0CDF-41D7-A2A8-81BA2DC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07BD-D4CE-480C-88C9-E8DC6C7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Worker·Queue 장애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96CB-AF8C-4ED5-8D4B-D500B90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재개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FBCB-7087-44F0-90DA-7B8096E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명령 만료 안에서 복구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FF0-631A-4632-9B98-9EF52AC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721A-2506-49B0-9ECF-7FFAC4A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71A61-A324-4E03-B4E6-3E65FE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API Timeout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63D7-2E15-4E36-9D67-3BBB3E1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VERIFYING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BD74-3239-4178-BE7E-65C3FC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Blind Retry 없이 상태 조회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9494-4048-41F4-BD88-733168E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50F23-693D-49D4-AC62-07D2BE0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EED3-5EB1-4A82-89ED-46F266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Callback 유실·역전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3802-9A68-40D9-AC88-9DF3EBA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Reconcile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4701E-DDC2-4FA9-88BE-B4F0266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멱등 처리·권위 상태 재조회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E5CE8-458E-43EF-9496-8BBEFA1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F8EB-742B-4543-9133-C7A746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245E4-F803-4DEF-9F07-509E118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부분 성공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0563-09C0-48AA-8B63-2A539C3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보상 필요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512A-0BA0-4AD7-80F1-0C11554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새 명령·새 승인으로 처리</a:t>
            </a:r>
          </a:p>
        </p:txBody>
      </p:sp>
    </p:spTree>
    <p:extLst>
      <p:ext uri="{BB962C8B-B14F-4D97-AF65-F5344CB8AC3E}">
        <p14:creationId xmlns:p14="http://schemas.microsoft.com/office/powerpoint/2010/main" val="1366557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D67D5-DF5D-4C54-A9DB-DB36EC7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승인된 명령은 전달되고 결과는 다시 검증된다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BC46-26B6-46EB-900E-B07A857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F9CA-F2A9-4C4B-8C43-E307E8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권한과 상태는 실행 엔진을 통과해도 원래 소유자에게 남는다.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2F46-6B83-4CA2-B65A-C42B676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2168-0D3E-4A4A-81C6-50F01DE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AFE3-78E6-4F1B-909C-60B96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CC4-EB2E-4AD5-84F6-5B0BD7C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3D-1A21-4D46-AC8A-E06DF14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9D05-A8AE-41A2-BA6B-24EF726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0DCE-952F-4D36-9539-9A4CFDC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Webhook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사용자 · 이벤트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requestId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FE3F-964B-47BF-BAF0-BD919A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2925-205D-4C6B-B9F4-C056E9F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TechFlow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C72E7-69D4-4461-BB9C-F3F7312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정책 · 승인 · 감사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ExecutionCommand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VERIFYING · Reconcile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758D-F54E-4582-B39B-C63D8A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E148-F724-41B0-B2C8-13F09CF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19741-F93E-4D62-96B5-5E2622A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고정 FlowVersion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Queue · Worker · Retry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3-A908-4283-979F-BE84CCE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DF87-4D18-4EED-8126-34A160E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0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645D-6E3D-4960-AD8F-0FA3ABB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권한 · 전제조건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멱등성 · 실제 작업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9691-B7B3-41CD-93B5-D1F19F4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BC8D-4988-4E14-91B7-D00BA37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ExecutionCommand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2154-C9C2-4C9D-B6C4-E3C593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서명 · 만료 · 멱등성 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97FF-BCB4-4EBE-8899-AE06B3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제품 권한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55353-EEE1-4B7C-AD47-E7D1FA6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실행 계층</a:t>
            </a:r>
          </a:p>
        </p:txBody>
      </p:sp>
    </p:spTree>
    <p:extLst>
      <p:ext uri="{BB962C8B-B14F-4D97-AF65-F5344CB8AC3E}">
        <p14:creationId xmlns:p14="http://schemas.microsoft.com/office/powerpoint/2010/main" val="11649119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577D-4871-4696-B5A7-EDECB63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두 단계 멱등성과 세 상태 모델을 함께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56C6-093F-49C2-B564-6EE7CF0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9D8-F2AC-4C28-A23A-0700C12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9AE6-143F-4E8F-9710-3340A55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I1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FC18-BB73-49B4-A082-9AEB8AA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제품 요청 멱등성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44BA-0268-4463-9DBD-29BFC2E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TechFlow Core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Webhook · requestId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요청 지문·승인 스냅샷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새 명령 생성 방지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1F2B-80F5-4EE2-B0BC-A308A24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5A24-C4AA-4C57-9FB2-89D097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I2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E9A-A295-46DB-9B32-3004DB3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인프라 작업 멱등성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AB8F9-B2B3-43C0-8FE6-9F026BB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API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commandId · idempotencyKey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명령 지문 충돌 거부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작업 한 번만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A18A-00E2-4B4B-B8CF-B8BFC1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8CA2-9B0F-427E-B5FD-682A6BE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I3–I4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74BB-B8C7-4D6A-8BE0-B723027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상태 판정 규칙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29F-7E6E-4A4D-B61F-398D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FlowRun = 실행 상태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Operation = 작업 상태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ResourceState = 최종 상태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Timeout은 VERIFYING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9655-61D1-4EA3-8B81-5F40AFF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중복 요청 차단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028D-9995-416D-B962-6C8EA26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98CF5-BCA8-43A9-A419-ECF79BF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중복 작업 차단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1A584-C93B-495C-8D4C-8B065E4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EB15-B349-49DC-A48D-500CC11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권위 상태로 수렴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67F1-9C29-4871-9EE5-85A3BAB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</p:sp>
    </p:spTree>
    <p:extLst>
      <p:ext uri="{BB962C8B-B14F-4D97-AF65-F5344CB8AC3E}">
        <p14:creationId xmlns:p14="http://schemas.microsoft.com/office/powerpoint/2010/main" val="563954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6A2B-2E40-40C0-A97B-AC9A82C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보안·테스트·운영 규칙도 ADR에 포함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2829-1390-4AD6-9B9E-3C9A6E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764-3020-460E-8152-052DB95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경계는 문서 설명이 아니라 구현과 운영의 통과 기준이다.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A417-5A56-47F7-B679-B7F3288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5ED3E-0E61-47F3-8AFE-C9EC0E9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보안 통제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75DB-FC12-4A36-908F-B17C25B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단기·범위 제한 자격증명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조회·변경 자격증명 분리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Webhook·Callback 서명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민감정보 로그 금지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BF9A-2C09-491B-A934-19433B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266B-CCD9-4ABE-B8C9-F991D9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필수 테스트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2E5F-F3A3-4EF7-AB15-52EF6B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명령 계약·만료·변조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멱등성 반복·승인 무효화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Timeout·Callback 실패 주입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테넌트 격리·감사 재구성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AC7-F1EA-4DB1-AF56-E20935B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37A2-7A58-482F-BD14-70CBEF4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운영 수렴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7345-AFB0-4EC3-ACFB-CF2E643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DISPATCHED·UNKNOWN 조회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Reconciler·SLA 경보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DLQ 민감값 제거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수렴률·UNKNOWN 체류시간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722-0D4C-414C-BE50-0C61759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9B91D-EE98-4D8B-96FF-8F140E1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완료 기준  |  Blind Retry 0건 · 중복 작업 0건 · 요청부터 자원 상태까지 감사 추적 가능</a:t>
            </a:r>
          </a:p>
        </p:txBody>
      </p:sp>
    </p:spTree>
    <p:extLst>
      <p:ext uri="{BB962C8B-B14F-4D97-AF65-F5344CB8AC3E}">
        <p14:creationId xmlns:p14="http://schemas.microsoft.com/office/powerpoint/2010/main" val="1314184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76455-FC13-451C-B4CD-A5FBD1A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ADR을 구현 계약으로 전환하는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9953-46AD-4C7D-93EC-2E35741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7D9E-796E-498A-883B-CBCF969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원장과 명령 계약을 먼저 만들고 Flow와 인프라 작업을 연결한다.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FCFD-C208-4E9F-AC87-FF599FC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98E5-2E0D-4E60-BC95-44841FE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6299-3531-463A-BF89-96F88C8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EEF62-8034-4A55-AE5D-21ADFBA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D5B9-066A-4407-A86A-7AEE3E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0F53-882B-471E-8FE6-58F9DE5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DC30-06F7-4E6B-9432-EB3E08B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ACE41-28AA-49B1-AD35-F128E2C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92AC-E2ED-4201-8D57-FC3937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A6C8-4F82-4990-8F97-E985BBF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요청 원장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4CB69-C727-4F50-ACAF-DCF10D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requestId · 감사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정책 · 승인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B84A-CE40-4B87-B6BD-CF6BED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명령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D941-FB4D-431A-B759-3777E25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서명 · 만료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승인 스냅샷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49A0F-4A98-4689-808E-E169CC4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API 멱등성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E3CC-DE56-424F-ABE0-8CFD039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작업 조회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권위 상태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DBAE-D211-487C-9FB5-868A89E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수렴 운영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297C2-4ABB-491B-A666-17E1881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Reconciler · DLQ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실패 주입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18BB9-616B-4AD5-9A2B-2E0630B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59DDF-1419-471F-8C30-A314E89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후속 이슈는 ADR-0001을 참조하고 상태·멱등성·실패 주입 테스트를 완료 기준으로 사용</a:t>
            </a:r>
          </a:p>
        </p:txBody>
      </p:sp>
    </p:spTree>
    <p:extLst>
      <p:ext uri="{BB962C8B-B14F-4D97-AF65-F5344CB8AC3E}">
        <p14:creationId xmlns:p14="http://schemas.microsoft.com/office/powerpoint/2010/main" val="1071293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A986-4257-4BD0-9F33-8D5ACF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최종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3DBB-8F7E-4C46-B6B7-25A5D5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Activepieces는 실행하고,</a:t>
            </a:r>
          </a:p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TechFlow와 ABLESTACK이 권한과 상태를 소유한다.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6C677-4100-47D9-8FC8-D33A43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370-8BD6-41D5-B1AB-6ED4E8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ADR-0001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894D-13FA-447B-9FDD-23632E1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Accepted · 이 책임 경계를 모든 Core·Piece·ABLESTACK API 구현 규칙으로 적용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00B4-AE2D-4E6C-93AC-F998C28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1F15-05A5-4CFC-B018-A813A36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2E9F4-EEC3-4CD4-A1FE-A2B3BF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ADR-0001 · 2026-07-30</a:t>
            </a:r>
          </a:p>
        </p:txBody>
      </p:sp>
    </p:spTree>
    <p:extLst>
      <p:ext uri="{BB962C8B-B14F-4D97-AF65-F5344CB8AC3E}">
        <p14:creationId xmlns:p14="http://schemas.microsoft.com/office/powerpoint/2010/main" val="176346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2026-07-30T07:35:49.3160000Z</dcterms:created>
  <dcterms:modified xsi:type="dcterms:W3CDTF">2026-07-30T07:35:49.3160000Z</dcterms:modified>
</coreProperties>
</file>