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63140bd08847ab" /><Relationship Type="http://schemas.openxmlformats.org/officeDocument/2006/relationships/extended-properties" Target="/docProps/app.xml" Id="R8859ae14cc2e4bba" /><Relationship Type="http://schemas.openxmlformats.org/officeDocument/2006/relationships/officeDocument" Target="/ppt/presentation.xml" Id="Rb9b71810148545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798c59d28402b"/>
  </p:sldMasterIdLst>
  <p:notesMasterIdLst>
    <p:notesMasterId xmlns:r="http://schemas.openxmlformats.org/officeDocument/2006/relationships" r:id="R947fa551c65c4e28"/>
  </p:notesMasterIdLst>
  <p:sldIdLst>
    <p:sldId xmlns:r="http://schemas.openxmlformats.org/officeDocument/2006/relationships" id="256" r:id="R2fc780c8949947f6"/>
    <p:sldId xmlns:r="http://schemas.openxmlformats.org/officeDocument/2006/relationships" id="257" r:id="R62b9b344c5924d3f"/>
    <p:sldId xmlns:r="http://schemas.openxmlformats.org/officeDocument/2006/relationships" id="258" r:id="R526201bb40824e14"/>
    <p:sldId xmlns:r="http://schemas.openxmlformats.org/officeDocument/2006/relationships" id="259" r:id="R50890b85fd3b4612"/>
    <p:sldId xmlns:r="http://schemas.openxmlformats.org/officeDocument/2006/relationships" id="260" r:id="Red0faf4022c34966"/>
    <p:sldId xmlns:r="http://schemas.openxmlformats.org/officeDocument/2006/relationships" id="261" r:id="R44510ac6b34b4e7b"/>
    <p:sldId xmlns:r="http://schemas.openxmlformats.org/officeDocument/2006/relationships" id="262" r:id="R6964a77e709540d8"/>
    <p:sldId xmlns:r="http://schemas.openxmlformats.org/officeDocument/2006/relationships" id="263" r:id="R5bbad2f1d21c4b10"/>
    <p:sldId xmlns:r="http://schemas.openxmlformats.org/officeDocument/2006/relationships" id="264" r:id="R9f319114bc5f4bb1"/>
    <p:sldId xmlns:r="http://schemas.openxmlformats.org/officeDocument/2006/relationships" id="265" r:id="Rf73be84b9bc74b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7ee32479cf44c6" /><Relationship Type="http://schemas.openxmlformats.org/officeDocument/2006/relationships/slideMaster" Target="/ppt/slideMasters/slideMaster1.xml" Id="R6b5798c59d28402b" /><Relationship Type="http://schemas.openxmlformats.org/officeDocument/2006/relationships/notesMaster" Target="/ppt/notesMasters/notesMaster1.xml" Id="R947fa551c65c4e28" /><Relationship Type="http://schemas.openxmlformats.org/officeDocument/2006/relationships/presProps" Target="/ppt/presProps.xml" Id="R157026674a6c473e" /><Relationship Type="http://schemas.openxmlformats.org/officeDocument/2006/relationships/tableStyles" Target="/ppt/tableStyles.xml" Id="R1f44a6cfd6af4390" /><Relationship Type="http://schemas.openxmlformats.org/officeDocument/2006/relationships/slide" Target="/ppt/slides/slide1.xml" Id="R2fc780c8949947f6" /><Relationship Type="http://schemas.openxmlformats.org/officeDocument/2006/relationships/slide" Target="/ppt/slides/slide2.xml" Id="R62b9b344c5924d3f" /><Relationship Type="http://schemas.openxmlformats.org/officeDocument/2006/relationships/slide" Target="/ppt/slides/slide3.xml" Id="R526201bb40824e14" /><Relationship Type="http://schemas.openxmlformats.org/officeDocument/2006/relationships/slide" Target="/ppt/slides/slide4.xml" Id="R50890b85fd3b4612" /><Relationship Type="http://schemas.openxmlformats.org/officeDocument/2006/relationships/slide" Target="/ppt/slides/slide5.xml" Id="Red0faf4022c34966" /><Relationship Type="http://schemas.openxmlformats.org/officeDocument/2006/relationships/slide" Target="/ppt/slides/slide6.xml" Id="R44510ac6b34b4e7b" /><Relationship Type="http://schemas.openxmlformats.org/officeDocument/2006/relationships/slide" Target="/ppt/slides/slide7.xml" Id="R6964a77e709540d8" /><Relationship Type="http://schemas.openxmlformats.org/officeDocument/2006/relationships/slide" Target="/ppt/slides/slide8.xml" Id="R5bbad2f1d21c4b10" /><Relationship Type="http://schemas.openxmlformats.org/officeDocument/2006/relationships/slide" Target="/ppt/slides/slide9.xml" Id="R9f319114bc5f4bb1" /><Relationship Type="http://schemas.openxmlformats.org/officeDocument/2006/relationships/slide" Target="/ppt/slides/slide10.xml" Id="Rf73be84b9bc74b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0ab5988484d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2d905bdf84bac" /><Relationship Type="http://schemas.openxmlformats.org/officeDocument/2006/relationships/notesMaster" Target="/ppt/notesMasters/notesMaster1.xml" Id="R5493747492db45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17fa1fe5f74c50" /><Relationship Type="http://schemas.openxmlformats.org/officeDocument/2006/relationships/notesMaster" Target="/ppt/notesMasters/notesMaster1.xml" Id="Rc6c8fe29e0c3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af768e4c7a4f61" /><Relationship Type="http://schemas.openxmlformats.org/officeDocument/2006/relationships/notesMaster" Target="/ppt/notesMasters/notesMaster1.xml" Id="Rf484065e18cd43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898f03384747b1" /><Relationship Type="http://schemas.openxmlformats.org/officeDocument/2006/relationships/notesMaster" Target="/ppt/notesMasters/notesMaster1.xml" Id="R1e645666e53e41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c36498f5fc494c" /><Relationship Type="http://schemas.openxmlformats.org/officeDocument/2006/relationships/notesMaster" Target="/ppt/notesMasters/notesMaster1.xml" Id="R85e58031c2e641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0deef23b134c67" /><Relationship Type="http://schemas.openxmlformats.org/officeDocument/2006/relationships/notesMaster" Target="/ppt/notesMasters/notesMaster1.xml" Id="R680801b91a4c4c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be633432e404c" /><Relationship Type="http://schemas.openxmlformats.org/officeDocument/2006/relationships/notesMaster" Target="/ppt/notesMasters/notesMaster1.xml" Id="Rf6395de0f0c541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fc8e8d39be4d5c" /><Relationship Type="http://schemas.openxmlformats.org/officeDocument/2006/relationships/notesMaster" Target="/ppt/notesMasters/notesMaster1.xml" Id="R73f7b8b92deb48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91a8d009a4478a" /><Relationship Type="http://schemas.openxmlformats.org/officeDocument/2006/relationships/notesMaster" Target="/ppt/notesMasters/notesMaster1.xml" Id="R62bda06658664f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5410f489ff4e50" /><Relationship Type="http://schemas.openxmlformats.org/officeDocument/2006/relationships/notesMaster" Target="/ppt/notesMasters/notesMaster1.xml" Id="R6a9ba24df60748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#41의 AI Gateway API·DB·Mock Provider 기반 구현 완료를 요약합니다.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11개 API, 15개 테이블, 3개 Profile과 실제 서버 Canary를 완료했습니다.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Activepieces는 흐름을, AI Gateway는 정책·상태·멱등성을, PostgreSQL은 권위 데이터를 소유합니다.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15개 논리 테이블은 Source, 수집, 검색, 삭제, 평가, Provider 감사 수명주기를 분리합니다.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API는 승인, Compatibility, Job, 질의, 평가, 철회를 명시적 상태로 구분합니다.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#41은 실제 OpenAI 호출 없이 Mock Responses와 Mock Embeddings로 계약만 검증합니다.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Non-root, Read-only, 최소권한 Network, D0 Only와 안전한 로그가 기본값입니다.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코드, Migration, OpenAPI, Compose, Runbook, 보고서와 Manifest를 일관된 자산으로 관리합니다.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실행 단위는 #42 Source 승인·수집이며, Retrieval과 OpenAI 호출은 #43·#44에서 활성화합니다.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#41은 구현·배포·검증·롤백 가능한 상태로 완료됐습니다.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docs/reports/issue-41-ai-gateway-foundation-validation.md</a:t>
            </a:r>
          </a:p>
          <a:p xmlns:a="http://schemas.openxmlformats.org/drawingml/2006/main">
            <a:r>
              <a:t>- docs/decisions/techflow-ai-gateway-foundation.json</a:t>
            </a:r>
          </a:p>
          <a:p xmlns:a="http://schemas.openxmlformats.org/drawingml/2006/main">
            <a:r>
              <a:t>- docs/runbooks/ai-gateway-foundation.md</a:t>
            </a:r>
          </a:p>
          <a:p xmlns:a="http://schemas.openxmlformats.org/drawingml/2006/main">
            <a:r>
              <a:t>- services/ai-gateway/openapi/techflow-ai-gateway-v1.json</a:t>
            </a:r>
          </a:p>
          <a:p xmlns:a="http://schemas.openxmlformats.org/drawingml/2006/main">
            <a:r>
              <a:t>- https://fastapi.tiangolo.com/advanced/events/</a:t>
            </a:r>
          </a:p>
          <a:p xmlns:a="http://schemas.openxmlformats.org/drawingml/2006/main">
            <a:r>
              <a:t>- https://fastapi.tiangolo.com/deployment/docker/</a:t>
            </a:r>
          </a:p>
          <a:p xmlns:a="http://schemas.openxmlformats.org/drawingml/2006/main">
            <a:r>
              <a:t>- https://www.psycopg.org/psycopg3/docs/advanced/pool.html</a:t>
            </a:r>
          </a:p>
          <a:p xmlns:a="http://schemas.openxmlformats.org/drawingml/2006/main">
            <a:r>
              <a:t>- https://github.com/pgvector/pgvector</a:t>
            </a:r>
          </a:p>
          <a:p xmlns:a="http://schemas.openxmlformats.org/drawingml/2006/main">
            <a:r>
              <a:t>- https://github.com/ablecloud-team/ablestack-techflow/issues/41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0448562c141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6bcac71f784f85" /><Relationship Type="http://schemas.openxmlformats.org/officeDocument/2006/relationships/slideLayout" Target="/ppt/slideLayouts/slideLayout1.xml" Id="R55bba4def12a44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bba4def12a44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ed45cae134250" /><Relationship Type="http://schemas.openxmlformats.org/officeDocument/2006/relationships/notesSlide" Target="/ppt/notesSlides/notesSlide1.xml" Id="Rc8bf256b04304f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740d7f3fc444f" /><Relationship Type="http://schemas.openxmlformats.org/officeDocument/2006/relationships/notesSlide" Target="/ppt/notesSlides/notesSlide2.xml" Id="R6067711095c449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9156616b74961" /><Relationship Type="http://schemas.openxmlformats.org/officeDocument/2006/relationships/notesSlide" Target="/ppt/notesSlides/notesSlide3.xml" Id="Rce3a56b513314c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4211b655041bb" /><Relationship Type="http://schemas.openxmlformats.org/officeDocument/2006/relationships/notesSlide" Target="/ppt/notesSlides/notesSlide4.xml" Id="R15f24ed0def945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165e6416240aa" /><Relationship Type="http://schemas.openxmlformats.org/officeDocument/2006/relationships/notesSlide" Target="/ppt/notesSlides/notesSlide5.xml" Id="R5982aff47c4c48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f54536c7e4c78" /><Relationship Type="http://schemas.openxmlformats.org/officeDocument/2006/relationships/notesSlide" Target="/ppt/notesSlides/notesSlide6.xml" Id="R16ca4d58bfb24e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97079eefe4527" /><Relationship Type="http://schemas.openxmlformats.org/officeDocument/2006/relationships/notesSlide" Target="/ppt/notesSlides/notesSlide7.xml" Id="Ra482e435ac7345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06b952e24463c" /><Relationship Type="http://schemas.openxmlformats.org/officeDocument/2006/relationships/notesSlide" Target="/ppt/notesSlides/notesSlide8.xml" Id="R9dd7ef24ce3a46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bb428aaaf427c" /><Relationship Type="http://schemas.openxmlformats.org/officeDocument/2006/relationships/notesSlide" Target="/ppt/notesSlides/notesSlide9.xml" Id="R09b85d59fe0041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c441db3c94917" /><Relationship Type="http://schemas.openxmlformats.org/officeDocument/2006/relationships/notesSlide" Target="/ppt/notesSlides/notesSlide10.xml" Id="R3aa476e7c58b4b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#41 · IMPLEMENTED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AI Gateway API·DB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기반 구현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11 APIs · 15 Tables · 3 Provider Profiles · Mock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TechFlow · AI Gateway 0.1.0 · 2026-08-04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11개 API와 15개 테이블을 실제 서버에서 검증했습니다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외부 호출 없이 API·DB·보안·배포 계약을 구현하고 실제 Canary를 통과했습니다.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구현 계약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FastAPI 11 Ops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 15 Tables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3 Provider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실서버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2/2 Healthy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Canary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Least Privilege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완료 판정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58 Unit Tests  |  3 Validator Tests  |  Secrets 0  |  Provider Calls 0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Activepieces는 흐름, AI Gateway는 정책과 상태를 소유합니다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#41은 실행 엔진과 RAG 상태·권한·Provider 계약의 책임 경계를 코드로 고정했습니다.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Approval · Reindex Flow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Job Orchestration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Provider Secret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AI 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Source · Compatibility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Idempotency · Validation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Mock Adapters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15 RAG Tables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pgvector · pg_trgm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Audit 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제품 Gate  |  D0 Only · 승인 Commit · 멱등성 · 근거 없는 성공 금지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15개 테이블이 RAG 수명주기를 단계별로 분리합니다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Source부터 Provider 감사까지 상태·삭제·평가를 독립 추적합니다.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Schema Group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Key Control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Verification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source · version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Commit pin · D0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Approval state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Compatibility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set · set_source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Approved members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Cross-repo gate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Ingestion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job · chunk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Idempotency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Job lifecycle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Embedding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profile · embedding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vector(3072)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Profile lock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Code 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symbol · relation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Path · Lineage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Static metadata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Deletion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deletion_ledger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Withdraw · SLO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Audit trail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case · run ·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Golden 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 lineage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Provider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provider_call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Safe metadata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Raw payload 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vector(3072) · FTS · pg_trgm · 3 NOLOGIN Roles · PUBLIC 권한 회수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11개 API는 승인·작업·질의 상태를 명시적으로 분리합니다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모든 v1 요청은 Correlation ID를, 변경 요청은 Idempotency Key를 요구합니다.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TechFlow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Source Create · 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Commit · D0 승인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Ingestion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AI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202 Job · Idempotent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Compatibility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승인 조합만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Query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Mock Provider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ABSTAINED · No 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Evaluate · Delete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Audit Job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결과 · 철회 추적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Mock Provider로 실제 OpenAI 호출 전 계약을 고정했습니다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세 Provider Profile과 구조화 응답·3,072차원 Vector를 결정론적으로 검증합니다.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TechFlow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Correlation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Idempotency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AI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Profile · D0 Gate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Validate ·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Source · Jobs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Audit 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88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Mock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Structured JSON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Deterministic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Mock Embeddings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3,072 Dimensions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제품 내부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Mock 경계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 기본값과 검증 가능한 실패가 기본 동작입니다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Host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10001:10001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Read-only FS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Cap Drop ALL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No Privilege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DB Internal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DB Port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Localhost Bind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Edge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Provider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D0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store=false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Tool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Raw Payload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58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Canary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Secrets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코드·운영·검증 증적을 하나의 제품 자산으로 관리합니다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다음 운영자가 같은 기반을 배포·검증·롤백할 수 있도록 모든 절차를 저장소에 남겼습니다.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구현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FastAPI Service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15-table Migration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OpenAPI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자산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· Secrets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Deploy · Verify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Rollback Runbook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Decision 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Report · Deck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SHA-256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#41  |  API · DB · Mock Provider · Test Server Deployment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#41 기반을 완료했고 #42 Source 승인 단계로 이동할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실제 Source 수집과 OpenAI 호출은 승인된 후속 이슈에서만 활성화합니다.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#41 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API · DB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Mock · 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#42 Intake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9 Profiles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Approve · Fetch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#43 Retrieval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Embedding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FTS · ID · 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#44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Responses · Route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Citation 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후속 = #45 Activepieces Flow → #46 품질·보안·비용·E2E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#41 완료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AI Gateway 기반이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배포·검증·롤백 가능한 상태입니다.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7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#41 ·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11 API · 15 TABLES · 3 PROFILES · CANARY PASS · PROVIDER CALL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AI Gateway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#41 · 2026-08-04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2026-08-04T03:13:31.0700000Z</dcterms:created>
  <dcterms:modified xsi:type="dcterms:W3CDTF">2026-08-04T03:13:31.0700000Z</dcterms:modified>
</coreProperties>
</file>